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318" r:id="rId3"/>
    <p:sldId id="332" r:id="rId4"/>
    <p:sldId id="333" r:id="rId5"/>
    <p:sldId id="317" r:id="rId6"/>
    <p:sldId id="329" r:id="rId7"/>
    <p:sldId id="322" r:id="rId8"/>
    <p:sldId id="331" r:id="rId9"/>
    <p:sldId id="298" r:id="rId10"/>
    <p:sldId id="323" r:id="rId11"/>
    <p:sldId id="325" r:id="rId12"/>
    <p:sldId id="326" r:id="rId13"/>
    <p:sldId id="324" r:id="rId14"/>
    <p:sldId id="328" r:id="rId15"/>
    <p:sldId id="334" r:id="rId16"/>
    <p:sldId id="275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0071C1"/>
    <a:srgbClr val="0070C0"/>
    <a:srgbClr val="1986F8"/>
    <a:srgbClr val="85D87C"/>
    <a:srgbClr val="6666FF"/>
    <a:srgbClr val="156082"/>
    <a:srgbClr val="92D050"/>
    <a:srgbClr val="FF6600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031A58-6C9A-4247-9C1A-7F48E6D28059}" v="2" dt="2025-12-01T16:32:55.8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73" autoAdjust="0"/>
  </p:normalViewPr>
  <p:slideViewPr>
    <p:cSldViewPr snapToGrid="0">
      <p:cViewPr>
        <p:scale>
          <a:sx n="54" d="100"/>
          <a:sy n="54" d="100"/>
        </p:scale>
        <p:origin x="1148" y="4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zo Margotti" userId="b8a0aefb-e2c6-4223-9d58-5bf59b7d88b0" providerId="ADAL" clId="{E1608910-3E4E-45FF-B891-19E816E7456B}"/>
    <pc:docChg chg="undo custSel addSld delSld modSld sldOrd">
      <pc:chgData name="Lorenzo Margotti" userId="b8a0aefb-e2c6-4223-9d58-5bf59b7d88b0" providerId="ADAL" clId="{E1608910-3E4E-45FF-B891-19E816E7456B}" dt="2025-12-01T16:36:37.867" v="13483" actId="20577"/>
      <pc:docMkLst>
        <pc:docMk/>
      </pc:docMkLst>
      <pc:sldChg chg="addSp delSp modSp mod modNotesTx">
        <pc:chgData name="Lorenzo Margotti" userId="b8a0aefb-e2c6-4223-9d58-5bf59b7d88b0" providerId="ADAL" clId="{E1608910-3E4E-45FF-B891-19E816E7456B}" dt="2025-12-01T16:34:01.657" v="13443" actId="1076"/>
        <pc:sldMkLst>
          <pc:docMk/>
          <pc:sldMk cId="1528071312" sldId="257"/>
        </pc:sldMkLst>
        <pc:spChg chg="mod">
          <ac:chgData name="Lorenzo Margotti" userId="b8a0aefb-e2c6-4223-9d58-5bf59b7d88b0" providerId="ADAL" clId="{E1608910-3E4E-45FF-B891-19E816E7456B}" dt="2025-12-01T16:33:52.287" v="13441" actId="1076"/>
          <ac:spMkLst>
            <pc:docMk/>
            <pc:sldMk cId="1528071312" sldId="257"/>
            <ac:spMk id="2" creationId="{B4FBB61B-E291-882D-7F81-FF554DE1A62F}"/>
          </ac:spMkLst>
        </pc:spChg>
        <pc:spChg chg="mod">
          <ac:chgData name="Lorenzo Margotti" userId="b8a0aefb-e2c6-4223-9d58-5bf59b7d88b0" providerId="ADAL" clId="{E1608910-3E4E-45FF-B891-19E816E7456B}" dt="2025-12-01T16:33:52.287" v="13441" actId="1076"/>
          <ac:spMkLst>
            <pc:docMk/>
            <pc:sldMk cId="1528071312" sldId="257"/>
            <ac:spMk id="3" creationId="{0F7922F3-9F95-343F-0D16-13DEE5AB5A91}"/>
          </ac:spMkLst>
        </pc:spChg>
        <pc:spChg chg="mod">
          <ac:chgData name="Lorenzo Margotti" userId="b8a0aefb-e2c6-4223-9d58-5bf59b7d88b0" providerId="ADAL" clId="{E1608910-3E4E-45FF-B891-19E816E7456B}" dt="2025-12-01T16:33:52.287" v="13441" actId="1076"/>
          <ac:spMkLst>
            <pc:docMk/>
            <pc:sldMk cId="1528071312" sldId="257"/>
            <ac:spMk id="4" creationId="{486C424C-381C-4E5A-B516-02496FB8AB03}"/>
          </ac:spMkLst>
        </pc:spChg>
        <pc:spChg chg="add del mod">
          <ac:chgData name="Lorenzo Margotti" userId="b8a0aefb-e2c6-4223-9d58-5bf59b7d88b0" providerId="ADAL" clId="{E1608910-3E4E-45FF-B891-19E816E7456B}" dt="2025-12-01T16:32:39.850" v="13391" actId="478"/>
          <ac:spMkLst>
            <pc:docMk/>
            <pc:sldMk cId="1528071312" sldId="257"/>
            <ac:spMk id="15" creationId="{039D178B-61C7-760E-FEE5-E0948D4EC9F1}"/>
          </ac:spMkLst>
        </pc:spChg>
        <pc:spChg chg="add mod">
          <ac:chgData name="Lorenzo Margotti" userId="b8a0aefb-e2c6-4223-9d58-5bf59b7d88b0" providerId="ADAL" clId="{E1608910-3E4E-45FF-B891-19E816E7456B}" dt="2025-12-01T16:34:01.657" v="13443" actId="1076"/>
          <ac:spMkLst>
            <pc:docMk/>
            <pc:sldMk cId="1528071312" sldId="257"/>
            <ac:spMk id="16" creationId="{202233F3-E159-07E6-B1AB-B360F664AF2C}"/>
          </ac:spMkLst>
        </pc:spChg>
        <pc:grpChg chg="add mod">
          <ac:chgData name="Lorenzo Margotti" userId="b8a0aefb-e2c6-4223-9d58-5bf59b7d88b0" providerId="ADAL" clId="{E1608910-3E4E-45FF-B891-19E816E7456B}" dt="2025-12-01T16:33:52.287" v="13441" actId="1076"/>
          <ac:grpSpMkLst>
            <pc:docMk/>
            <pc:sldMk cId="1528071312" sldId="257"/>
            <ac:grpSpMk id="6" creationId="{108A1304-86F8-8E22-D8FA-71C934803B0A}"/>
          </ac:grpSpMkLst>
        </pc:grpChg>
        <pc:picChg chg="mod">
          <ac:chgData name="Lorenzo Margotti" userId="b8a0aefb-e2c6-4223-9d58-5bf59b7d88b0" providerId="ADAL" clId="{E1608910-3E4E-45FF-B891-19E816E7456B}" dt="2025-11-27T16:11:27.418" v="10516" actId="1076"/>
          <ac:picMkLst>
            <pc:docMk/>
            <pc:sldMk cId="1528071312" sldId="257"/>
            <ac:picMk id="7" creationId="{6ECF6C09-A63A-7A3D-5A1F-6C4F456AF9E2}"/>
          </ac:picMkLst>
        </pc:picChg>
        <pc:picChg chg="add mod">
          <ac:chgData name="Lorenzo Margotti" userId="b8a0aefb-e2c6-4223-9d58-5bf59b7d88b0" providerId="ADAL" clId="{E1608910-3E4E-45FF-B891-19E816E7456B}" dt="2025-11-27T16:25:08.429" v="10596" actId="1036"/>
          <ac:picMkLst>
            <pc:docMk/>
            <pc:sldMk cId="1528071312" sldId="257"/>
            <ac:picMk id="13" creationId="{6E4952B4-A58E-7A98-7DB7-45F5A1E18EF5}"/>
          </ac:picMkLst>
        </pc:picChg>
        <pc:picChg chg="add mod">
          <ac:chgData name="Lorenzo Margotti" userId="b8a0aefb-e2c6-4223-9d58-5bf59b7d88b0" providerId="ADAL" clId="{E1608910-3E4E-45FF-B891-19E816E7456B}" dt="2025-11-27T16:22:28.353" v="10583" actId="14100"/>
          <ac:picMkLst>
            <pc:docMk/>
            <pc:sldMk cId="1528071312" sldId="257"/>
            <ac:picMk id="1030" creationId="{1B68F090-8DD5-7D95-303D-EB84251217F3}"/>
          </ac:picMkLst>
        </pc:picChg>
        <pc:inkChg chg="mod">
          <ac:chgData name="Lorenzo Margotti" userId="b8a0aefb-e2c6-4223-9d58-5bf59b7d88b0" providerId="ADAL" clId="{E1608910-3E4E-45FF-B891-19E816E7456B}" dt="2025-11-27T16:10:52.193" v="10507"/>
          <ac:inkMkLst>
            <pc:docMk/>
            <pc:sldMk cId="1528071312" sldId="257"/>
            <ac:inkMk id="8" creationId="{0DF04071-1374-DD32-6EE0-7C8B6A78C2B7}"/>
          </ac:inkMkLst>
        </pc:inkChg>
      </pc:sldChg>
      <pc:sldChg chg="addSp delSp modSp add mod setBg delDesignElem">
        <pc:chgData name="Lorenzo Margotti" userId="b8a0aefb-e2c6-4223-9d58-5bf59b7d88b0" providerId="ADAL" clId="{E1608910-3E4E-45FF-B891-19E816E7456B}" dt="2025-12-01T16:36:37.867" v="13483" actId="20577"/>
        <pc:sldMkLst>
          <pc:docMk/>
          <pc:sldMk cId="3760172003" sldId="275"/>
        </pc:sldMkLst>
        <pc:spChg chg="mod">
          <ac:chgData name="Lorenzo Margotti" userId="b8a0aefb-e2c6-4223-9d58-5bf59b7d88b0" providerId="ADAL" clId="{E1608910-3E4E-45FF-B891-19E816E7456B}" dt="2025-11-24T18:43:48.018" v="6869" actId="113"/>
          <ac:spMkLst>
            <pc:docMk/>
            <pc:sldMk cId="3760172003" sldId="275"/>
            <ac:spMk id="4" creationId="{659C8E7F-1A82-FEBF-C671-187145B641B4}"/>
          </ac:spMkLst>
        </pc:spChg>
        <pc:spChg chg="mod">
          <ac:chgData name="Lorenzo Margotti" userId="b8a0aefb-e2c6-4223-9d58-5bf59b7d88b0" providerId="ADAL" clId="{E1608910-3E4E-45FF-B891-19E816E7456B}" dt="2025-12-01T16:36:37.867" v="13483" actId="20577"/>
          <ac:spMkLst>
            <pc:docMk/>
            <pc:sldMk cId="3760172003" sldId="275"/>
            <ac:spMk id="40" creationId="{391652F3-7E6C-63FE-FD1A-627D1875FA1B}"/>
          </ac:spMkLst>
        </pc:spChg>
        <pc:spChg chg="add">
          <ac:chgData name="Lorenzo Margotti" userId="b8a0aefb-e2c6-4223-9d58-5bf59b7d88b0" providerId="ADAL" clId="{E1608910-3E4E-45FF-B891-19E816E7456B}" dt="2025-11-24T18:43:08.669" v="6862" actId="26606"/>
          <ac:spMkLst>
            <pc:docMk/>
            <pc:sldMk cId="3760172003" sldId="275"/>
            <ac:spMk id="45" creationId="{B6CDA21F-E7AF-4C75-8395-33F58D5B0E45}"/>
          </ac:spMkLst>
        </pc:spChg>
        <pc:spChg chg="add">
          <ac:chgData name="Lorenzo Margotti" userId="b8a0aefb-e2c6-4223-9d58-5bf59b7d88b0" providerId="ADAL" clId="{E1608910-3E4E-45FF-B891-19E816E7456B}" dt="2025-11-24T18:43:08.669" v="6862" actId="26606"/>
          <ac:spMkLst>
            <pc:docMk/>
            <pc:sldMk cId="3760172003" sldId="275"/>
            <ac:spMk id="52" creationId="{D5B0017B-2ECA-49AF-B397-DC140825DF8D}"/>
          </ac:spMkLst>
        </pc:spChg>
        <pc:grpChg chg="add">
          <ac:chgData name="Lorenzo Margotti" userId="b8a0aefb-e2c6-4223-9d58-5bf59b7d88b0" providerId="ADAL" clId="{E1608910-3E4E-45FF-B891-19E816E7456B}" dt="2025-11-24T18:43:08.669" v="6862" actId="26606"/>
          <ac:grpSpMkLst>
            <pc:docMk/>
            <pc:sldMk cId="3760172003" sldId="275"/>
            <ac:grpSpMk id="47" creationId="{AE1C45F0-260A-458C-96ED-C1F6D2151219}"/>
          </ac:grpSpMkLst>
        </pc:grpChg>
        <pc:picChg chg="add mod">
          <ac:chgData name="Lorenzo Margotti" userId="b8a0aefb-e2c6-4223-9d58-5bf59b7d88b0" providerId="ADAL" clId="{E1608910-3E4E-45FF-B891-19E816E7456B}" dt="2025-11-27T21:06:49.199" v="10621" actId="1076"/>
          <ac:picMkLst>
            <pc:docMk/>
            <pc:sldMk cId="3760172003" sldId="275"/>
            <ac:picMk id="7" creationId="{DC256DC4-2AE5-1F88-41D3-2C68DE94AD25}"/>
          </ac:picMkLst>
        </pc:picChg>
        <pc:cxnChg chg="add">
          <ac:chgData name="Lorenzo Margotti" userId="b8a0aefb-e2c6-4223-9d58-5bf59b7d88b0" providerId="ADAL" clId="{E1608910-3E4E-45FF-B891-19E816E7456B}" dt="2025-11-24T18:43:08.669" v="6862" actId="26606"/>
          <ac:cxnSpMkLst>
            <pc:docMk/>
            <pc:sldMk cId="3760172003" sldId="275"/>
            <ac:cxnSpMk id="54" creationId="{6CF1BAF6-AD41-4082-B212-8A1F9A2E8779}"/>
          </ac:cxnSpMkLst>
        </pc:cxnChg>
      </pc:sldChg>
      <pc:sldChg chg="addSp modSp add mod modNotesTx">
        <pc:chgData name="Lorenzo Margotti" userId="b8a0aefb-e2c6-4223-9d58-5bf59b7d88b0" providerId="ADAL" clId="{E1608910-3E4E-45FF-B891-19E816E7456B}" dt="2025-12-01T16:31:41.883" v="13383" actId="20577"/>
        <pc:sldMkLst>
          <pc:docMk/>
          <pc:sldMk cId="1827000404" sldId="298"/>
        </pc:sldMkLst>
        <pc:spChg chg="add mod">
          <ac:chgData name="Lorenzo Margotti" userId="b8a0aefb-e2c6-4223-9d58-5bf59b7d88b0" providerId="ADAL" clId="{E1608910-3E4E-45FF-B891-19E816E7456B}" dt="2025-11-27T21:14:24.958" v="10651" actId="20577"/>
          <ac:spMkLst>
            <pc:docMk/>
            <pc:sldMk cId="1827000404" sldId="298"/>
            <ac:spMk id="3" creationId="{1759BDA5-3925-6585-6AD4-F656BF03D33E}"/>
          </ac:spMkLst>
        </pc:spChg>
        <pc:spChg chg="mod">
          <ac:chgData name="Lorenzo Margotti" userId="b8a0aefb-e2c6-4223-9d58-5bf59b7d88b0" providerId="ADAL" clId="{E1608910-3E4E-45FF-B891-19E816E7456B}" dt="2025-11-27T12:20:53.533" v="10048" actId="20577"/>
          <ac:spMkLst>
            <pc:docMk/>
            <pc:sldMk cId="1827000404" sldId="298"/>
            <ac:spMk id="6" creationId="{CC5115AC-E1AD-3AB9-F8B4-E92BDBC08907}"/>
          </ac:spMkLst>
        </pc:spChg>
        <pc:spChg chg="mod">
          <ac:chgData name="Lorenzo Margotti" userId="b8a0aefb-e2c6-4223-9d58-5bf59b7d88b0" providerId="ADAL" clId="{E1608910-3E4E-45FF-B891-19E816E7456B}" dt="2025-11-28T10:56:06.120" v="11004" actId="20577"/>
          <ac:spMkLst>
            <pc:docMk/>
            <pc:sldMk cId="1827000404" sldId="298"/>
            <ac:spMk id="8" creationId="{B755D98A-D338-E2B3-FCFC-031EA4852223}"/>
          </ac:spMkLst>
        </pc:spChg>
        <pc:spChg chg="mod">
          <ac:chgData name="Lorenzo Margotti" userId="b8a0aefb-e2c6-4223-9d58-5bf59b7d88b0" providerId="ADAL" clId="{E1608910-3E4E-45FF-B891-19E816E7456B}" dt="2025-11-24T14:14:26.864" v="1434" actId="1037"/>
          <ac:spMkLst>
            <pc:docMk/>
            <pc:sldMk cId="1827000404" sldId="298"/>
            <ac:spMk id="11" creationId="{23BA3FA2-6498-A651-C163-EE7F5BE85DD9}"/>
          </ac:spMkLst>
        </pc:spChg>
        <pc:spChg chg="mod">
          <ac:chgData name="Lorenzo Margotti" userId="b8a0aefb-e2c6-4223-9d58-5bf59b7d88b0" providerId="ADAL" clId="{E1608910-3E4E-45FF-B891-19E816E7456B}" dt="2025-11-24T14:14:26.864" v="1434" actId="1037"/>
          <ac:spMkLst>
            <pc:docMk/>
            <pc:sldMk cId="1827000404" sldId="298"/>
            <ac:spMk id="12" creationId="{324316F7-1194-1F99-E37A-D564EFAB5052}"/>
          </ac:spMkLst>
        </pc:spChg>
        <pc:spChg chg="mod">
          <ac:chgData name="Lorenzo Margotti" userId="b8a0aefb-e2c6-4223-9d58-5bf59b7d88b0" providerId="ADAL" clId="{E1608910-3E4E-45FF-B891-19E816E7456B}" dt="2025-11-24T14:14:26.864" v="1434" actId="1037"/>
          <ac:spMkLst>
            <pc:docMk/>
            <pc:sldMk cId="1827000404" sldId="298"/>
            <ac:spMk id="13" creationId="{587666F6-4621-3E52-C20D-AFA29E62AA25}"/>
          </ac:spMkLst>
        </pc:spChg>
        <pc:picChg chg="mod">
          <ac:chgData name="Lorenzo Margotti" userId="b8a0aefb-e2c6-4223-9d58-5bf59b7d88b0" providerId="ADAL" clId="{E1608910-3E4E-45FF-B891-19E816E7456B}" dt="2025-11-24T14:14:26.864" v="1434" actId="1037"/>
          <ac:picMkLst>
            <pc:docMk/>
            <pc:sldMk cId="1827000404" sldId="298"/>
            <ac:picMk id="18" creationId="{39EC9CCF-F8CD-2B99-3FA7-C532E47FE250}"/>
          </ac:picMkLst>
        </pc:picChg>
      </pc:sldChg>
      <pc:sldChg chg="addSp modSp mod modAnim modNotesTx">
        <pc:chgData name="Lorenzo Margotti" userId="b8a0aefb-e2c6-4223-9d58-5bf59b7d88b0" providerId="ADAL" clId="{E1608910-3E4E-45FF-B891-19E816E7456B}" dt="2025-11-27T21:13:59.194" v="10637" actId="20577"/>
        <pc:sldMkLst>
          <pc:docMk/>
          <pc:sldMk cId="607942920" sldId="317"/>
        </pc:sldMkLst>
        <pc:spChg chg="add mod">
          <ac:chgData name="Lorenzo Margotti" userId="b8a0aefb-e2c6-4223-9d58-5bf59b7d88b0" providerId="ADAL" clId="{E1608910-3E4E-45FF-B891-19E816E7456B}" dt="2025-11-27T21:13:59.194" v="10637" actId="20577"/>
          <ac:spMkLst>
            <pc:docMk/>
            <pc:sldMk cId="607942920" sldId="317"/>
            <ac:spMk id="3" creationId="{8DDE5C8A-6E54-6C11-D0C8-500B3E8E371A}"/>
          </ac:spMkLst>
        </pc:spChg>
        <pc:spChg chg="mod">
          <ac:chgData name="Lorenzo Margotti" userId="b8a0aefb-e2c6-4223-9d58-5bf59b7d88b0" providerId="ADAL" clId="{E1608910-3E4E-45FF-B891-19E816E7456B}" dt="2025-11-26T10:17:58.106" v="9418" actId="14100"/>
          <ac:spMkLst>
            <pc:docMk/>
            <pc:sldMk cId="607942920" sldId="317"/>
            <ac:spMk id="6" creationId="{D2BC77CA-F5EE-6D70-3683-A4BA740E1E5A}"/>
          </ac:spMkLst>
        </pc:spChg>
        <pc:spChg chg="mod">
          <ac:chgData name="Lorenzo Margotti" userId="b8a0aefb-e2c6-4223-9d58-5bf59b7d88b0" providerId="ADAL" clId="{E1608910-3E4E-45FF-B891-19E816E7456B}" dt="2025-11-25T08:33:14.092" v="8560" actId="207"/>
          <ac:spMkLst>
            <pc:docMk/>
            <pc:sldMk cId="607942920" sldId="317"/>
            <ac:spMk id="31" creationId="{A7E61921-354A-8E98-3D39-4E35CEC72C60}"/>
          </ac:spMkLst>
        </pc:spChg>
        <pc:spChg chg="mod">
          <ac:chgData name="Lorenzo Margotti" userId="b8a0aefb-e2c6-4223-9d58-5bf59b7d88b0" providerId="ADAL" clId="{E1608910-3E4E-45FF-B891-19E816E7456B}" dt="2025-11-24T22:28:31.292" v="8293" actId="207"/>
          <ac:spMkLst>
            <pc:docMk/>
            <pc:sldMk cId="607942920" sldId="317"/>
            <ac:spMk id="36" creationId="{109DA6AB-51B6-0281-C362-B42F5046D4CC}"/>
          </ac:spMkLst>
        </pc:spChg>
      </pc:sldChg>
      <pc:sldChg chg="addSp delSp modSp mod modNotesTx">
        <pc:chgData name="Lorenzo Margotti" userId="b8a0aefb-e2c6-4223-9d58-5bf59b7d88b0" providerId="ADAL" clId="{E1608910-3E4E-45FF-B891-19E816E7456B}" dt="2025-12-01T16:34:13.191" v="13444" actId="20577"/>
        <pc:sldMkLst>
          <pc:docMk/>
          <pc:sldMk cId="1941223950" sldId="318"/>
        </pc:sldMkLst>
        <pc:spChg chg="add mod">
          <ac:chgData name="Lorenzo Margotti" userId="b8a0aefb-e2c6-4223-9d58-5bf59b7d88b0" providerId="ADAL" clId="{E1608910-3E4E-45FF-B891-19E816E7456B}" dt="2025-11-27T21:13:36.437" v="10628" actId="2711"/>
          <ac:spMkLst>
            <pc:docMk/>
            <pc:sldMk cId="1941223950" sldId="318"/>
            <ac:spMk id="3" creationId="{CECFB1DE-0AA5-F764-4E8C-6F8A9349F710}"/>
          </ac:spMkLst>
        </pc:spChg>
        <pc:spChg chg="mod">
          <ac:chgData name="Lorenzo Margotti" userId="b8a0aefb-e2c6-4223-9d58-5bf59b7d88b0" providerId="ADAL" clId="{E1608910-3E4E-45FF-B891-19E816E7456B}" dt="2025-11-27T10:48:51.798" v="9480" actId="20577"/>
          <ac:spMkLst>
            <pc:docMk/>
            <pc:sldMk cId="1941223950" sldId="318"/>
            <ac:spMk id="6" creationId="{E5BAD781-6949-1593-46BA-6CB53DEE5EC5}"/>
          </ac:spMkLst>
        </pc:spChg>
        <pc:spChg chg="add mod">
          <ac:chgData name="Lorenzo Margotti" userId="b8a0aefb-e2c6-4223-9d58-5bf59b7d88b0" providerId="ADAL" clId="{E1608910-3E4E-45FF-B891-19E816E7456B}" dt="2025-11-27T11:09:21.941" v="9610" actId="1038"/>
          <ac:spMkLst>
            <pc:docMk/>
            <pc:sldMk cId="1941223950" sldId="318"/>
            <ac:spMk id="9" creationId="{EEFB683A-041D-8D2A-B7CE-323412EAAFB4}"/>
          </ac:spMkLst>
        </pc:spChg>
        <pc:spChg chg="add mod">
          <ac:chgData name="Lorenzo Margotti" userId="b8a0aefb-e2c6-4223-9d58-5bf59b7d88b0" providerId="ADAL" clId="{E1608910-3E4E-45FF-B891-19E816E7456B}" dt="2025-11-27T11:09:21.941" v="9610" actId="1038"/>
          <ac:spMkLst>
            <pc:docMk/>
            <pc:sldMk cId="1941223950" sldId="318"/>
            <ac:spMk id="10" creationId="{8B7A0AD8-DA83-2556-6206-360DF457517C}"/>
          </ac:spMkLst>
        </pc:spChg>
        <pc:grpChg chg="add mod">
          <ac:chgData name="Lorenzo Margotti" userId="b8a0aefb-e2c6-4223-9d58-5bf59b7d88b0" providerId="ADAL" clId="{E1608910-3E4E-45FF-B891-19E816E7456B}" dt="2025-11-27T11:01:13.002" v="9575" actId="1037"/>
          <ac:grpSpMkLst>
            <pc:docMk/>
            <pc:sldMk cId="1941223950" sldId="318"/>
            <ac:grpSpMk id="25" creationId="{ADC842C6-3857-10B0-A998-7823CBF6C1AF}"/>
          </ac:grpSpMkLst>
        </pc:grpChg>
        <pc:picChg chg="add mod ord">
          <ac:chgData name="Lorenzo Margotti" userId="b8a0aefb-e2c6-4223-9d58-5bf59b7d88b0" providerId="ADAL" clId="{E1608910-3E4E-45FF-B891-19E816E7456B}" dt="2025-11-27T11:01:08.061" v="9560" actId="164"/>
          <ac:picMkLst>
            <pc:docMk/>
            <pc:sldMk cId="1941223950" sldId="318"/>
            <ac:picMk id="24" creationId="{65CB70A3-67F1-4C80-A49A-924E70D721BC}"/>
          </ac:picMkLst>
        </pc:picChg>
      </pc:sldChg>
      <pc:sldChg chg="addSp delSp new del mod modShow">
        <pc:chgData name="Lorenzo Margotti" userId="b8a0aefb-e2c6-4223-9d58-5bf59b7d88b0" providerId="ADAL" clId="{E1608910-3E4E-45FF-B891-19E816E7456B}" dt="2025-12-01T16:34:46.711" v="13449" actId="2696"/>
        <pc:sldMkLst>
          <pc:docMk/>
          <pc:sldMk cId="1267869643" sldId="321"/>
        </pc:sldMkLst>
      </pc:sldChg>
      <pc:sldChg chg="addSp delSp modSp add mod modAnim">
        <pc:chgData name="Lorenzo Margotti" userId="b8a0aefb-e2c6-4223-9d58-5bf59b7d88b0" providerId="ADAL" clId="{E1608910-3E4E-45FF-B891-19E816E7456B}" dt="2025-11-27T21:14:13.185" v="10645" actId="20577"/>
        <pc:sldMkLst>
          <pc:docMk/>
          <pc:sldMk cId="183916881" sldId="322"/>
        </pc:sldMkLst>
        <pc:spChg chg="mod">
          <ac:chgData name="Lorenzo Margotti" userId="b8a0aefb-e2c6-4223-9d58-5bf59b7d88b0" providerId="ADAL" clId="{E1608910-3E4E-45FF-B891-19E816E7456B}" dt="2025-11-24T11:59:21.387" v="694" actId="113"/>
          <ac:spMkLst>
            <pc:docMk/>
            <pc:sldMk cId="183916881" sldId="322"/>
            <ac:spMk id="6" creationId="{AE248BE8-1328-7173-2AC4-7215DD686206}"/>
          </ac:spMkLst>
        </pc:spChg>
        <pc:spChg chg="add mod">
          <ac:chgData name="Lorenzo Margotti" userId="b8a0aefb-e2c6-4223-9d58-5bf59b7d88b0" providerId="ADAL" clId="{E1608910-3E4E-45FF-B891-19E816E7456B}" dt="2025-11-27T21:14:13.185" v="10645" actId="20577"/>
          <ac:spMkLst>
            <pc:docMk/>
            <pc:sldMk cId="183916881" sldId="322"/>
            <ac:spMk id="7" creationId="{5023411D-6F8A-D1E3-47DC-3994027A5516}"/>
          </ac:spMkLst>
        </pc:spChg>
        <pc:spChg chg="add mod">
          <ac:chgData name="Lorenzo Margotti" userId="b8a0aefb-e2c6-4223-9d58-5bf59b7d88b0" providerId="ADAL" clId="{E1608910-3E4E-45FF-B891-19E816E7456B}" dt="2025-11-24T11:53:29.242" v="627" actId="1076"/>
          <ac:spMkLst>
            <pc:docMk/>
            <pc:sldMk cId="183916881" sldId="322"/>
            <ac:spMk id="9" creationId="{F2E29893-9AD0-FFC8-FA72-51D7B9EBBA51}"/>
          </ac:spMkLst>
        </pc:spChg>
        <pc:spChg chg="add mod">
          <ac:chgData name="Lorenzo Margotti" userId="b8a0aefb-e2c6-4223-9d58-5bf59b7d88b0" providerId="ADAL" clId="{E1608910-3E4E-45FF-B891-19E816E7456B}" dt="2025-11-24T11:53:55.303" v="630" actId="1582"/>
          <ac:spMkLst>
            <pc:docMk/>
            <pc:sldMk cId="183916881" sldId="322"/>
            <ac:spMk id="10" creationId="{AB1B804D-4AB1-4295-CB4F-A015A837DB3B}"/>
          </ac:spMkLst>
        </pc:spChg>
        <pc:picChg chg="add mod">
          <ac:chgData name="Lorenzo Margotti" userId="b8a0aefb-e2c6-4223-9d58-5bf59b7d88b0" providerId="ADAL" clId="{E1608910-3E4E-45FF-B891-19E816E7456B}" dt="2025-11-24T11:52:50.244" v="587" actId="1076"/>
          <ac:picMkLst>
            <pc:docMk/>
            <pc:sldMk cId="183916881" sldId="322"/>
            <ac:picMk id="3" creationId="{F1CB9865-2E7C-9730-0675-32A3C2D84950}"/>
          </ac:picMkLst>
        </pc:picChg>
      </pc:sldChg>
      <pc:sldChg chg="addSp delSp modSp add mod modAnim">
        <pc:chgData name="Lorenzo Margotti" userId="b8a0aefb-e2c6-4223-9d58-5bf59b7d88b0" providerId="ADAL" clId="{E1608910-3E4E-45FF-B891-19E816E7456B}" dt="2025-11-29T17:07:57.361" v="13282"/>
        <pc:sldMkLst>
          <pc:docMk/>
          <pc:sldMk cId="273709708" sldId="323"/>
        </pc:sldMkLst>
        <pc:spChg chg="mod">
          <ac:chgData name="Lorenzo Margotti" userId="b8a0aefb-e2c6-4223-9d58-5bf59b7d88b0" providerId="ADAL" clId="{E1608910-3E4E-45FF-B891-19E816E7456B}" dt="2025-11-24T12:03:43.002" v="761" actId="20577"/>
          <ac:spMkLst>
            <pc:docMk/>
            <pc:sldMk cId="273709708" sldId="323"/>
            <ac:spMk id="6" creationId="{FF62078C-AFC1-4B91-ED72-0EC519D2DCF9}"/>
          </ac:spMkLst>
        </pc:spChg>
        <pc:spChg chg="add mod">
          <ac:chgData name="Lorenzo Margotti" userId="b8a0aefb-e2c6-4223-9d58-5bf59b7d88b0" providerId="ADAL" clId="{E1608910-3E4E-45FF-B891-19E816E7456B}" dt="2025-11-27T21:14:45.349" v="10655"/>
          <ac:spMkLst>
            <pc:docMk/>
            <pc:sldMk cId="273709708" sldId="323"/>
            <ac:spMk id="7" creationId="{4E583418-7198-0E7E-F670-1C2374F30FFB}"/>
          </ac:spMkLst>
        </pc:spChg>
        <pc:spChg chg="add mod">
          <ac:chgData name="Lorenzo Margotti" userId="b8a0aefb-e2c6-4223-9d58-5bf59b7d88b0" providerId="ADAL" clId="{E1608910-3E4E-45FF-B891-19E816E7456B}" dt="2025-11-28T10:52:55.313" v="10898" actId="20577"/>
          <ac:spMkLst>
            <pc:docMk/>
            <pc:sldMk cId="273709708" sldId="323"/>
            <ac:spMk id="8" creationId="{2C03D032-1713-F8D5-956D-3517F7EF33C7}"/>
          </ac:spMkLst>
        </pc:spChg>
        <pc:spChg chg="add mod">
          <ac:chgData name="Lorenzo Margotti" userId="b8a0aefb-e2c6-4223-9d58-5bf59b7d88b0" providerId="ADAL" clId="{E1608910-3E4E-45FF-B891-19E816E7456B}" dt="2025-11-28T10:52:12.012" v="10887" actId="1076"/>
          <ac:spMkLst>
            <pc:docMk/>
            <pc:sldMk cId="273709708" sldId="323"/>
            <ac:spMk id="11" creationId="{30625A87-AF45-6FC9-7841-D266A826DFA7}"/>
          </ac:spMkLst>
        </pc:spChg>
        <pc:spChg chg="add mod">
          <ac:chgData name="Lorenzo Margotti" userId="b8a0aefb-e2c6-4223-9d58-5bf59b7d88b0" providerId="ADAL" clId="{E1608910-3E4E-45FF-B891-19E816E7456B}" dt="2025-11-28T10:52:27.992" v="10890" actId="1076"/>
          <ac:spMkLst>
            <pc:docMk/>
            <pc:sldMk cId="273709708" sldId="323"/>
            <ac:spMk id="12" creationId="{CA62516D-4219-E425-7CFD-30EA8BF8ECF7}"/>
          </ac:spMkLst>
        </pc:spChg>
        <pc:spChg chg="add mod">
          <ac:chgData name="Lorenzo Margotti" userId="b8a0aefb-e2c6-4223-9d58-5bf59b7d88b0" providerId="ADAL" clId="{E1608910-3E4E-45FF-B891-19E816E7456B}" dt="2025-11-29T16:55:30.720" v="12904" actId="14100"/>
          <ac:spMkLst>
            <pc:docMk/>
            <pc:sldMk cId="273709708" sldId="323"/>
            <ac:spMk id="25" creationId="{2D1175DE-B8DD-DD4F-F36B-4C7642E226A7}"/>
          </ac:spMkLst>
        </pc:spChg>
        <pc:spChg chg="add mod">
          <ac:chgData name="Lorenzo Margotti" userId="b8a0aefb-e2c6-4223-9d58-5bf59b7d88b0" providerId="ADAL" clId="{E1608910-3E4E-45FF-B891-19E816E7456B}" dt="2025-11-24T14:11:56.730" v="1388" actId="14100"/>
          <ac:spMkLst>
            <pc:docMk/>
            <pc:sldMk cId="273709708" sldId="323"/>
            <ac:spMk id="31" creationId="{08ECD3B5-831F-B46B-8708-517A2615CF8E}"/>
          </ac:spMkLst>
        </pc:spChg>
        <pc:picChg chg="add mod">
          <ac:chgData name="Lorenzo Margotti" userId="b8a0aefb-e2c6-4223-9d58-5bf59b7d88b0" providerId="ADAL" clId="{E1608910-3E4E-45FF-B891-19E816E7456B}" dt="2025-11-28T10:52:08.071" v="10886" actId="1076"/>
          <ac:picMkLst>
            <pc:docMk/>
            <pc:sldMk cId="273709708" sldId="323"/>
            <ac:picMk id="3" creationId="{7D4870B9-64E0-A73B-A245-39DDB72007CE}"/>
          </ac:picMkLst>
        </pc:picChg>
        <pc:picChg chg="add mod">
          <ac:chgData name="Lorenzo Margotti" userId="b8a0aefb-e2c6-4223-9d58-5bf59b7d88b0" providerId="ADAL" clId="{E1608910-3E4E-45FF-B891-19E816E7456B}" dt="2025-11-28T10:52:21.311" v="10889" actId="14100"/>
          <ac:picMkLst>
            <pc:docMk/>
            <pc:sldMk cId="273709708" sldId="323"/>
            <ac:picMk id="9" creationId="{7DD989E1-BA23-B79C-FB47-9B3A6A90B73E}"/>
          </ac:picMkLst>
        </pc:picChg>
        <pc:picChg chg="add mod">
          <ac:chgData name="Lorenzo Margotti" userId="b8a0aefb-e2c6-4223-9d58-5bf59b7d88b0" providerId="ADAL" clId="{E1608910-3E4E-45FF-B891-19E816E7456B}" dt="2025-11-28T10:52:15.876" v="10888" actId="14100"/>
          <ac:picMkLst>
            <pc:docMk/>
            <pc:sldMk cId="273709708" sldId="323"/>
            <ac:picMk id="16" creationId="{B194A8CE-F794-C901-223A-373FE030C716}"/>
          </ac:picMkLst>
        </pc:picChg>
        <pc:picChg chg="add mod">
          <ac:chgData name="Lorenzo Margotti" userId="b8a0aefb-e2c6-4223-9d58-5bf59b7d88b0" providerId="ADAL" clId="{E1608910-3E4E-45FF-B891-19E816E7456B}" dt="2025-11-29T16:55:29.890" v="12903" actId="1076"/>
          <ac:picMkLst>
            <pc:docMk/>
            <pc:sldMk cId="273709708" sldId="323"/>
            <ac:picMk id="29" creationId="{BCC0F9DF-18BF-0848-2637-C3F7879C666C}"/>
          </ac:picMkLst>
        </pc:picChg>
      </pc:sldChg>
      <pc:sldChg chg="addSp delSp modSp add mod ord modAnim modNotesTx">
        <pc:chgData name="Lorenzo Margotti" userId="b8a0aefb-e2c6-4223-9d58-5bf59b7d88b0" providerId="ADAL" clId="{E1608910-3E4E-45FF-B891-19E816E7456B}" dt="2025-12-01T16:34:36.324" v="13447" actId="20577"/>
        <pc:sldMkLst>
          <pc:docMk/>
          <pc:sldMk cId="3897833110" sldId="324"/>
        </pc:sldMkLst>
        <pc:spChg chg="mod">
          <ac:chgData name="Lorenzo Margotti" userId="b8a0aefb-e2c6-4223-9d58-5bf59b7d88b0" providerId="ADAL" clId="{E1608910-3E4E-45FF-B891-19E816E7456B}" dt="2025-11-24T15:43:46.426" v="3760" actId="113"/>
          <ac:spMkLst>
            <pc:docMk/>
            <pc:sldMk cId="3897833110" sldId="324"/>
            <ac:spMk id="6" creationId="{3E4C50C3-B522-D358-62B3-A2D909053BEF}"/>
          </ac:spMkLst>
        </pc:spChg>
        <pc:spChg chg="mod">
          <ac:chgData name="Lorenzo Margotti" userId="b8a0aefb-e2c6-4223-9d58-5bf59b7d88b0" providerId="ADAL" clId="{E1608910-3E4E-45FF-B891-19E816E7456B}" dt="2025-11-24T16:45:43.110" v="4817" actId="1076"/>
          <ac:spMkLst>
            <pc:docMk/>
            <pc:sldMk cId="3897833110" sldId="324"/>
            <ac:spMk id="8" creationId="{288B3E35-D01A-8EC8-72F6-D9614C7B19A7}"/>
          </ac:spMkLst>
        </pc:spChg>
        <pc:spChg chg="add mod">
          <ac:chgData name="Lorenzo Margotti" userId="b8a0aefb-e2c6-4223-9d58-5bf59b7d88b0" providerId="ADAL" clId="{E1608910-3E4E-45FF-B891-19E816E7456B}" dt="2025-11-27T14:31:07.939" v="10461" actId="20577"/>
          <ac:spMkLst>
            <pc:docMk/>
            <pc:sldMk cId="3897833110" sldId="324"/>
            <ac:spMk id="9" creationId="{B5126FF5-B9E8-E732-89E8-384D8120D55B}"/>
          </ac:spMkLst>
        </pc:spChg>
        <pc:spChg chg="add del mod topLvl">
          <ac:chgData name="Lorenzo Margotti" userId="b8a0aefb-e2c6-4223-9d58-5bf59b7d88b0" providerId="ADAL" clId="{E1608910-3E4E-45FF-B891-19E816E7456B}" dt="2025-11-27T14:17:55.983" v="10305" actId="1035"/>
          <ac:spMkLst>
            <pc:docMk/>
            <pc:sldMk cId="3897833110" sldId="324"/>
            <ac:spMk id="10" creationId="{8B6E630B-7FE1-B608-DF9D-2E84FCDBC79D}"/>
          </ac:spMkLst>
        </pc:spChg>
        <pc:spChg chg="add mod">
          <ac:chgData name="Lorenzo Margotti" userId="b8a0aefb-e2c6-4223-9d58-5bf59b7d88b0" providerId="ADAL" clId="{E1608910-3E4E-45FF-B891-19E816E7456B}" dt="2025-11-27T21:15:08.483" v="10676" actId="20577"/>
          <ac:spMkLst>
            <pc:docMk/>
            <pc:sldMk cId="3897833110" sldId="324"/>
            <ac:spMk id="11" creationId="{81A36166-8896-8802-E587-624C767C76CD}"/>
          </ac:spMkLst>
        </pc:spChg>
        <pc:spChg chg="add mod">
          <ac:chgData name="Lorenzo Margotti" userId="b8a0aefb-e2c6-4223-9d58-5bf59b7d88b0" providerId="ADAL" clId="{E1608910-3E4E-45FF-B891-19E816E7456B}" dt="2025-11-27T14:17:45.038" v="10283" actId="1076"/>
          <ac:spMkLst>
            <pc:docMk/>
            <pc:sldMk cId="3897833110" sldId="324"/>
            <ac:spMk id="31" creationId="{9DE0F441-8567-4CE4-E8B3-A802FAD0F0D2}"/>
          </ac:spMkLst>
        </pc:spChg>
        <pc:spChg chg="add mod">
          <ac:chgData name="Lorenzo Margotti" userId="b8a0aefb-e2c6-4223-9d58-5bf59b7d88b0" providerId="ADAL" clId="{E1608910-3E4E-45FF-B891-19E816E7456B}" dt="2025-11-29T08:46:22.117" v="11929" actId="115"/>
          <ac:spMkLst>
            <pc:docMk/>
            <pc:sldMk cId="3897833110" sldId="324"/>
            <ac:spMk id="32" creationId="{89F319C0-201F-963A-C9B9-D47D1DAD977D}"/>
          </ac:spMkLst>
        </pc:spChg>
        <pc:spChg chg="add mod">
          <ac:chgData name="Lorenzo Margotti" userId="b8a0aefb-e2c6-4223-9d58-5bf59b7d88b0" providerId="ADAL" clId="{E1608910-3E4E-45FF-B891-19E816E7456B}" dt="2025-11-27T14:18:11.369" v="10323" actId="1035"/>
          <ac:spMkLst>
            <pc:docMk/>
            <pc:sldMk cId="3897833110" sldId="324"/>
            <ac:spMk id="33" creationId="{87BAB2C3-92E0-0E69-49E7-7CA86DFF19DD}"/>
          </ac:spMkLst>
        </pc:spChg>
        <pc:spChg chg="add mod">
          <ac:chgData name="Lorenzo Margotti" userId="b8a0aefb-e2c6-4223-9d58-5bf59b7d88b0" providerId="ADAL" clId="{E1608910-3E4E-45FF-B891-19E816E7456B}" dt="2025-11-24T16:24:39.458" v="4280" actId="1035"/>
          <ac:spMkLst>
            <pc:docMk/>
            <pc:sldMk cId="3897833110" sldId="324"/>
            <ac:spMk id="34" creationId="{2337E2A2-C3BA-82CE-B272-5502B22C4CF7}"/>
          </ac:spMkLst>
        </pc:spChg>
        <pc:spChg chg="add mod">
          <ac:chgData name="Lorenzo Margotti" userId="b8a0aefb-e2c6-4223-9d58-5bf59b7d88b0" providerId="ADAL" clId="{E1608910-3E4E-45FF-B891-19E816E7456B}" dt="2025-11-24T16:41:40.457" v="4683" actId="1076"/>
          <ac:spMkLst>
            <pc:docMk/>
            <pc:sldMk cId="3897833110" sldId="324"/>
            <ac:spMk id="41" creationId="{6F2D34FC-A202-DD15-A779-BFFB948F5543}"/>
          </ac:spMkLst>
        </pc:spChg>
        <pc:spChg chg="add mod">
          <ac:chgData name="Lorenzo Margotti" userId="b8a0aefb-e2c6-4223-9d58-5bf59b7d88b0" providerId="ADAL" clId="{E1608910-3E4E-45FF-B891-19E816E7456B}" dt="2025-11-24T16:47:39.306" v="4818" actId="14100"/>
          <ac:spMkLst>
            <pc:docMk/>
            <pc:sldMk cId="3897833110" sldId="324"/>
            <ac:spMk id="42" creationId="{0D5A8696-FE97-52D2-2C44-6884AC76B98F}"/>
          </ac:spMkLst>
        </pc:spChg>
        <pc:spChg chg="add mod">
          <ac:chgData name="Lorenzo Margotti" userId="b8a0aefb-e2c6-4223-9d58-5bf59b7d88b0" providerId="ADAL" clId="{E1608910-3E4E-45FF-B891-19E816E7456B}" dt="2025-11-24T16:44:39.866" v="4736" actId="164"/>
          <ac:spMkLst>
            <pc:docMk/>
            <pc:sldMk cId="3897833110" sldId="324"/>
            <ac:spMk id="46" creationId="{C21E2211-95C0-2352-CD28-17CE2683D736}"/>
          </ac:spMkLst>
        </pc:spChg>
        <pc:spChg chg="add mod">
          <ac:chgData name="Lorenzo Margotti" userId="b8a0aefb-e2c6-4223-9d58-5bf59b7d88b0" providerId="ADAL" clId="{E1608910-3E4E-45FF-B891-19E816E7456B}" dt="2025-11-24T16:45:43.110" v="4817" actId="1076"/>
          <ac:spMkLst>
            <pc:docMk/>
            <pc:sldMk cId="3897833110" sldId="324"/>
            <ac:spMk id="47" creationId="{D9AEFD80-3D1D-0D7B-E603-6E06124CAB74}"/>
          </ac:spMkLst>
        </pc:spChg>
        <pc:spChg chg="add mod">
          <ac:chgData name="Lorenzo Margotti" userId="b8a0aefb-e2c6-4223-9d58-5bf59b7d88b0" providerId="ADAL" clId="{E1608910-3E4E-45FF-B891-19E816E7456B}" dt="2025-11-24T16:45:43.110" v="4817" actId="1076"/>
          <ac:spMkLst>
            <pc:docMk/>
            <pc:sldMk cId="3897833110" sldId="324"/>
            <ac:spMk id="48" creationId="{DBDE3AE5-FC4C-3FAF-81DF-878FAA0F7913}"/>
          </ac:spMkLst>
        </pc:spChg>
        <pc:spChg chg="add mod">
          <ac:chgData name="Lorenzo Margotti" userId="b8a0aefb-e2c6-4223-9d58-5bf59b7d88b0" providerId="ADAL" clId="{E1608910-3E4E-45FF-B891-19E816E7456B}" dt="2025-11-24T16:44:39.866" v="4736" actId="164"/>
          <ac:spMkLst>
            <pc:docMk/>
            <pc:sldMk cId="3897833110" sldId="324"/>
            <ac:spMk id="49" creationId="{C85B4FB9-9299-FDFD-FDA4-DB5C85D0B5F8}"/>
          </ac:spMkLst>
        </pc:spChg>
        <pc:spChg chg="add mod">
          <ac:chgData name="Lorenzo Margotti" userId="b8a0aefb-e2c6-4223-9d58-5bf59b7d88b0" providerId="ADAL" clId="{E1608910-3E4E-45FF-B891-19E816E7456B}" dt="2025-11-24T16:44:39.866" v="4736" actId="164"/>
          <ac:spMkLst>
            <pc:docMk/>
            <pc:sldMk cId="3897833110" sldId="324"/>
            <ac:spMk id="50" creationId="{5CD281C3-8705-AB5F-93B6-57415A7F56C1}"/>
          </ac:spMkLst>
        </pc:spChg>
        <pc:spChg chg="add mod">
          <ac:chgData name="Lorenzo Margotti" userId="b8a0aefb-e2c6-4223-9d58-5bf59b7d88b0" providerId="ADAL" clId="{E1608910-3E4E-45FF-B891-19E816E7456B}" dt="2025-11-24T16:44:39.866" v="4736" actId="164"/>
          <ac:spMkLst>
            <pc:docMk/>
            <pc:sldMk cId="3897833110" sldId="324"/>
            <ac:spMk id="51" creationId="{153208EF-CDFF-C096-8774-F60A466FA22C}"/>
          </ac:spMkLst>
        </pc:spChg>
        <pc:spChg chg="add mod">
          <ac:chgData name="Lorenzo Margotti" userId="b8a0aefb-e2c6-4223-9d58-5bf59b7d88b0" providerId="ADAL" clId="{E1608910-3E4E-45FF-B891-19E816E7456B}" dt="2025-11-24T16:45:43.110" v="4817" actId="1076"/>
          <ac:spMkLst>
            <pc:docMk/>
            <pc:sldMk cId="3897833110" sldId="324"/>
            <ac:spMk id="52" creationId="{210CD5AC-4D4E-690C-5958-B76FF0F6867C}"/>
          </ac:spMkLst>
        </pc:spChg>
        <pc:spChg chg="add mod">
          <ac:chgData name="Lorenzo Margotti" userId="b8a0aefb-e2c6-4223-9d58-5bf59b7d88b0" providerId="ADAL" clId="{E1608910-3E4E-45FF-B891-19E816E7456B}" dt="2025-11-24T16:44:39.866" v="4736" actId="164"/>
          <ac:spMkLst>
            <pc:docMk/>
            <pc:sldMk cId="3897833110" sldId="324"/>
            <ac:spMk id="53" creationId="{DFFF6166-FA2C-248B-D670-A5B63E34958A}"/>
          </ac:spMkLst>
        </pc:spChg>
        <pc:spChg chg="add mod">
          <ac:chgData name="Lorenzo Margotti" userId="b8a0aefb-e2c6-4223-9d58-5bf59b7d88b0" providerId="ADAL" clId="{E1608910-3E4E-45FF-B891-19E816E7456B}" dt="2025-11-24T16:45:43.110" v="4817" actId="1076"/>
          <ac:spMkLst>
            <pc:docMk/>
            <pc:sldMk cId="3897833110" sldId="324"/>
            <ac:spMk id="54" creationId="{DA3F5AAF-C74C-2689-74A1-648242BA1A65}"/>
          </ac:spMkLst>
        </pc:spChg>
        <pc:spChg chg="add mod">
          <ac:chgData name="Lorenzo Margotti" userId="b8a0aefb-e2c6-4223-9d58-5bf59b7d88b0" providerId="ADAL" clId="{E1608910-3E4E-45FF-B891-19E816E7456B}" dt="2025-11-24T16:45:43.110" v="4817" actId="1076"/>
          <ac:spMkLst>
            <pc:docMk/>
            <pc:sldMk cId="3897833110" sldId="324"/>
            <ac:spMk id="55" creationId="{A85513F7-4136-6682-7D07-079C468AA0C3}"/>
          </ac:spMkLst>
        </pc:spChg>
        <pc:spChg chg="add mod">
          <ac:chgData name="Lorenzo Margotti" userId="b8a0aefb-e2c6-4223-9d58-5bf59b7d88b0" providerId="ADAL" clId="{E1608910-3E4E-45FF-B891-19E816E7456B}" dt="2025-11-24T16:45:43.110" v="4817" actId="1076"/>
          <ac:spMkLst>
            <pc:docMk/>
            <pc:sldMk cId="3897833110" sldId="324"/>
            <ac:spMk id="56" creationId="{014F59CA-C727-5673-BF67-826FEC42AD3B}"/>
          </ac:spMkLst>
        </pc:spChg>
        <pc:spChg chg="add mod">
          <ac:chgData name="Lorenzo Margotti" userId="b8a0aefb-e2c6-4223-9d58-5bf59b7d88b0" providerId="ADAL" clId="{E1608910-3E4E-45FF-B891-19E816E7456B}" dt="2025-11-24T16:44:39.866" v="4736" actId="164"/>
          <ac:spMkLst>
            <pc:docMk/>
            <pc:sldMk cId="3897833110" sldId="324"/>
            <ac:spMk id="57" creationId="{78930790-7F4F-A63C-85C0-EC535AA7873C}"/>
          </ac:spMkLst>
        </pc:spChg>
        <pc:spChg chg="add mod">
          <ac:chgData name="Lorenzo Margotti" userId="b8a0aefb-e2c6-4223-9d58-5bf59b7d88b0" providerId="ADAL" clId="{E1608910-3E4E-45FF-B891-19E816E7456B}" dt="2025-11-24T16:44:39.866" v="4736" actId="164"/>
          <ac:spMkLst>
            <pc:docMk/>
            <pc:sldMk cId="3897833110" sldId="324"/>
            <ac:spMk id="58" creationId="{2DFF9289-D24C-89D5-4491-539A8558932B}"/>
          </ac:spMkLst>
        </pc:spChg>
        <pc:spChg chg="add mod">
          <ac:chgData name="Lorenzo Margotti" userId="b8a0aefb-e2c6-4223-9d58-5bf59b7d88b0" providerId="ADAL" clId="{E1608910-3E4E-45FF-B891-19E816E7456B}" dt="2025-11-24T16:45:18.152" v="4816" actId="164"/>
          <ac:spMkLst>
            <pc:docMk/>
            <pc:sldMk cId="3897833110" sldId="324"/>
            <ac:spMk id="60" creationId="{DE7981B5-D55C-33EA-B7C5-5094A25A4E67}"/>
          </ac:spMkLst>
        </pc:spChg>
        <pc:spChg chg="add mod">
          <ac:chgData name="Lorenzo Margotti" userId="b8a0aefb-e2c6-4223-9d58-5bf59b7d88b0" providerId="ADAL" clId="{E1608910-3E4E-45FF-B891-19E816E7456B}" dt="2025-11-24T17:08:59.017" v="5093" actId="14100"/>
          <ac:spMkLst>
            <pc:docMk/>
            <pc:sldMk cId="3897833110" sldId="324"/>
            <ac:spMk id="63" creationId="{2C3A3282-8C53-CF06-01B7-821BB9E04D03}"/>
          </ac:spMkLst>
        </pc:spChg>
        <pc:spChg chg="add mod">
          <ac:chgData name="Lorenzo Margotti" userId="b8a0aefb-e2c6-4223-9d58-5bf59b7d88b0" providerId="ADAL" clId="{E1608910-3E4E-45FF-B891-19E816E7456B}" dt="2025-11-27T14:44:54.317" v="10498" actId="1076"/>
          <ac:spMkLst>
            <pc:docMk/>
            <pc:sldMk cId="3897833110" sldId="324"/>
            <ac:spMk id="67" creationId="{467FB6D2-74B4-4A64-CCFB-B491641BEA0D}"/>
          </ac:spMkLst>
        </pc:spChg>
        <pc:grpChg chg="mod topLvl">
          <ac:chgData name="Lorenzo Margotti" userId="b8a0aefb-e2c6-4223-9d58-5bf59b7d88b0" providerId="ADAL" clId="{E1608910-3E4E-45FF-B891-19E816E7456B}" dt="2025-11-24T16:21:45.430" v="4244" actId="165"/>
          <ac:grpSpMkLst>
            <pc:docMk/>
            <pc:sldMk cId="3897833110" sldId="324"/>
            <ac:grpSpMk id="2" creationId="{7C15A5DE-86C0-FCE9-D826-B4726F1584C8}"/>
          </ac:grpSpMkLst>
        </pc:grpChg>
        <pc:grpChg chg="mod ord">
          <ac:chgData name="Lorenzo Margotti" userId="b8a0aefb-e2c6-4223-9d58-5bf59b7d88b0" providerId="ADAL" clId="{E1608910-3E4E-45FF-B891-19E816E7456B}" dt="2025-11-25T16:33:31.137" v="9352" actId="1076"/>
          <ac:grpSpMkLst>
            <pc:docMk/>
            <pc:sldMk cId="3897833110" sldId="324"/>
            <ac:grpSpMk id="59" creationId="{1F375F5B-EF6E-8503-5F64-8BD3DAF3DFAB}"/>
          </ac:grpSpMkLst>
        </pc:grpChg>
        <pc:grpChg chg="add mod">
          <ac:chgData name="Lorenzo Margotti" userId="b8a0aefb-e2c6-4223-9d58-5bf59b7d88b0" providerId="ADAL" clId="{E1608910-3E4E-45FF-B891-19E816E7456B}" dt="2025-11-25T16:33:23.403" v="9351" actId="1076"/>
          <ac:grpSpMkLst>
            <pc:docMk/>
            <pc:sldMk cId="3897833110" sldId="324"/>
            <ac:grpSpMk id="61" creationId="{32FCED50-6922-8F33-D7A8-0D9AE93459B7}"/>
          </ac:grpSpMkLst>
        </pc:grpChg>
        <pc:graphicFrameChg chg="add mod modGraphic">
          <ac:chgData name="Lorenzo Margotti" userId="b8a0aefb-e2c6-4223-9d58-5bf59b7d88b0" providerId="ADAL" clId="{E1608910-3E4E-45FF-B891-19E816E7456B}" dt="2025-11-27T13:13:30.463" v="10207" actId="20577"/>
          <ac:graphicFrameMkLst>
            <pc:docMk/>
            <pc:sldMk cId="3897833110" sldId="324"/>
            <ac:graphicFrameMk id="62" creationId="{8398167B-AE72-1E93-CDE5-201DEBA30D3C}"/>
          </ac:graphicFrameMkLst>
        </pc:graphicFrameChg>
        <pc:picChg chg="mod">
          <ac:chgData name="Lorenzo Margotti" userId="b8a0aefb-e2c6-4223-9d58-5bf59b7d88b0" providerId="ADAL" clId="{E1608910-3E4E-45FF-B891-19E816E7456B}" dt="2025-11-24T16:21:45.430" v="4244" actId="165"/>
          <ac:picMkLst>
            <pc:docMk/>
            <pc:sldMk cId="3897833110" sldId="324"/>
            <ac:picMk id="3" creationId="{CF578C4E-6E28-947A-F46A-236F6C754414}"/>
          </ac:picMkLst>
        </pc:picChg>
        <pc:picChg chg="add mod">
          <ac:chgData name="Lorenzo Margotti" userId="b8a0aefb-e2c6-4223-9d58-5bf59b7d88b0" providerId="ADAL" clId="{E1608910-3E4E-45FF-B891-19E816E7456B}" dt="2025-11-24T16:45:18.152" v="4816" actId="164"/>
          <ac:picMkLst>
            <pc:docMk/>
            <pc:sldMk cId="3897833110" sldId="324"/>
            <ac:picMk id="44" creationId="{EEBF6ABA-2824-9FC6-4136-9E8DF5491A96}"/>
          </ac:picMkLst>
        </pc:picChg>
        <pc:picChg chg="add mod ord">
          <ac:chgData name="Lorenzo Margotti" userId="b8a0aefb-e2c6-4223-9d58-5bf59b7d88b0" providerId="ADAL" clId="{E1608910-3E4E-45FF-B891-19E816E7456B}" dt="2025-11-24T16:42:09.395" v="4692" actId="1076"/>
          <ac:picMkLst>
            <pc:docMk/>
            <pc:sldMk cId="3897833110" sldId="324"/>
            <ac:picMk id="45" creationId="{C7F4214B-5363-252A-63E9-38396D669766}"/>
          </ac:picMkLst>
        </pc:picChg>
        <pc:picChg chg="add mod">
          <ac:chgData name="Lorenzo Margotti" userId="b8a0aefb-e2c6-4223-9d58-5bf59b7d88b0" providerId="ADAL" clId="{E1608910-3E4E-45FF-B891-19E816E7456B}" dt="2025-11-27T14:44:57.486" v="10499" actId="1076"/>
          <ac:picMkLst>
            <pc:docMk/>
            <pc:sldMk cId="3897833110" sldId="324"/>
            <ac:picMk id="65" creationId="{2C0697E6-3F8F-4721-9220-780144227632}"/>
          </ac:picMkLst>
        </pc:picChg>
        <pc:cxnChg chg="add mod">
          <ac:chgData name="Lorenzo Margotti" userId="b8a0aefb-e2c6-4223-9d58-5bf59b7d88b0" providerId="ADAL" clId="{E1608910-3E4E-45FF-B891-19E816E7456B}" dt="2025-11-27T14:17:55.983" v="10305" actId="1035"/>
          <ac:cxnSpMkLst>
            <pc:docMk/>
            <pc:sldMk cId="3897833110" sldId="324"/>
            <ac:cxnSpMk id="36" creationId="{2C603BA6-4A69-7BEB-879A-68B7C775BC37}"/>
          </ac:cxnSpMkLst>
        </pc:cxnChg>
        <pc:cxnChg chg="add mod">
          <ac:chgData name="Lorenzo Margotti" userId="b8a0aefb-e2c6-4223-9d58-5bf59b7d88b0" providerId="ADAL" clId="{E1608910-3E4E-45FF-B891-19E816E7456B}" dt="2025-11-27T14:18:11.369" v="10323" actId="1035"/>
          <ac:cxnSpMkLst>
            <pc:docMk/>
            <pc:sldMk cId="3897833110" sldId="324"/>
            <ac:cxnSpMk id="37" creationId="{7D8910C8-713A-CADB-D05D-8A6DC4A249AB}"/>
          </ac:cxnSpMkLst>
        </pc:cxnChg>
      </pc:sldChg>
      <pc:sldChg chg="addSp delSp modSp add mod ord modNotesTx">
        <pc:chgData name="Lorenzo Margotti" userId="b8a0aefb-e2c6-4223-9d58-5bf59b7d88b0" providerId="ADAL" clId="{E1608910-3E4E-45FF-B891-19E816E7456B}" dt="2025-12-01T16:31:48.057" v="13384" actId="20577"/>
        <pc:sldMkLst>
          <pc:docMk/>
          <pc:sldMk cId="2188125038" sldId="325"/>
        </pc:sldMkLst>
        <pc:spChg chg="add mod">
          <ac:chgData name="Lorenzo Margotti" userId="b8a0aefb-e2c6-4223-9d58-5bf59b7d88b0" providerId="ADAL" clId="{E1608910-3E4E-45FF-B891-19E816E7456B}" dt="2025-11-27T21:14:56.875" v="10670" actId="1037"/>
          <ac:spMkLst>
            <pc:docMk/>
            <pc:sldMk cId="2188125038" sldId="325"/>
            <ac:spMk id="3" creationId="{AFBD8D5C-D5C4-ABE2-9873-B07ECB6B23DF}"/>
          </ac:spMkLst>
        </pc:spChg>
        <pc:spChg chg="mod">
          <ac:chgData name="Lorenzo Margotti" userId="b8a0aefb-e2c6-4223-9d58-5bf59b7d88b0" providerId="ADAL" clId="{E1608910-3E4E-45FF-B891-19E816E7456B}" dt="2025-11-24T17:00:25.220" v="4820" actId="20577"/>
          <ac:spMkLst>
            <pc:docMk/>
            <pc:sldMk cId="2188125038" sldId="325"/>
            <ac:spMk id="6" creationId="{591252BA-B131-3B2D-7F63-7E342E35342E}"/>
          </ac:spMkLst>
        </pc:spChg>
        <pc:spChg chg="add mod">
          <ac:chgData name="Lorenzo Margotti" userId="b8a0aefb-e2c6-4223-9d58-5bf59b7d88b0" providerId="ADAL" clId="{E1608910-3E4E-45FF-B891-19E816E7456B}" dt="2025-11-28T09:15:15.994" v="10680" actId="20577"/>
          <ac:spMkLst>
            <pc:docMk/>
            <pc:sldMk cId="2188125038" sldId="325"/>
            <ac:spMk id="23" creationId="{0D0E3C65-B35F-AF5A-BF3F-B463D4659415}"/>
          </ac:spMkLst>
        </pc:spChg>
        <pc:spChg chg="add mod">
          <ac:chgData name="Lorenzo Margotti" userId="b8a0aefb-e2c6-4223-9d58-5bf59b7d88b0" providerId="ADAL" clId="{E1608910-3E4E-45FF-B891-19E816E7456B}" dt="2025-11-24T14:52:32.138" v="2074" actId="1076"/>
          <ac:spMkLst>
            <pc:docMk/>
            <pc:sldMk cId="2188125038" sldId="325"/>
            <ac:spMk id="28" creationId="{3AE46F59-8DB4-81AA-D11B-BB8651EE2701}"/>
          </ac:spMkLst>
        </pc:spChg>
        <pc:spChg chg="add mod">
          <ac:chgData name="Lorenzo Margotti" userId="b8a0aefb-e2c6-4223-9d58-5bf59b7d88b0" providerId="ADAL" clId="{E1608910-3E4E-45FF-B891-19E816E7456B}" dt="2025-11-29T17:09:18.726" v="13375" actId="1076"/>
          <ac:spMkLst>
            <pc:docMk/>
            <pc:sldMk cId="2188125038" sldId="325"/>
            <ac:spMk id="29" creationId="{D19D01DF-9F1A-5857-4FE8-A752298D1889}"/>
          </ac:spMkLst>
        </pc:spChg>
        <pc:picChg chg="add mod">
          <ac:chgData name="Lorenzo Margotti" userId="b8a0aefb-e2c6-4223-9d58-5bf59b7d88b0" providerId="ADAL" clId="{E1608910-3E4E-45FF-B891-19E816E7456B}" dt="2025-11-24T18:00:25.874" v="5420" actId="688"/>
          <ac:picMkLst>
            <pc:docMk/>
            <pc:sldMk cId="2188125038" sldId="325"/>
            <ac:picMk id="12" creationId="{F4D058C5-5EB7-3CA5-157C-77ABF6313260}"/>
          </ac:picMkLst>
        </pc:picChg>
        <pc:picChg chg="add mod">
          <ac:chgData name="Lorenzo Margotti" userId="b8a0aefb-e2c6-4223-9d58-5bf59b7d88b0" providerId="ADAL" clId="{E1608910-3E4E-45FF-B891-19E816E7456B}" dt="2025-11-24T14:52:34.590" v="2081" actId="1038"/>
          <ac:picMkLst>
            <pc:docMk/>
            <pc:sldMk cId="2188125038" sldId="325"/>
            <ac:picMk id="27" creationId="{2E78A9F7-0B36-5389-2687-D0D20822967A}"/>
          </ac:picMkLst>
        </pc:picChg>
        <pc:picChg chg="add mod">
          <ac:chgData name="Lorenzo Margotti" userId="b8a0aefb-e2c6-4223-9d58-5bf59b7d88b0" providerId="ADAL" clId="{E1608910-3E4E-45FF-B891-19E816E7456B}" dt="2025-11-24T14:52:38.064" v="2082" actId="1036"/>
          <ac:picMkLst>
            <pc:docMk/>
            <pc:sldMk cId="2188125038" sldId="325"/>
            <ac:picMk id="1026" creationId="{CC95B3F5-20F3-9428-36BB-B12D9A05A07C}"/>
          </ac:picMkLst>
        </pc:picChg>
        <pc:picChg chg="add mod">
          <ac:chgData name="Lorenzo Margotti" userId="b8a0aefb-e2c6-4223-9d58-5bf59b7d88b0" providerId="ADAL" clId="{E1608910-3E4E-45FF-B891-19E816E7456B}" dt="2025-11-24T14:52:40.036" v="2084" actId="1036"/>
          <ac:picMkLst>
            <pc:docMk/>
            <pc:sldMk cId="2188125038" sldId="325"/>
            <ac:picMk id="1030" creationId="{BEA33000-52FE-E404-6758-26530635D2CD}"/>
          </ac:picMkLst>
        </pc:picChg>
        <pc:cxnChg chg="add mod">
          <ac:chgData name="Lorenzo Margotti" userId="b8a0aefb-e2c6-4223-9d58-5bf59b7d88b0" providerId="ADAL" clId="{E1608910-3E4E-45FF-B891-19E816E7456B}" dt="2025-11-24T14:51:43.605" v="2073" actId="1076"/>
          <ac:cxnSpMkLst>
            <pc:docMk/>
            <pc:sldMk cId="2188125038" sldId="325"/>
            <ac:cxnSpMk id="22" creationId="{C62B0906-CCEC-D95F-858E-12CD933E2193}"/>
          </ac:cxnSpMkLst>
        </pc:cxnChg>
      </pc:sldChg>
      <pc:sldChg chg="addSp delSp modSp add mod">
        <pc:chgData name="Lorenzo Margotti" userId="b8a0aefb-e2c6-4223-9d58-5bf59b7d88b0" providerId="ADAL" clId="{E1608910-3E4E-45FF-B891-19E816E7456B}" dt="2025-11-28T09:20:27.876" v="10730" actId="14100"/>
        <pc:sldMkLst>
          <pc:docMk/>
          <pc:sldMk cId="1651841635" sldId="326"/>
        </pc:sldMkLst>
        <pc:spChg chg="add mod">
          <ac:chgData name="Lorenzo Margotti" userId="b8a0aefb-e2c6-4223-9d58-5bf59b7d88b0" providerId="ADAL" clId="{E1608910-3E4E-45FF-B891-19E816E7456B}" dt="2025-11-28T09:20:27.876" v="10730" actId="14100"/>
          <ac:spMkLst>
            <pc:docMk/>
            <pc:sldMk cId="1651841635" sldId="326"/>
            <ac:spMk id="2" creationId="{AED76FCD-2B98-C81E-332A-32A92CE8DAF2}"/>
          </ac:spMkLst>
        </pc:spChg>
        <pc:spChg chg="add mod">
          <ac:chgData name="Lorenzo Margotti" userId="b8a0aefb-e2c6-4223-9d58-5bf59b7d88b0" providerId="ADAL" clId="{E1608910-3E4E-45FF-B891-19E816E7456B}" dt="2025-11-28T09:20:24.934" v="10729" actId="14100"/>
          <ac:spMkLst>
            <pc:docMk/>
            <pc:sldMk cId="1651841635" sldId="326"/>
            <ac:spMk id="3" creationId="{D3B823DE-A2A7-9CB7-68B1-F3E81D417CA7}"/>
          </ac:spMkLst>
        </pc:spChg>
        <pc:spChg chg="mod">
          <ac:chgData name="Lorenzo Margotti" userId="b8a0aefb-e2c6-4223-9d58-5bf59b7d88b0" providerId="ADAL" clId="{E1608910-3E4E-45FF-B891-19E816E7456B}" dt="2025-11-27T11:52:30.089" v="9894" actId="20577"/>
          <ac:spMkLst>
            <pc:docMk/>
            <pc:sldMk cId="1651841635" sldId="326"/>
            <ac:spMk id="6" creationId="{9F108653-E761-749B-7D4D-2D5D69C5A1E1}"/>
          </ac:spMkLst>
        </pc:spChg>
        <pc:spChg chg="add mod">
          <ac:chgData name="Lorenzo Margotti" userId="b8a0aefb-e2c6-4223-9d58-5bf59b7d88b0" providerId="ADAL" clId="{E1608910-3E4E-45FF-B891-19E816E7456B}" dt="2025-11-28T09:20:20.606" v="10728" actId="14100"/>
          <ac:spMkLst>
            <pc:docMk/>
            <pc:sldMk cId="1651841635" sldId="326"/>
            <ac:spMk id="7" creationId="{D41193EC-6545-A3D9-CBFA-11FE64C937A1}"/>
          </ac:spMkLst>
        </pc:spChg>
        <pc:spChg chg="add mod">
          <ac:chgData name="Lorenzo Margotti" userId="b8a0aefb-e2c6-4223-9d58-5bf59b7d88b0" providerId="ADAL" clId="{E1608910-3E4E-45FF-B891-19E816E7456B}" dt="2025-11-28T09:19:45.053" v="10722" actId="1036"/>
          <ac:spMkLst>
            <pc:docMk/>
            <pc:sldMk cId="1651841635" sldId="326"/>
            <ac:spMk id="8" creationId="{7A52F894-CCED-E115-C268-6A1E43B67922}"/>
          </ac:spMkLst>
        </pc:spChg>
        <pc:spChg chg="add mod">
          <ac:chgData name="Lorenzo Margotti" userId="b8a0aefb-e2c6-4223-9d58-5bf59b7d88b0" providerId="ADAL" clId="{E1608910-3E4E-45FF-B891-19E816E7456B}" dt="2025-11-28T09:19:45.053" v="10722" actId="1036"/>
          <ac:spMkLst>
            <pc:docMk/>
            <pc:sldMk cId="1651841635" sldId="326"/>
            <ac:spMk id="10" creationId="{54BBE088-CBB5-4C30-766C-9F08649678F5}"/>
          </ac:spMkLst>
        </pc:spChg>
        <pc:spChg chg="add mod">
          <ac:chgData name="Lorenzo Margotti" userId="b8a0aefb-e2c6-4223-9d58-5bf59b7d88b0" providerId="ADAL" clId="{E1608910-3E4E-45FF-B891-19E816E7456B}" dt="2025-11-28T09:19:45.053" v="10722" actId="1036"/>
          <ac:spMkLst>
            <pc:docMk/>
            <pc:sldMk cId="1651841635" sldId="326"/>
            <ac:spMk id="11" creationId="{DB944451-EC17-A0E9-0B01-75E8ED884092}"/>
          </ac:spMkLst>
        </pc:spChg>
        <pc:spChg chg="add mod">
          <ac:chgData name="Lorenzo Margotti" userId="b8a0aefb-e2c6-4223-9d58-5bf59b7d88b0" providerId="ADAL" clId="{E1608910-3E4E-45FF-B891-19E816E7456B}" dt="2025-11-27T21:15:03.350" v="10673" actId="20577"/>
          <ac:spMkLst>
            <pc:docMk/>
            <pc:sldMk cId="1651841635" sldId="326"/>
            <ac:spMk id="12" creationId="{A986A55A-7503-D866-FEDC-BF84EC9EA6D2}"/>
          </ac:spMkLst>
        </pc:spChg>
        <pc:spChg chg="add mod">
          <ac:chgData name="Lorenzo Margotti" userId="b8a0aefb-e2c6-4223-9d58-5bf59b7d88b0" providerId="ADAL" clId="{E1608910-3E4E-45FF-B891-19E816E7456B}" dt="2025-11-24T15:39:38.089" v="3716" actId="20577"/>
          <ac:spMkLst>
            <pc:docMk/>
            <pc:sldMk cId="1651841635" sldId="326"/>
            <ac:spMk id="15" creationId="{B85E51E3-8BD9-A350-BACA-2A2DA050744F}"/>
          </ac:spMkLst>
        </pc:spChg>
        <pc:spChg chg="add mod">
          <ac:chgData name="Lorenzo Margotti" userId="b8a0aefb-e2c6-4223-9d58-5bf59b7d88b0" providerId="ADAL" clId="{E1608910-3E4E-45FF-B891-19E816E7456B}" dt="2025-11-24T15:40:02.581" v="3746" actId="1076"/>
          <ac:spMkLst>
            <pc:docMk/>
            <pc:sldMk cId="1651841635" sldId="326"/>
            <ac:spMk id="18" creationId="{20F13787-AABF-81BA-E8C3-5B7ADDA59B2D}"/>
          </ac:spMkLst>
        </pc:spChg>
        <pc:spChg chg="add mod">
          <ac:chgData name="Lorenzo Margotti" userId="b8a0aefb-e2c6-4223-9d58-5bf59b7d88b0" providerId="ADAL" clId="{E1608910-3E4E-45FF-B891-19E816E7456B}" dt="2025-11-28T09:15:24.883" v="10681" actId="113"/>
          <ac:spMkLst>
            <pc:docMk/>
            <pc:sldMk cId="1651841635" sldId="326"/>
            <ac:spMk id="20" creationId="{CC93F4A0-7CD3-F9AF-0AD3-BA119A0FF5D8}"/>
          </ac:spMkLst>
        </pc:spChg>
        <pc:spChg chg="add mod">
          <ac:chgData name="Lorenzo Margotti" userId="b8a0aefb-e2c6-4223-9d58-5bf59b7d88b0" providerId="ADAL" clId="{E1608910-3E4E-45FF-B891-19E816E7456B}" dt="2025-11-24T15:37:27.349" v="3635" actId="1076"/>
          <ac:spMkLst>
            <pc:docMk/>
            <pc:sldMk cId="1651841635" sldId="326"/>
            <ac:spMk id="24" creationId="{DCC864C6-F251-2C22-8C27-72A5D3241C44}"/>
          </ac:spMkLst>
        </pc:spChg>
        <pc:spChg chg="add mod">
          <ac:chgData name="Lorenzo Margotti" userId="b8a0aefb-e2c6-4223-9d58-5bf59b7d88b0" providerId="ADAL" clId="{E1608910-3E4E-45FF-B891-19E816E7456B}" dt="2025-11-24T15:39:00.054" v="3713" actId="1076"/>
          <ac:spMkLst>
            <pc:docMk/>
            <pc:sldMk cId="1651841635" sldId="326"/>
            <ac:spMk id="25" creationId="{58B94CA3-A099-A98B-B5FB-8AB8DD72E900}"/>
          </ac:spMkLst>
        </pc:spChg>
        <pc:picChg chg="add mod">
          <ac:chgData name="Lorenzo Margotti" userId="b8a0aefb-e2c6-4223-9d58-5bf59b7d88b0" providerId="ADAL" clId="{E1608910-3E4E-45FF-B891-19E816E7456B}" dt="2025-11-28T09:18:03.083" v="10687" actId="14861"/>
          <ac:picMkLst>
            <pc:docMk/>
            <pc:sldMk cId="1651841635" sldId="326"/>
            <ac:picMk id="14" creationId="{3DE05BDD-ACBC-CF2A-C34D-31CF3D1C9A49}"/>
          </ac:picMkLst>
        </pc:picChg>
        <pc:picChg chg="add mod">
          <ac:chgData name="Lorenzo Margotti" userId="b8a0aefb-e2c6-4223-9d58-5bf59b7d88b0" providerId="ADAL" clId="{E1608910-3E4E-45FF-B891-19E816E7456B}" dt="2025-11-28T09:18:20.091" v="10689" actId="14861"/>
          <ac:picMkLst>
            <pc:docMk/>
            <pc:sldMk cId="1651841635" sldId="326"/>
            <ac:picMk id="17" creationId="{7909B818-FDAD-61E6-6006-F9CA52484DEB}"/>
          </ac:picMkLst>
        </pc:picChg>
        <pc:picChg chg="add mod">
          <ac:chgData name="Lorenzo Margotti" userId="b8a0aefb-e2c6-4223-9d58-5bf59b7d88b0" providerId="ADAL" clId="{E1608910-3E4E-45FF-B891-19E816E7456B}" dt="2025-11-28T09:18:13.385" v="10688" actId="14861"/>
          <ac:picMkLst>
            <pc:docMk/>
            <pc:sldMk cId="1651841635" sldId="326"/>
            <ac:picMk id="19" creationId="{2E936D7E-3C01-C257-B134-CA9A2DCF0628}"/>
          </ac:picMkLst>
        </pc:picChg>
        <pc:cxnChg chg="add mod">
          <ac:chgData name="Lorenzo Margotti" userId="b8a0aefb-e2c6-4223-9d58-5bf59b7d88b0" providerId="ADAL" clId="{E1608910-3E4E-45FF-B891-19E816E7456B}" dt="2025-11-28T09:20:11.299" v="10727" actId="13822"/>
          <ac:cxnSpMkLst>
            <pc:docMk/>
            <pc:sldMk cId="1651841635" sldId="326"/>
            <ac:cxnSpMk id="16" creationId="{B22D5FA9-3C9F-BD3C-89E5-D1656138BB12}"/>
          </ac:cxnSpMkLst>
        </pc:cxnChg>
        <pc:cxnChg chg="add mod">
          <ac:chgData name="Lorenzo Margotti" userId="b8a0aefb-e2c6-4223-9d58-5bf59b7d88b0" providerId="ADAL" clId="{E1608910-3E4E-45FF-B891-19E816E7456B}" dt="2025-11-28T09:20:11.299" v="10727" actId="13822"/>
          <ac:cxnSpMkLst>
            <pc:docMk/>
            <pc:sldMk cId="1651841635" sldId="326"/>
            <ac:cxnSpMk id="21" creationId="{58F7F751-10AD-7377-4D47-0D0FCCEEC805}"/>
          </ac:cxnSpMkLst>
        </pc:cxnChg>
        <pc:cxnChg chg="add mod">
          <ac:chgData name="Lorenzo Margotti" userId="b8a0aefb-e2c6-4223-9d58-5bf59b7d88b0" providerId="ADAL" clId="{E1608910-3E4E-45FF-B891-19E816E7456B}" dt="2025-11-28T09:20:11.299" v="10727" actId="13822"/>
          <ac:cxnSpMkLst>
            <pc:docMk/>
            <pc:sldMk cId="1651841635" sldId="326"/>
            <ac:cxnSpMk id="22" creationId="{4A55FDC8-B878-7320-4232-C85A87D6ABB4}"/>
          </ac:cxnSpMkLst>
        </pc:cxnChg>
      </pc:sldChg>
      <pc:sldChg chg="delSp modSp add del mod modShow">
        <pc:chgData name="Lorenzo Margotti" userId="b8a0aefb-e2c6-4223-9d58-5bf59b7d88b0" providerId="ADAL" clId="{E1608910-3E4E-45FF-B891-19E816E7456B}" dt="2025-12-01T16:34:44.404" v="13448" actId="2696"/>
        <pc:sldMkLst>
          <pc:docMk/>
          <pc:sldMk cId="2117268765" sldId="327"/>
        </pc:sldMkLst>
      </pc:sldChg>
      <pc:sldChg chg="addSp delSp modSp add mod ord delAnim modAnim">
        <pc:chgData name="Lorenzo Margotti" userId="b8a0aefb-e2c6-4223-9d58-5bf59b7d88b0" providerId="ADAL" clId="{E1608910-3E4E-45FF-B891-19E816E7456B}" dt="2025-11-27T21:15:14.157" v="10679" actId="20577"/>
        <pc:sldMkLst>
          <pc:docMk/>
          <pc:sldMk cId="1090756312" sldId="328"/>
        </pc:sldMkLst>
        <pc:spChg chg="add mod">
          <ac:chgData name="Lorenzo Margotti" userId="b8a0aefb-e2c6-4223-9d58-5bf59b7d88b0" providerId="ADAL" clId="{E1608910-3E4E-45FF-B891-19E816E7456B}" dt="2025-11-27T21:15:14.157" v="10679" actId="20577"/>
          <ac:spMkLst>
            <pc:docMk/>
            <pc:sldMk cId="1090756312" sldId="328"/>
            <ac:spMk id="3" creationId="{3A77D716-9AD1-5A3D-6BD2-C4828160B620}"/>
          </ac:spMkLst>
        </pc:spChg>
        <pc:spChg chg="mod">
          <ac:chgData name="Lorenzo Margotti" userId="b8a0aefb-e2c6-4223-9d58-5bf59b7d88b0" providerId="ADAL" clId="{E1608910-3E4E-45FF-B891-19E816E7456B}" dt="2025-11-24T17:29:20.337" v="5335" actId="14100"/>
          <ac:spMkLst>
            <pc:docMk/>
            <pc:sldMk cId="1090756312" sldId="328"/>
            <ac:spMk id="4" creationId="{FF79059F-0C85-391C-A6BF-653F3FF7315B}"/>
          </ac:spMkLst>
        </pc:spChg>
        <pc:spChg chg="add del mod">
          <ac:chgData name="Lorenzo Margotti" userId="b8a0aefb-e2c6-4223-9d58-5bf59b7d88b0" providerId="ADAL" clId="{E1608910-3E4E-45FF-B891-19E816E7456B}" dt="2025-11-24T18:31:21.870" v="6343" actId="20577"/>
          <ac:spMkLst>
            <pc:docMk/>
            <pc:sldMk cId="1090756312" sldId="328"/>
            <ac:spMk id="6" creationId="{616F6EAE-139D-1280-5F13-E38EA564D4A3}"/>
          </ac:spMkLst>
        </pc:spChg>
        <pc:spChg chg="add mod ord">
          <ac:chgData name="Lorenzo Margotti" userId="b8a0aefb-e2c6-4223-9d58-5bf59b7d88b0" providerId="ADAL" clId="{E1608910-3E4E-45FF-B891-19E816E7456B}" dt="2025-11-24T18:08:43.261" v="5541" actId="1076"/>
          <ac:spMkLst>
            <pc:docMk/>
            <pc:sldMk cId="1090756312" sldId="328"/>
            <ac:spMk id="12" creationId="{8B02EE59-78AE-5719-BA3E-A544DF40B7AC}"/>
          </ac:spMkLst>
        </pc:spChg>
        <pc:spChg chg="add mod ord">
          <ac:chgData name="Lorenzo Margotti" userId="b8a0aefb-e2c6-4223-9d58-5bf59b7d88b0" providerId="ADAL" clId="{E1608910-3E4E-45FF-B891-19E816E7456B}" dt="2025-11-24T18:08:43.261" v="5541" actId="1076"/>
          <ac:spMkLst>
            <pc:docMk/>
            <pc:sldMk cId="1090756312" sldId="328"/>
            <ac:spMk id="21" creationId="{22843B76-52D7-9C18-55BC-A70F1FE71468}"/>
          </ac:spMkLst>
        </pc:spChg>
        <pc:spChg chg="add mod">
          <ac:chgData name="Lorenzo Margotti" userId="b8a0aefb-e2c6-4223-9d58-5bf59b7d88b0" providerId="ADAL" clId="{E1608910-3E4E-45FF-B891-19E816E7456B}" dt="2025-11-24T18:08:43.261" v="5541" actId="1076"/>
          <ac:spMkLst>
            <pc:docMk/>
            <pc:sldMk cId="1090756312" sldId="328"/>
            <ac:spMk id="22" creationId="{A796B231-E0D6-6D62-754C-FA1CB4A43BE3}"/>
          </ac:spMkLst>
        </pc:spChg>
        <pc:spChg chg="add mod">
          <ac:chgData name="Lorenzo Margotti" userId="b8a0aefb-e2c6-4223-9d58-5bf59b7d88b0" providerId="ADAL" clId="{E1608910-3E4E-45FF-B891-19E816E7456B}" dt="2025-11-24T18:07:03.797" v="5480" actId="208"/>
          <ac:spMkLst>
            <pc:docMk/>
            <pc:sldMk cId="1090756312" sldId="328"/>
            <ac:spMk id="23" creationId="{27D5D1A7-A8FD-5C85-F25C-C6B841F3D09E}"/>
          </ac:spMkLst>
        </pc:spChg>
        <pc:spChg chg="add mod">
          <ac:chgData name="Lorenzo Margotti" userId="b8a0aefb-e2c6-4223-9d58-5bf59b7d88b0" providerId="ADAL" clId="{E1608910-3E4E-45FF-B891-19E816E7456B}" dt="2025-11-24T18:06:57.788" v="5479" actId="208"/>
          <ac:spMkLst>
            <pc:docMk/>
            <pc:sldMk cId="1090756312" sldId="328"/>
            <ac:spMk id="26" creationId="{2322C6B7-DC77-17A2-2F9A-AD9FB2F03885}"/>
          </ac:spMkLst>
        </pc:spChg>
        <pc:spChg chg="add mod">
          <ac:chgData name="Lorenzo Margotti" userId="b8a0aefb-e2c6-4223-9d58-5bf59b7d88b0" providerId="ADAL" clId="{E1608910-3E4E-45FF-B891-19E816E7456B}" dt="2025-11-24T18:08:32.453" v="5540" actId="207"/>
          <ac:spMkLst>
            <pc:docMk/>
            <pc:sldMk cId="1090756312" sldId="328"/>
            <ac:spMk id="30" creationId="{321303E2-B779-E5ED-DA75-AA78B09B264B}"/>
          </ac:spMkLst>
        </pc:spChg>
        <pc:spChg chg="add mod">
          <ac:chgData name="Lorenzo Margotti" userId="b8a0aefb-e2c6-4223-9d58-5bf59b7d88b0" providerId="ADAL" clId="{E1608910-3E4E-45FF-B891-19E816E7456B}" dt="2025-11-24T18:08:21.244" v="5538" actId="1076"/>
          <ac:spMkLst>
            <pc:docMk/>
            <pc:sldMk cId="1090756312" sldId="328"/>
            <ac:spMk id="31" creationId="{DE64E389-FE4D-CDA3-6C7D-2304C2F61B44}"/>
          </ac:spMkLst>
        </pc:spChg>
        <pc:spChg chg="add mod">
          <ac:chgData name="Lorenzo Margotti" userId="b8a0aefb-e2c6-4223-9d58-5bf59b7d88b0" providerId="ADAL" clId="{E1608910-3E4E-45FF-B891-19E816E7456B}" dt="2025-11-24T18:37:52.639" v="6627" actId="20577"/>
          <ac:spMkLst>
            <pc:docMk/>
            <pc:sldMk cId="1090756312" sldId="328"/>
            <ac:spMk id="35" creationId="{EB4B4772-6FE8-970B-E8AF-A051CD5DFA17}"/>
          </ac:spMkLst>
        </pc:spChg>
        <pc:spChg chg="add mod">
          <ac:chgData name="Lorenzo Margotti" userId="b8a0aefb-e2c6-4223-9d58-5bf59b7d88b0" providerId="ADAL" clId="{E1608910-3E4E-45FF-B891-19E816E7456B}" dt="2025-11-24T18:40:04.821" v="6858" actId="114"/>
          <ac:spMkLst>
            <pc:docMk/>
            <pc:sldMk cId="1090756312" sldId="328"/>
            <ac:spMk id="36" creationId="{19FD6E3C-E3B4-1262-7884-73ACB49D3977}"/>
          </ac:spMkLst>
        </pc:spChg>
        <pc:spChg chg="add mod">
          <ac:chgData name="Lorenzo Margotti" userId="b8a0aefb-e2c6-4223-9d58-5bf59b7d88b0" providerId="ADAL" clId="{E1608910-3E4E-45FF-B891-19E816E7456B}" dt="2025-11-24T18:58:28.984" v="8289" actId="20577"/>
          <ac:spMkLst>
            <pc:docMk/>
            <pc:sldMk cId="1090756312" sldId="328"/>
            <ac:spMk id="38" creationId="{DFAA50B8-1DC3-8F13-9DCB-A21CD248C3E2}"/>
          </ac:spMkLst>
        </pc:spChg>
        <pc:picChg chg="add mod">
          <ac:chgData name="Lorenzo Margotti" userId="b8a0aefb-e2c6-4223-9d58-5bf59b7d88b0" providerId="ADAL" clId="{E1608910-3E4E-45FF-B891-19E816E7456B}" dt="2025-11-24T18:08:43.261" v="5541" actId="1076"/>
          <ac:picMkLst>
            <pc:docMk/>
            <pc:sldMk cId="1090756312" sldId="328"/>
            <ac:picMk id="9" creationId="{EB54B138-5469-F175-BFE7-547329F487E6}"/>
          </ac:picMkLst>
        </pc:picChg>
        <pc:picChg chg="add mod">
          <ac:chgData name="Lorenzo Margotti" userId="b8a0aefb-e2c6-4223-9d58-5bf59b7d88b0" providerId="ADAL" clId="{E1608910-3E4E-45FF-B891-19E816E7456B}" dt="2025-11-24T18:06:51.123" v="5478" actId="207"/>
          <ac:picMkLst>
            <pc:docMk/>
            <pc:sldMk cId="1090756312" sldId="328"/>
            <ac:picMk id="29" creationId="{49E75CFC-8E3E-F821-2CDD-0572BA622807}"/>
          </ac:picMkLst>
        </pc:picChg>
        <pc:picChg chg="add mod">
          <ac:chgData name="Lorenzo Margotti" userId="b8a0aefb-e2c6-4223-9d58-5bf59b7d88b0" providerId="ADAL" clId="{E1608910-3E4E-45FF-B891-19E816E7456B}" dt="2025-11-24T18:08:27.682" v="5539" actId="207"/>
          <ac:picMkLst>
            <pc:docMk/>
            <pc:sldMk cId="1090756312" sldId="328"/>
            <ac:picMk id="34" creationId="{01BC0EB9-6BC6-05FA-29E4-0EC412484E12}"/>
          </ac:picMkLst>
        </pc:picChg>
      </pc:sldChg>
      <pc:sldChg chg="addSp delSp modSp add mod modNotesTx">
        <pc:chgData name="Lorenzo Margotti" userId="b8a0aefb-e2c6-4223-9d58-5bf59b7d88b0" providerId="ADAL" clId="{E1608910-3E4E-45FF-B891-19E816E7456B}" dt="2025-12-01T16:34:26.912" v="13446" actId="20577"/>
        <pc:sldMkLst>
          <pc:docMk/>
          <pc:sldMk cId="71165748" sldId="329"/>
        </pc:sldMkLst>
        <pc:spChg chg="mod">
          <ac:chgData name="Lorenzo Margotti" userId="b8a0aefb-e2c6-4223-9d58-5bf59b7d88b0" providerId="ADAL" clId="{E1608910-3E4E-45FF-B891-19E816E7456B}" dt="2025-11-25T09:30:21.067" v="8749" actId="20577"/>
          <ac:spMkLst>
            <pc:docMk/>
            <pc:sldMk cId="71165748" sldId="329"/>
            <ac:spMk id="7" creationId="{86B3DA40-D55F-58E9-8097-029777B8E632}"/>
          </ac:spMkLst>
        </pc:spChg>
        <pc:spChg chg="add mod">
          <ac:chgData name="Lorenzo Margotti" userId="b8a0aefb-e2c6-4223-9d58-5bf59b7d88b0" providerId="ADAL" clId="{E1608910-3E4E-45FF-B891-19E816E7456B}" dt="2025-11-27T14:34:42.043" v="10495" actId="14100"/>
          <ac:spMkLst>
            <pc:docMk/>
            <pc:sldMk cId="71165748" sldId="329"/>
            <ac:spMk id="8" creationId="{D944107B-8A10-A064-C65F-659339A362B4}"/>
          </ac:spMkLst>
        </pc:spChg>
        <pc:spChg chg="add mod">
          <ac:chgData name="Lorenzo Margotti" userId="b8a0aefb-e2c6-4223-9d58-5bf59b7d88b0" providerId="ADAL" clId="{E1608910-3E4E-45FF-B891-19E816E7456B}" dt="2025-11-27T11:44:22.191" v="9858" actId="14100"/>
          <ac:spMkLst>
            <pc:docMk/>
            <pc:sldMk cId="71165748" sldId="329"/>
            <ac:spMk id="9" creationId="{20BACD0C-E9AE-3888-7086-8930C9228F41}"/>
          </ac:spMkLst>
        </pc:spChg>
        <pc:spChg chg="add mod">
          <ac:chgData name="Lorenzo Margotti" userId="b8a0aefb-e2c6-4223-9d58-5bf59b7d88b0" providerId="ADAL" clId="{E1608910-3E4E-45FF-B891-19E816E7456B}" dt="2025-11-27T11:44:12.185" v="9856" actId="20577"/>
          <ac:spMkLst>
            <pc:docMk/>
            <pc:sldMk cId="71165748" sldId="329"/>
            <ac:spMk id="10" creationId="{6CA3D146-DE04-5564-79DC-317F519DF4C5}"/>
          </ac:spMkLst>
        </pc:spChg>
        <pc:spChg chg="add mod">
          <ac:chgData name="Lorenzo Margotti" userId="b8a0aefb-e2c6-4223-9d58-5bf59b7d88b0" providerId="ADAL" clId="{E1608910-3E4E-45FF-B891-19E816E7456B}" dt="2025-11-27T21:14:06.469" v="10642" actId="20577"/>
          <ac:spMkLst>
            <pc:docMk/>
            <pc:sldMk cId="71165748" sldId="329"/>
            <ac:spMk id="11" creationId="{23C02555-DC0E-6CC7-D558-7C7FA374C0B0}"/>
          </ac:spMkLst>
        </pc:spChg>
      </pc:sldChg>
      <pc:sldChg chg="addSp delSp modSp new del mod modNotesTx">
        <pc:chgData name="Lorenzo Margotti" userId="b8a0aefb-e2c6-4223-9d58-5bf59b7d88b0" providerId="ADAL" clId="{E1608910-3E4E-45FF-B891-19E816E7456B}" dt="2025-12-01T08:26:27.055" v="13381" actId="2696"/>
        <pc:sldMkLst>
          <pc:docMk/>
          <pc:sldMk cId="4146148808" sldId="330"/>
        </pc:sldMkLst>
      </pc:sldChg>
      <pc:sldChg chg="addSp delSp modSp add mod delAnim modAnim">
        <pc:chgData name="Lorenzo Margotti" userId="b8a0aefb-e2c6-4223-9d58-5bf59b7d88b0" providerId="ADAL" clId="{E1608910-3E4E-45FF-B891-19E816E7456B}" dt="2025-11-27T21:14:19.393" v="10648" actId="20577"/>
        <pc:sldMkLst>
          <pc:docMk/>
          <pc:sldMk cId="2943996342" sldId="331"/>
        </pc:sldMkLst>
        <pc:spChg chg="add mod">
          <ac:chgData name="Lorenzo Margotti" userId="b8a0aefb-e2c6-4223-9d58-5bf59b7d88b0" providerId="ADAL" clId="{E1608910-3E4E-45FF-B891-19E816E7456B}" dt="2025-11-27T21:14:19.393" v="10648" actId="20577"/>
          <ac:spMkLst>
            <pc:docMk/>
            <pc:sldMk cId="2943996342" sldId="331"/>
            <ac:spMk id="3" creationId="{E6E706BE-A4B4-8407-EFD6-84C6A2A735DB}"/>
          </ac:spMkLst>
        </pc:spChg>
        <pc:spChg chg="add mod">
          <ac:chgData name="Lorenzo Margotti" userId="b8a0aefb-e2c6-4223-9d58-5bf59b7d88b0" providerId="ADAL" clId="{E1608910-3E4E-45FF-B891-19E816E7456B}" dt="2025-11-27T12:16:26.215" v="9999" actId="14100"/>
          <ac:spMkLst>
            <pc:docMk/>
            <pc:sldMk cId="2943996342" sldId="331"/>
            <ac:spMk id="16" creationId="{AE24C41E-985B-3F52-607B-FCE6B19FBCF0}"/>
          </ac:spMkLst>
        </pc:spChg>
        <pc:spChg chg="add mod">
          <ac:chgData name="Lorenzo Margotti" userId="b8a0aefb-e2c6-4223-9d58-5bf59b7d88b0" providerId="ADAL" clId="{E1608910-3E4E-45FF-B891-19E816E7456B}" dt="2025-11-27T12:19:22.593" v="10037" actId="207"/>
          <ac:spMkLst>
            <pc:docMk/>
            <pc:sldMk cId="2943996342" sldId="331"/>
            <ac:spMk id="17" creationId="{33D2B533-9273-D196-3FF0-24274D74C563}"/>
          </ac:spMkLst>
        </pc:spChg>
        <pc:spChg chg="add mod">
          <ac:chgData name="Lorenzo Margotti" userId="b8a0aefb-e2c6-4223-9d58-5bf59b7d88b0" providerId="ADAL" clId="{E1608910-3E4E-45FF-B891-19E816E7456B}" dt="2025-11-27T12:19:04.104" v="10033" actId="14100"/>
          <ac:spMkLst>
            <pc:docMk/>
            <pc:sldMk cId="2943996342" sldId="331"/>
            <ac:spMk id="18" creationId="{53BA7AAC-DAC5-D4A7-3000-C93D1A9AB410}"/>
          </ac:spMkLst>
        </pc:spChg>
        <pc:picChg chg="add mod">
          <ac:chgData name="Lorenzo Margotti" userId="b8a0aefb-e2c6-4223-9d58-5bf59b7d88b0" providerId="ADAL" clId="{E1608910-3E4E-45FF-B891-19E816E7456B}" dt="2025-11-26T15:27:39.099" v="9474"/>
          <ac:picMkLst>
            <pc:docMk/>
            <pc:sldMk cId="2943996342" sldId="331"/>
            <ac:picMk id="7" creationId="{8190524D-00B5-026E-3733-A3EF47FA4910}"/>
          </ac:picMkLst>
        </pc:picChg>
        <pc:picChg chg="add mod">
          <ac:chgData name="Lorenzo Margotti" userId="b8a0aefb-e2c6-4223-9d58-5bf59b7d88b0" providerId="ADAL" clId="{E1608910-3E4E-45FF-B891-19E816E7456B}" dt="2025-11-27T12:14:46.872" v="9920" actId="1440"/>
          <ac:picMkLst>
            <pc:docMk/>
            <pc:sldMk cId="2943996342" sldId="331"/>
            <ac:picMk id="14" creationId="{A68DD46B-5CF9-0BED-0508-1CA977025A7A}"/>
          </ac:picMkLst>
        </pc:picChg>
      </pc:sldChg>
      <pc:sldChg chg="addSp delSp modSp add mod modNotesTx">
        <pc:chgData name="Lorenzo Margotti" userId="b8a0aefb-e2c6-4223-9d58-5bf59b7d88b0" providerId="ADAL" clId="{E1608910-3E4E-45FF-B891-19E816E7456B}" dt="2025-12-01T16:34:20.296" v="13445" actId="20577"/>
        <pc:sldMkLst>
          <pc:docMk/>
          <pc:sldMk cId="4005912865" sldId="332"/>
        </pc:sldMkLst>
        <pc:spChg chg="add mod">
          <ac:chgData name="Lorenzo Margotti" userId="b8a0aefb-e2c6-4223-9d58-5bf59b7d88b0" providerId="ADAL" clId="{E1608910-3E4E-45FF-B891-19E816E7456B}" dt="2025-11-27T21:13:47.532" v="10631" actId="20577"/>
          <ac:spMkLst>
            <pc:docMk/>
            <pc:sldMk cId="4005912865" sldId="332"/>
            <ac:spMk id="7" creationId="{E0023677-4C36-E7D3-B816-9717C50E4E32}"/>
          </ac:spMkLst>
        </pc:spChg>
        <pc:spChg chg="add mod">
          <ac:chgData name="Lorenzo Margotti" userId="b8a0aefb-e2c6-4223-9d58-5bf59b7d88b0" providerId="ADAL" clId="{E1608910-3E4E-45FF-B891-19E816E7456B}" dt="2025-11-27T11:09:41.115" v="9613"/>
          <ac:spMkLst>
            <pc:docMk/>
            <pc:sldMk cId="4005912865" sldId="332"/>
            <ac:spMk id="12" creationId="{52508C86-8659-9059-8F3A-6BB2164A8FC4}"/>
          </ac:spMkLst>
        </pc:spChg>
        <pc:spChg chg="add mod">
          <ac:chgData name="Lorenzo Margotti" userId="b8a0aefb-e2c6-4223-9d58-5bf59b7d88b0" providerId="ADAL" clId="{E1608910-3E4E-45FF-B891-19E816E7456B}" dt="2025-11-27T11:09:41.115" v="9613"/>
          <ac:spMkLst>
            <pc:docMk/>
            <pc:sldMk cId="4005912865" sldId="332"/>
            <ac:spMk id="13" creationId="{A2DB13AD-0997-FD8F-896C-1DFC6CA0A8BE}"/>
          </ac:spMkLst>
        </pc:spChg>
        <pc:picChg chg="add mod ord topLvl">
          <ac:chgData name="Lorenzo Margotti" userId="b8a0aefb-e2c6-4223-9d58-5bf59b7d88b0" providerId="ADAL" clId="{E1608910-3E4E-45FF-B891-19E816E7456B}" dt="2025-11-27T11:09:39.457" v="9612" actId="478"/>
          <ac:picMkLst>
            <pc:docMk/>
            <pc:sldMk cId="4005912865" sldId="332"/>
            <ac:picMk id="3" creationId="{6BFF39F7-5D48-5A9F-8764-8F17FEFFF250}"/>
          </ac:picMkLst>
        </pc:picChg>
      </pc:sldChg>
      <pc:sldChg chg="addSp delSp modSp add mod modNotesTx">
        <pc:chgData name="Lorenzo Margotti" userId="b8a0aefb-e2c6-4223-9d58-5bf59b7d88b0" providerId="ADAL" clId="{E1608910-3E4E-45FF-B891-19E816E7456B}" dt="2025-12-01T16:31:30.218" v="13382" actId="20577"/>
        <pc:sldMkLst>
          <pc:docMk/>
          <pc:sldMk cId="657240314" sldId="333"/>
        </pc:sldMkLst>
        <pc:spChg chg="add mod">
          <ac:chgData name="Lorenzo Margotti" userId="b8a0aefb-e2c6-4223-9d58-5bf59b7d88b0" providerId="ADAL" clId="{E1608910-3E4E-45FF-B891-19E816E7456B}" dt="2025-11-27T21:13:54.037" v="10634" actId="20577"/>
          <ac:spMkLst>
            <pc:docMk/>
            <pc:sldMk cId="657240314" sldId="333"/>
            <ac:spMk id="7" creationId="{F4FB4924-6BAA-28BF-1115-F40075C76305}"/>
          </ac:spMkLst>
        </pc:spChg>
        <pc:spChg chg="add mod">
          <ac:chgData name="Lorenzo Margotti" userId="b8a0aefb-e2c6-4223-9d58-5bf59b7d88b0" providerId="ADAL" clId="{E1608910-3E4E-45FF-B891-19E816E7456B}" dt="2025-11-27T11:10:02.276" v="9616"/>
          <ac:spMkLst>
            <pc:docMk/>
            <pc:sldMk cId="657240314" sldId="333"/>
            <ac:spMk id="13" creationId="{8CFC48AB-7113-9E39-E3AB-E837A8C12987}"/>
          </ac:spMkLst>
        </pc:spChg>
        <pc:spChg chg="add mod">
          <ac:chgData name="Lorenzo Margotti" userId="b8a0aefb-e2c6-4223-9d58-5bf59b7d88b0" providerId="ADAL" clId="{E1608910-3E4E-45FF-B891-19E816E7456B}" dt="2025-11-27T11:10:02.276" v="9616"/>
          <ac:spMkLst>
            <pc:docMk/>
            <pc:sldMk cId="657240314" sldId="333"/>
            <ac:spMk id="14" creationId="{D570C644-838E-D814-4CF8-7D4DA3E08C9A}"/>
          </ac:spMkLst>
        </pc:spChg>
        <pc:spChg chg="add mod">
          <ac:chgData name="Lorenzo Margotti" userId="b8a0aefb-e2c6-4223-9d58-5bf59b7d88b0" providerId="ADAL" clId="{E1608910-3E4E-45FF-B891-19E816E7456B}" dt="2025-11-27T11:49:17.389" v="9868" actId="20577"/>
          <ac:spMkLst>
            <pc:docMk/>
            <pc:sldMk cId="657240314" sldId="333"/>
            <ac:spMk id="19" creationId="{1FE4AD89-D154-BD00-1FA4-8E525647138C}"/>
          </ac:spMkLst>
        </pc:spChg>
        <pc:spChg chg="add mod">
          <ac:chgData name="Lorenzo Margotti" userId="b8a0aefb-e2c6-4223-9d58-5bf59b7d88b0" providerId="ADAL" clId="{E1608910-3E4E-45FF-B891-19E816E7456B}" dt="2025-11-27T11:49:22.308" v="9877" actId="20577"/>
          <ac:spMkLst>
            <pc:docMk/>
            <pc:sldMk cId="657240314" sldId="333"/>
            <ac:spMk id="20" creationId="{A3033144-AD9F-3071-6D66-D12543EAB231}"/>
          </ac:spMkLst>
        </pc:spChg>
        <pc:picChg chg="mod topLvl">
          <ac:chgData name="Lorenzo Margotti" userId="b8a0aefb-e2c6-4223-9d58-5bf59b7d88b0" providerId="ADAL" clId="{E1608910-3E4E-45FF-B891-19E816E7456B}" dt="2025-11-27T11:10:00.850" v="9615" actId="478"/>
          <ac:picMkLst>
            <pc:docMk/>
            <pc:sldMk cId="657240314" sldId="333"/>
            <ac:picMk id="3" creationId="{D2A85A5F-3BD6-6D30-E5AB-A18305132C9B}"/>
          </ac:picMkLst>
        </pc:picChg>
        <pc:picChg chg="add mod">
          <ac:chgData name="Lorenzo Margotti" userId="b8a0aefb-e2c6-4223-9d58-5bf59b7d88b0" providerId="ADAL" clId="{E1608910-3E4E-45FF-B891-19E816E7456B}" dt="2025-11-27T11:13:35.452" v="9632" actId="1038"/>
          <ac:picMkLst>
            <pc:docMk/>
            <pc:sldMk cId="657240314" sldId="333"/>
            <ac:picMk id="16" creationId="{C3D6CF37-1638-C419-1950-7AF067E4ED2A}"/>
          </ac:picMkLst>
        </pc:picChg>
        <pc:picChg chg="add mod">
          <ac:chgData name="Lorenzo Margotti" userId="b8a0aefb-e2c6-4223-9d58-5bf59b7d88b0" providerId="ADAL" clId="{E1608910-3E4E-45FF-B891-19E816E7456B}" dt="2025-11-27T11:15:16.966" v="9660" actId="1037"/>
          <ac:picMkLst>
            <pc:docMk/>
            <pc:sldMk cId="657240314" sldId="333"/>
            <ac:picMk id="18" creationId="{FCCFC0D0-052E-4722-A55B-B693FB83D59C}"/>
          </ac:picMkLst>
        </pc:picChg>
      </pc:sldChg>
      <pc:sldChg chg="addSp delSp modSp add mod">
        <pc:chgData name="Lorenzo Margotti" userId="b8a0aefb-e2c6-4223-9d58-5bf59b7d88b0" providerId="ADAL" clId="{E1608910-3E4E-45FF-B891-19E816E7456B}" dt="2025-11-29T17:21:20.976" v="13379" actId="208"/>
        <pc:sldMkLst>
          <pc:docMk/>
          <pc:sldMk cId="3860073897" sldId="334"/>
        </pc:sldMkLst>
        <pc:spChg chg="mod">
          <ac:chgData name="Lorenzo Margotti" userId="b8a0aefb-e2c6-4223-9d58-5bf59b7d88b0" providerId="ADAL" clId="{E1608910-3E4E-45FF-B891-19E816E7456B}" dt="2025-11-28T11:26:14.369" v="11008" actId="20577"/>
          <ac:spMkLst>
            <pc:docMk/>
            <pc:sldMk cId="3860073897" sldId="334"/>
            <ac:spMk id="3" creationId="{8D3F92A3-CD4E-AA02-FD48-38EC62F4CE2A}"/>
          </ac:spMkLst>
        </pc:spChg>
        <pc:spChg chg="mod">
          <ac:chgData name="Lorenzo Margotti" userId="b8a0aefb-e2c6-4223-9d58-5bf59b7d88b0" providerId="ADAL" clId="{E1608910-3E4E-45FF-B891-19E816E7456B}" dt="2025-11-28T19:15:10.550" v="11840" actId="1076"/>
          <ac:spMkLst>
            <pc:docMk/>
            <pc:sldMk cId="3860073897" sldId="334"/>
            <ac:spMk id="6" creationId="{07F3DC1A-B179-B3FC-3276-0E8FAF155A87}"/>
          </ac:spMkLst>
        </pc:spChg>
        <pc:spChg chg="add mod">
          <ac:chgData name="Lorenzo Margotti" userId="b8a0aefb-e2c6-4223-9d58-5bf59b7d88b0" providerId="ADAL" clId="{E1608910-3E4E-45FF-B891-19E816E7456B}" dt="2025-11-29T13:59:26.267" v="12007" actId="1038"/>
          <ac:spMkLst>
            <pc:docMk/>
            <pc:sldMk cId="3860073897" sldId="334"/>
            <ac:spMk id="17" creationId="{90208146-4A62-DA30-F461-F1201656D5F0}"/>
          </ac:spMkLst>
        </pc:spChg>
        <pc:spChg chg="add mod">
          <ac:chgData name="Lorenzo Margotti" userId="b8a0aefb-e2c6-4223-9d58-5bf59b7d88b0" providerId="ADAL" clId="{E1608910-3E4E-45FF-B891-19E816E7456B}" dt="2025-11-28T19:15:36.086" v="11853" actId="2085"/>
          <ac:spMkLst>
            <pc:docMk/>
            <pc:sldMk cId="3860073897" sldId="334"/>
            <ac:spMk id="18" creationId="{1E6BBE7F-9661-958F-4423-AE5A7348C731}"/>
          </ac:spMkLst>
        </pc:spChg>
        <pc:spChg chg="add mod">
          <ac:chgData name="Lorenzo Margotti" userId="b8a0aefb-e2c6-4223-9d58-5bf59b7d88b0" providerId="ADAL" clId="{E1608910-3E4E-45FF-B891-19E816E7456B}" dt="2025-11-29T14:01:16.212" v="12093" actId="207"/>
          <ac:spMkLst>
            <pc:docMk/>
            <pc:sldMk cId="3860073897" sldId="334"/>
            <ac:spMk id="32" creationId="{D6027924-19A1-B119-D984-646C5B14681B}"/>
          </ac:spMkLst>
        </pc:spChg>
        <pc:spChg chg="add mod">
          <ac:chgData name="Lorenzo Margotti" userId="b8a0aefb-e2c6-4223-9d58-5bf59b7d88b0" providerId="ADAL" clId="{E1608910-3E4E-45FF-B891-19E816E7456B}" dt="2025-11-29T17:04:49.034" v="13281" actId="1076"/>
          <ac:spMkLst>
            <pc:docMk/>
            <pc:sldMk cId="3860073897" sldId="334"/>
            <ac:spMk id="44" creationId="{CD4D5F91-B5BC-C5B9-2D28-96D3CB93EEFE}"/>
          </ac:spMkLst>
        </pc:spChg>
        <pc:spChg chg="add mod">
          <ac:chgData name="Lorenzo Margotti" userId="b8a0aefb-e2c6-4223-9d58-5bf59b7d88b0" providerId="ADAL" clId="{E1608910-3E4E-45FF-B891-19E816E7456B}" dt="2025-11-29T17:04:49.034" v="13281" actId="1076"/>
          <ac:spMkLst>
            <pc:docMk/>
            <pc:sldMk cId="3860073897" sldId="334"/>
            <ac:spMk id="48" creationId="{75554A9F-76F4-F48C-82BF-A0C3E034E476}"/>
          </ac:spMkLst>
        </pc:spChg>
        <pc:spChg chg="add mod">
          <ac:chgData name="Lorenzo Margotti" userId="b8a0aefb-e2c6-4223-9d58-5bf59b7d88b0" providerId="ADAL" clId="{E1608910-3E4E-45FF-B891-19E816E7456B}" dt="2025-11-29T17:04:49.034" v="13281" actId="1076"/>
          <ac:spMkLst>
            <pc:docMk/>
            <pc:sldMk cId="3860073897" sldId="334"/>
            <ac:spMk id="50" creationId="{B5F1CC62-5F5A-DE65-A935-EEB6F3578013}"/>
          </ac:spMkLst>
        </pc:spChg>
        <pc:spChg chg="add mod">
          <ac:chgData name="Lorenzo Margotti" userId="b8a0aefb-e2c6-4223-9d58-5bf59b7d88b0" providerId="ADAL" clId="{E1608910-3E4E-45FF-B891-19E816E7456B}" dt="2025-11-29T17:04:49.034" v="13281" actId="1076"/>
          <ac:spMkLst>
            <pc:docMk/>
            <pc:sldMk cId="3860073897" sldId="334"/>
            <ac:spMk id="52" creationId="{B780BE6C-0E3B-0614-8E41-BA0009D18AE4}"/>
          </ac:spMkLst>
        </pc:spChg>
        <pc:spChg chg="add mod">
          <ac:chgData name="Lorenzo Margotti" userId="b8a0aefb-e2c6-4223-9d58-5bf59b7d88b0" providerId="ADAL" clId="{E1608910-3E4E-45FF-B891-19E816E7456B}" dt="2025-11-29T17:04:49.034" v="13281" actId="1076"/>
          <ac:spMkLst>
            <pc:docMk/>
            <pc:sldMk cId="3860073897" sldId="334"/>
            <ac:spMk id="54" creationId="{36F4B82E-B244-5C00-4E87-9AEF0B59C1FB}"/>
          </ac:spMkLst>
        </pc:spChg>
        <pc:spChg chg="add mod">
          <ac:chgData name="Lorenzo Margotti" userId="b8a0aefb-e2c6-4223-9d58-5bf59b7d88b0" providerId="ADAL" clId="{E1608910-3E4E-45FF-B891-19E816E7456B}" dt="2025-11-29T17:04:49.034" v="13281" actId="1076"/>
          <ac:spMkLst>
            <pc:docMk/>
            <pc:sldMk cId="3860073897" sldId="334"/>
            <ac:spMk id="56" creationId="{62BF1828-EB20-60B7-A959-0501A1D5A606}"/>
          </ac:spMkLst>
        </pc:spChg>
        <pc:spChg chg="add mod">
          <ac:chgData name="Lorenzo Margotti" userId="b8a0aefb-e2c6-4223-9d58-5bf59b7d88b0" providerId="ADAL" clId="{E1608910-3E4E-45FF-B891-19E816E7456B}" dt="2025-11-29T17:04:49.034" v="13281" actId="1076"/>
          <ac:spMkLst>
            <pc:docMk/>
            <pc:sldMk cId="3860073897" sldId="334"/>
            <ac:spMk id="58" creationId="{79116DCD-B4EF-D6AF-17F5-03734372D77C}"/>
          </ac:spMkLst>
        </pc:spChg>
        <pc:spChg chg="add mod">
          <ac:chgData name="Lorenzo Margotti" userId="b8a0aefb-e2c6-4223-9d58-5bf59b7d88b0" providerId="ADAL" clId="{E1608910-3E4E-45FF-B891-19E816E7456B}" dt="2025-11-29T17:04:49.034" v="13281" actId="1076"/>
          <ac:spMkLst>
            <pc:docMk/>
            <pc:sldMk cId="3860073897" sldId="334"/>
            <ac:spMk id="60" creationId="{9BE70693-E416-9073-EECC-12618C26788F}"/>
          </ac:spMkLst>
        </pc:spChg>
        <pc:spChg chg="add mod">
          <ac:chgData name="Lorenzo Margotti" userId="b8a0aefb-e2c6-4223-9d58-5bf59b7d88b0" providerId="ADAL" clId="{E1608910-3E4E-45FF-B891-19E816E7456B}" dt="2025-11-29T17:04:49.034" v="13281" actId="1076"/>
          <ac:spMkLst>
            <pc:docMk/>
            <pc:sldMk cId="3860073897" sldId="334"/>
            <ac:spMk id="62" creationId="{164C9103-B2CA-4973-771E-6080508CD5CC}"/>
          </ac:spMkLst>
        </pc:spChg>
        <pc:spChg chg="add mod">
          <ac:chgData name="Lorenzo Margotti" userId="b8a0aefb-e2c6-4223-9d58-5bf59b7d88b0" providerId="ADAL" clId="{E1608910-3E4E-45FF-B891-19E816E7456B}" dt="2025-11-29T17:04:49.034" v="13281" actId="1076"/>
          <ac:spMkLst>
            <pc:docMk/>
            <pc:sldMk cId="3860073897" sldId="334"/>
            <ac:spMk id="64" creationId="{9DB7FAB1-778E-4C81-0EF4-72F60FFAECBD}"/>
          </ac:spMkLst>
        </pc:spChg>
        <pc:graphicFrameChg chg="add mod modGraphic">
          <ac:chgData name="Lorenzo Margotti" userId="b8a0aefb-e2c6-4223-9d58-5bf59b7d88b0" providerId="ADAL" clId="{E1608910-3E4E-45FF-B891-19E816E7456B}" dt="2025-11-28T19:15:23.929" v="11846" actId="1035"/>
          <ac:graphicFrameMkLst>
            <pc:docMk/>
            <pc:sldMk cId="3860073897" sldId="334"/>
            <ac:graphicFrameMk id="8" creationId="{E50BD848-B2D5-4542-772D-3D0370D22868}"/>
          </ac:graphicFrameMkLst>
        </pc:graphicFrameChg>
        <pc:picChg chg="add mod">
          <ac:chgData name="Lorenzo Margotti" userId="b8a0aefb-e2c6-4223-9d58-5bf59b7d88b0" providerId="ADAL" clId="{E1608910-3E4E-45FF-B891-19E816E7456B}" dt="2025-11-29T13:59:38.168" v="12009" actId="207"/>
          <ac:picMkLst>
            <pc:docMk/>
            <pc:sldMk cId="3860073897" sldId="334"/>
            <ac:picMk id="25" creationId="{F5B08909-B731-2743-6129-FC93286E5044}"/>
          </ac:picMkLst>
        </pc:picChg>
        <pc:picChg chg="add mod">
          <ac:chgData name="Lorenzo Margotti" userId="b8a0aefb-e2c6-4223-9d58-5bf59b7d88b0" providerId="ADAL" clId="{E1608910-3E4E-45FF-B891-19E816E7456B}" dt="2025-11-29T14:01:20.723" v="12094" actId="208"/>
          <ac:picMkLst>
            <pc:docMk/>
            <pc:sldMk cId="3860073897" sldId="334"/>
            <ac:picMk id="28" creationId="{63D2EDCC-6FC7-2AF3-DA11-0D362B8F511E}"/>
          </ac:picMkLst>
        </pc:picChg>
        <pc:picChg chg="add mod">
          <ac:chgData name="Lorenzo Margotti" userId="b8a0aefb-e2c6-4223-9d58-5bf59b7d88b0" providerId="ADAL" clId="{E1608910-3E4E-45FF-B891-19E816E7456B}" dt="2025-11-29T14:10:08.094" v="12117" actId="1076"/>
          <ac:picMkLst>
            <pc:docMk/>
            <pc:sldMk cId="3860073897" sldId="334"/>
            <ac:picMk id="42" creationId="{7F1D48AE-C14D-960F-A11D-60BDD0BA7D9E}"/>
          </ac:picMkLst>
        </pc:picChg>
        <pc:picChg chg="add mod">
          <ac:chgData name="Lorenzo Margotti" userId="b8a0aefb-e2c6-4223-9d58-5bf59b7d88b0" providerId="ADAL" clId="{E1608910-3E4E-45FF-B891-19E816E7456B}" dt="2025-11-29T14:11:33.210" v="12220" actId="1076"/>
          <ac:picMkLst>
            <pc:docMk/>
            <pc:sldMk cId="3860073897" sldId="334"/>
            <ac:picMk id="47" creationId="{4994DD1C-7BBD-3742-BCAF-E51E6F8864B5}"/>
          </ac:picMkLst>
        </pc:picChg>
        <pc:picChg chg="add mod">
          <ac:chgData name="Lorenzo Margotti" userId="b8a0aefb-e2c6-4223-9d58-5bf59b7d88b0" providerId="ADAL" clId="{E1608910-3E4E-45FF-B891-19E816E7456B}" dt="2025-11-29T14:13:17.718" v="12313" actId="1076"/>
          <ac:picMkLst>
            <pc:docMk/>
            <pc:sldMk cId="3860073897" sldId="334"/>
            <ac:picMk id="49" creationId="{1C092F4D-E9F2-1B4C-431E-2E7E66942C16}"/>
          </ac:picMkLst>
        </pc:picChg>
        <pc:picChg chg="add mod">
          <ac:chgData name="Lorenzo Margotti" userId="b8a0aefb-e2c6-4223-9d58-5bf59b7d88b0" providerId="ADAL" clId="{E1608910-3E4E-45FF-B891-19E816E7456B}" dt="2025-11-29T14:18:03.803" v="12649" actId="1036"/>
          <ac:picMkLst>
            <pc:docMk/>
            <pc:sldMk cId="3860073897" sldId="334"/>
            <ac:picMk id="51" creationId="{285A3604-69ED-BA2F-D287-059161F027A3}"/>
          </ac:picMkLst>
        </pc:picChg>
        <pc:picChg chg="add mod">
          <ac:chgData name="Lorenzo Margotti" userId="b8a0aefb-e2c6-4223-9d58-5bf59b7d88b0" providerId="ADAL" clId="{E1608910-3E4E-45FF-B891-19E816E7456B}" dt="2025-11-29T16:44:07.113" v="12679" actId="1035"/>
          <ac:picMkLst>
            <pc:docMk/>
            <pc:sldMk cId="3860073897" sldId="334"/>
            <ac:picMk id="53" creationId="{40DA6DC0-AF71-D4AF-B5FB-12114C94EB1F}"/>
          </ac:picMkLst>
        </pc:picChg>
        <pc:picChg chg="add mod">
          <ac:chgData name="Lorenzo Margotti" userId="b8a0aefb-e2c6-4223-9d58-5bf59b7d88b0" providerId="ADAL" clId="{E1608910-3E4E-45FF-B891-19E816E7456B}" dt="2025-11-29T17:21:03.447" v="13376" actId="1076"/>
          <ac:picMkLst>
            <pc:docMk/>
            <pc:sldMk cId="3860073897" sldId="334"/>
            <ac:picMk id="55" creationId="{406F4FC5-0C2C-CDCD-35D1-6083F22D84F5}"/>
          </ac:picMkLst>
        </pc:picChg>
        <pc:picChg chg="add mod">
          <ac:chgData name="Lorenzo Margotti" userId="b8a0aefb-e2c6-4223-9d58-5bf59b7d88b0" providerId="ADAL" clId="{E1608910-3E4E-45FF-B891-19E816E7456B}" dt="2025-11-29T16:56:27.428" v="12906" actId="1076"/>
          <ac:picMkLst>
            <pc:docMk/>
            <pc:sldMk cId="3860073897" sldId="334"/>
            <ac:picMk id="57" creationId="{95421A37-9056-C0D9-5930-F1CE6417EAD7}"/>
          </ac:picMkLst>
        </pc:picChg>
        <pc:picChg chg="add mod">
          <ac:chgData name="Lorenzo Margotti" userId="b8a0aefb-e2c6-4223-9d58-5bf59b7d88b0" providerId="ADAL" clId="{E1608910-3E4E-45FF-B891-19E816E7456B}" dt="2025-11-29T16:57:37.833" v="13031" actId="1035"/>
          <ac:picMkLst>
            <pc:docMk/>
            <pc:sldMk cId="3860073897" sldId="334"/>
            <ac:picMk id="59" creationId="{B9A7AA2A-D338-69ED-8564-488626216703}"/>
          </ac:picMkLst>
        </pc:picChg>
        <pc:picChg chg="add mod">
          <ac:chgData name="Lorenzo Margotti" userId="b8a0aefb-e2c6-4223-9d58-5bf59b7d88b0" providerId="ADAL" clId="{E1608910-3E4E-45FF-B891-19E816E7456B}" dt="2025-11-29T17:02:28.343" v="13089" actId="207"/>
          <ac:picMkLst>
            <pc:docMk/>
            <pc:sldMk cId="3860073897" sldId="334"/>
            <ac:picMk id="61" creationId="{D98408B5-9CB7-3B17-233B-5C12617992ED}"/>
          </ac:picMkLst>
        </pc:picChg>
        <pc:picChg chg="add mod">
          <ac:chgData name="Lorenzo Margotti" userId="b8a0aefb-e2c6-4223-9d58-5bf59b7d88b0" providerId="ADAL" clId="{E1608910-3E4E-45FF-B891-19E816E7456B}" dt="2025-11-29T17:01:41.904" v="13085" actId="1076"/>
          <ac:picMkLst>
            <pc:docMk/>
            <pc:sldMk cId="3860073897" sldId="334"/>
            <ac:picMk id="63" creationId="{929181F7-4EEF-E431-9A5C-73EE81F2012F}"/>
          </ac:picMkLst>
        </pc:picChg>
        <pc:cxnChg chg="add mod">
          <ac:chgData name="Lorenzo Margotti" userId="b8a0aefb-e2c6-4223-9d58-5bf59b7d88b0" providerId="ADAL" clId="{E1608910-3E4E-45FF-B891-19E816E7456B}" dt="2025-11-29T17:21:20.976" v="13379" actId="208"/>
          <ac:cxnSpMkLst>
            <pc:docMk/>
            <pc:sldMk cId="3860073897" sldId="334"/>
            <ac:cxnSpMk id="66" creationId="{59783C99-80FD-0ECE-1EC5-667465ABF9F2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CDD2B2-DAD9-F640-FCD4-3A31CF30AA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493399-04E8-DCA4-F907-15A8732AE6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2200D3-E72B-4904-AE64-C03AC77FAE2B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E8914-D2CA-3399-0540-EC9283E3EF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A0847-2803-0B70-7AE0-066536B65A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E1292-F7D9-43CA-8CF9-3F4CFED6807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982966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6:10:52.189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665 1042 4915,'0'-1'4421,"0"-4"-4495,0-5 74,2 0 0,-1 0 0,1 0 0,7-18 0,-7 21 0,14-38 99,2 1 1,26-47-1,56-79 892,-54 100-1020,3 2 1,80-85 0,-89 112-176,1 1-1,3 3 1,1 1 0,70-42 0,-91 63 13,0 2-1,1 1 1,1 1 0,52-16-1,-68 25 120,0-1-1,0 2 1,0-1 0,1 1-1,-1 1 1,1 0-1,-1 0 1,1 1-1,-1 0 1,0 1-1,1 0 1,-1 0-1,0 1 1,0 0-1,-1 1 1,16 8-1,-13-5-55,-1 1 0,-1 0 0,1 1 0,-1 0 0,-1 1 0,1-1 0,-2 2 0,10 14 0,-6-7-9,-2 0 0,0 1 0,-1 1 0,11 37 0,-12-28 0,-2 1 0,4 56 0,-8-24 91,-8 71-1,-6-20 47,-6-1 0,-6-1 0,-58 170 0,22-123 0,-148 271 0,89-230 0,-268 338 0,249-371 0,-223 206 0,233-261 0,86-77 0,-2-2 0,-68 37 0,95-60-1,-28 10 1,40-17 2,0 0 0,0-1 1,0 0-1,0 0 1,-1 0-1,1-1 1,0 1-1,0-1 0,-10-1 1,12 0 5,1 1 0,0-1 0,-1 1 0,1-1 1,0 0-1,0 0 0,0 0 0,-1 0 0,1-1 0,0 1 0,1 0 0,-1-1 1,0 0-1,0 1 0,1-1 0,-1 0 0,1 0 0,-2-2 0,0 0 14,1-1-1,0 1 0,0-1 0,1 1 1,-1-1-1,1 0 0,0 0 0,0-5 1,1-2-9,-1 1 0,2 0 1,0 0-1,0 0 0,5-17 1,5-10-53,25-58-1,49-74-139,36-25 80,44-30 23,36-21 68,255-239 0,171-93 8,21 17 0,-94 100 0,-384 324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45AFA-10C4-4ED9-9308-C9EADEF9AA81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503F2-DFD8-49D0-B74B-F6B4551164F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982452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A6DC2-1C93-4887-BFD8-7FB9BF374F06}" type="slidenum">
              <a:rPr lang="it-IT" smtClean="0"/>
              <a:t>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02721-82B8-FD9E-EE66-52FB9A699C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504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03F2-DFD8-49D0-B74B-F6B4551164F9}" type="slidenum">
              <a:rPr lang="it-IT" smtClean="0"/>
              <a:t>2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E4FB3-8EA7-4846-9D37-8064530318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9205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99A71-C8F4-206A-B464-0B733EDE4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FE996-ED1A-D8D0-D3B1-0B7DD83CA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9954A-0417-5C0A-3606-F6E3E2BE1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0E1C7-2EB9-60BF-9E7E-4E0E2C9EB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03F2-DFD8-49D0-B74B-F6B4551164F9}" type="slidenum">
              <a:rPr lang="it-IT" smtClean="0"/>
              <a:t>3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860BF-6127-705F-7825-929772B0BD6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774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F596A-A719-F134-23A1-A96237E4F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C9A7A-9F27-7A07-1C01-C9FE9AA4D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F17A1E-536C-8800-A929-95706B3B3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87725-711A-04B5-7FD6-55B571116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03F2-DFD8-49D0-B74B-F6B4551164F9}" type="slidenum">
              <a:rPr lang="it-IT" smtClean="0"/>
              <a:t>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05529-5D04-947E-D72D-4257603D8B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0310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A6DC2-1C93-4887-BFD8-7FB9BF374F06}" type="slidenum">
              <a:rPr lang="it-IT" smtClean="0"/>
              <a:t>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EE9BE-8657-361D-6CB6-52D967DA1F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8864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D64D-9CA8-4F1A-F920-DA1597BAE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D486A-BE1B-52D3-2137-3E2C99ED2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C6D70-5476-E182-7BA4-28B176BB4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A26E1-D5AE-CE0F-5D66-9EE0A5CFB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A6DC2-1C93-4887-BFD8-7FB9BF374F06}" type="slidenum">
              <a:rPr lang="it-IT" smtClean="0"/>
              <a:t>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8F975-A3E7-FB9C-EA8C-176C115F937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7280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A31512-63AF-4940-A686-8B5AEF569675}" type="slidenum">
              <a:rPr lang="it-IT" smtClean="0"/>
              <a:t>9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37826-5C58-56F7-D095-7B27D6948F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2257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03F2-DFD8-49D0-B74B-F6B4551164F9}" type="slidenum">
              <a:rPr lang="it-IT" smtClean="0"/>
              <a:t>11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5D6C6-1C94-43B2-0A15-98583DF763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579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03F2-DFD8-49D0-B74B-F6B4551164F9}" type="slidenum">
              <a:rPr lang="it-IT" smtClean="0"/>
              <a:t>13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EBF37-EB55-FDE3-16B7-FD5D4B8265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9338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318F8-6F94-1D5C-972F-77FD95A40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6C206E-7A28-EF36-3BD5-9710778CB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9153C-22E2-E8E8-D277-1F6E025B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1EEF3-E02B-4C79-A6EE-57B3A61C43F4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68AD4-E8CB-B0BE-1DED-34387ED3E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22141-EE83-E52C-AACB-CDEA1EB7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04B8-78A6-4650-913C-1759AD383C1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635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518DE-3B18-54E8-996D-65037CA65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C2B6C-83AE-2E7F-2CD0-0F50D3B88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7255B-4735-4AD8-35CD-0A3836FD2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FDEF-EFB4-45C9-9C03-AA7F74722952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300F3-B96A-3DDD-FBE1-1FE717B27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727B2-2277-E5A0-4783-87C1F9A27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04B8-78A6-4650-913C-1759AD383C1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631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8B1C0-7428-7C0B-3147-606F14AA6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F5FBC-4712-9B90-5EFD-8258B3447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73C06-218A-F7D2-4DB6-A65B721A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8A69-FA57-4F90-A628-014BBF993C89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5937A-5EDA-DD6F-3A93-1CE2E1AF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2313B-7990-16DB-5DE9-EA978037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04B8-78A6-4650-913C-1759AD383C1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6738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61326-C8E1-0DC5-F4D6-69DB50C0E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DC1E2-2CC3-7321-82DE-47F848EAA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78C68-2472-11B7-C402-89BC262D6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B595E-F2F6-8556-E0D1-04BF3BD74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EA1A2-30D4-4B3E-90F0-4EB50C106F91}" type="datetime1">
              <a:rPr lang="it-IT" smtClean="0"/>
              <a:t>27/11/2025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47799-1437-35E0-AD35-DA1A40C77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53299-B5A7-5D2D-D7AE-E1399E05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04B8-78A6-4650-913C-1759AD383C1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5607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1B7D2-C05E-E08E-437E-97CFBB621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1137E-8476-F09E-2DBF-B377F9CE3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291F0-CEA8-B3C4-D99A-64B9777ED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E2B277-7E7A-03BC-3489-B7708A45D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9144-4D47-6112-92E6-13BC412BA8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795410-2A30-8072-7F0F-678F0D5E6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75F4-F9ED-4782-8187-17395BF2E656}" type="datetime1">
              <a:rPr lang="it-IT" smtClean="0"/>
              <a:t>27/11/2025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A480A6-41AE-9C38-31E7-E976F8810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5B9165-99FC-A405-AA4C-9F962810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04B8-78A6-4650-913C-1759AD383C1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657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7655-426D-9020-2422-C5C797E0A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51FDE8-8CCC-4C0C-F624-BBB941A32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AC326-566D-4F24-A004-2697C1BE4F94}" type="datetime1">
              <a:rPr lang="it-IT" smtClean="0"/>
              <a:t>27/11/2025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0F4CD-E768-59B3-C985-491589530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22E00-6D62-360A-DACE-9E6689D95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04B8-78A6-4650-913C-1759AD383C1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232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2A8CCF-1A9C-94A0-7F2C-8F92137AC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CB8A-9BA7-4347-BC22-622CE95D62D4}" type="datetime1">
              <a:rPr lang="it-IT" smtClean="0"/>
              <a:t>27/11/2025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7C1D3-9F80-B480-3640-19730C6AB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00B76-BFD3-F8FF-3083-B1A4C40D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04B8-78A6-4650-913C-1759AD383C1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84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7FF5-9D10-C112-0335-07F6D114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94089-84F1-251A-62B1-73505DFB8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BD5FD-8033-D831-F10F-3DE904E0E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68EA7-9AEE-7AC7-C517-7209C579C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8331-7393-42D9-9E62-06B058F5819B}" type="datetime1">
              <a:rPr lang="it-IT" smtClean="0"/>
              <a:t>27/11/2025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87833-7EF0-09C2-F7B8-7E4777FB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28C66-471A-A4FE-C7E6-6BE7D397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04B8-78A6-4650-913C-1759AD383C1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091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DC865-25F0-7F01-BD54-13782EFD6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4B1AF1-190E-D982-8733-C95C355EC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2F1F8-3B48-36D2-FD32-37CF8FFF7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2EE9D-8768-7E32-D010-A754D01CE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A84-7C85-4229-88B1-132C65D57055}" type="datetime1">
              <a:rPr lang="it-IT" smtClean="0"/>
              <a:t>27/11/2025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31DE5-9FE2-0CD1-F6C8-BFEFF5A96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0FA7E-D0AD-CDB7-ED51-ABC2F183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04B8-78A6-4650-913C-1759AD383C1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142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D782A-E99D-E3A1-31EF-E28D50343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0208A-C816-3E93-E0B9-8BA4D42A7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F7D86-6A27-F467-FAE0-A8DC6DEAC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40EB-ACBA-4BAB-A8E2-128C9C248325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B68E0-6AEE-7E70-D1C3-9326028B0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B81C-9377-9B3C-87C2-BAA971E20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04B8-78A6-4650-913C-1759AD383C1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8382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4BA5AD-E5C2-F725-0FCB-88837B9F8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C4C69-EA34-2E4C-8D07-C573CB8D5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EE348-5936-1C92-222E-A9F9EA66F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D893-196B-4996-869C-43C72FF41742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9DA9F-70EE-D95F-7A50-999D18C4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F052E-3D28-C1ED-0339-33972584F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04B8-78A6-4650-913C-1759AD383C1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5972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2AE7F6-DDD5-2585-1611-834BD97F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2D893-E3C2-0BB7-4C00-E01B65785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2F7D6-933E-CAEE-495E-7CE2C6DD4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E77FC-59F3-4FE3-8AF7-0ED8295B3BFC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3D6ED-741F-FA55-DC66-D90715BCE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43520-EE35-E8E7-DC49-0169E1769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8A04B8-78A6-4650-913C-1759AD383C1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691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openxmlformats.org/officeDocument/2006/relationships/image" Target="../media/image1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oleObject" Target="../embeddings/oleObject1.bin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microsoft.com/office/2007/relationships/hdphoto" Target="../media/hdphoto1.wdp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9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microsoft.com/office/2007/relationships/hdphoto" Target="../media/hdphoto2.wdp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svg"/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svg"/><Relationship Id="rId5" Type="http://schemas.openxmlformats.org/officeDocument/2006/relationships/image" Target="../media/image48.sv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FBB61B-E291-882D-7F81-FF554DE1A62F}"/>
              </a:ext>
            </a:extLst>
          </p:cNvPr>
          <p:cNvSpPr txBox="1"/>
          <p:nvPr/>
        </p:nvSpPr>
        <p:spPr>
          <a:xfrm>
            <a:off x="4542286" y="5791412"/>
            <a:ext cx="3059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latin typeface="Arial Nova Cond" panose="020B0506020202020204" pitchFamily="34" charset="0"/>
                <a:cs typeface="Aldhabi" panose="020F0502020204030204" pitchFamily="2" charset="-78"/>
              </a:rPr>
              <a:t>Proposer</a:t>
            </a:r>
            <a:r>
              <a:rPr lang="it-IT" sz="2400" dirty="0">
                <a:latin typeface="Arial Nova Cond" panose="020B0506020202020204" pitchFamily="34" charset="0"/>
                <a:cs typeface="Aldhabi" panose="020F0502020204030204" pitchFamily="2" charset="-78"/>
              </a:rPr>
              <a:t>: </a:t>
            </a:r>
            <a:r>
              <a:rPr lang="it-IT" sz="2400" b="1" dirty="0" err="1">
                <a:latin typeface="Arial Nova Cond" panose="020B0506020202020204" pitchFamily="34" charset="0"/>
                <a:cs typeface="Aldhabi" panose="020F0502020204030204" pitchFamily="2" charset="-78"/>
              </a:rPr>
              <a:t>L.Margotti</a:t>
            </a:r>
            <a:endParaRPr lang="it-IT" sz="2400" b="1" dirty="0">
              <a:latin typeface="Arial Nova Cond" panose="020B0506020202020204" pitchFamily="34" charset="0"/>
              <a:cs typeface="Aldhabi" panose="020F0502020204030204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6C424C-381C-4E5A-B516-02496FB8AB03}"/>
              </a:ext>
            </a:extLst>
          </p:cNvPr>
          <p:cNvSpPr/>
          <p:nvPr/>
        </p:nvSpPr>
        <p:spPr>
          <a:xfrm>
            <a:off x="1180036" y="4086224"/>
            <a:ext cx="9784426" cy="1526310"/>
          </a:xfrm>
          <a:prstGeom prst="roundRect">
            <a:avLst/>
          </a:prstGeom>
          <a:solidFill>
            <a:srgbClr val="198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bg1"/>
                </a:solidFill>
              </a:rPr>
              <a:t>    </a:t>
            </a:r>
            <a:r>
              <a:rPr lang="it-IT" sz="3600" b="1" dirty="0">
                <a:solidFill>
                  <a:schemeClr val="bg1"/>
                </a:solidFill>
              </a:rPr>
              <a:t>P</a:t>
            </a:r>
            <a:r>
              <a:rPr lang="it-IT" sz="3600" dirty="0">
                <a:solidFill>
                  <a:schemeClr val="bg1"/>
                </a:solidFill>
              </a:rPr>
              <a:t>erovskite-</a:t>
            </a:r>
            <a:r>
              <a:rPr lang="it-IT" sz="3600" b="1" dirty="0" err="1">
                <a:solidFill>
                  <a:schemeClr val="bg1"/>
                </a:solidFill>
              </a:rPr>
              <a:t>H</a:t>
            </a:r>
            <a:r>
              <a:rPr lang="it-IT" sz="3600" dirty="0" err="1">
                <a:solidFill>
                  <a:schemeClr val="bg1"/>
                </a:solidFill>
              </a:rPr>
              <a:t>ybrid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b="1" dirty="0">
                <a:solidFill>
                  <a:schemeClr val="bg1"/>
                </a:solidFill>
              </a:rPr>
              <a:t>A</a:t>
            </a:r>
            <a:r>
              <a:rPr lang="it-IT" sz="3600" dirty="0">
                <a:solidFill>
                  <a:schemeClr val="bg1"/>
                </a:solidFill>
              </a:rPr>
              <a:t>rchitecture for </a:t>
            </a:r>
            <a:r>
              <a:rPr lang="it-IT" sz="3600" b="1" dirty="0" err="1">
                <a:solidFill>
                  <a:schemeClr val="bg1"/>
                </a:solidFill>
              </a:rPr>
              <a:t>S</a:t>
            </a:r>
            <a:r>
              <a:rPr lang="it-IT" sz="3600" dirty="0" err="1">
                <a:solidFill>
                  <a:schemeClr val="bg1"/>
                </a:solidFill>
              </a:rPr>
              <a:t>pectroscopy</a:t>
            </a:r>
            <a:r>
              <a:rPr lang="it-IT" sz="3600" dirty="0">
                <a:solidFill>
                  <a:schemeClr val="bg1"/>
                </a:solidFill>
              </a:rPr>
              <a:t> and </a:t>
            </a:r>
            <a:r>
              <a:rPr lang="it-IT" sz="3600" b="1" dirty="0">
                <a:solidFill>
                  <a:schemeClr val="bg1"/>
                </a:solidFill>
              </a:rPr>
              <a:t>E</a:t>
            </a:r>
            <a:r>
              <a:rPr lang="it-IT" sz="3600" dirty="0">
                <a:solidFill>
                  <a:schemeClr val="bg1"/>
                </a:solidFill>
              </a:rPr>
              <a:t>nergy-</a:t>
            </a:r>
            <a:r>
              <a:rPr lang="it-IT" sz="3600" dirty="0" err="1">
                <a:solidFill>
                  <a:schemeClr val="bg1"/>
                </a:solidFill>
              </a:rPr>
              <a:t>Counting</a:t>
            </a:r>
            <a:r>
              <a:rPr lang="it-IT" sz="3600" dirty="0">
                <a:solidFill>
                  <a:schemeClr val="bg1"/>
                </a:solidFill>
              </a:rPr>
              <a:t> of </a:t>
            </a:r>
            <a:r>
              <a:rPr lang="el-GR" sz="3600" b="1" dirty="0">
                <a:solidFill>
                  <a:schemeClr val="bg1"/>
                </a:solidFill>
              </a:rPr>
              <a:t>γ</a:t>
            </a:r>
            <a:r>
              <a:rPr lang="it-IT" sz="3600" dirty="0">
                <a:solidFill>
                  <a:schemeClr val="bg1"/>
                </a:solidFill>
              </a:rPr>
              <a:t>-Rays</a:t>
            </a:r>
            <a:endParaRPr lang="it-IT" sz="3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7922F3-9F95-343F-0D16-13DEE5AB5A91}"/>
              </a:ext>
            </a:extLst>
          </p:cNvPr>
          <p:cNvSpPr txBox="1"/>
          <p:nvPr/>
        </p:nvSpPr>
        <p:spPr>
          <a:xfrm>
            <a:off x="488313" y="6271480"/>
            <a:ext cx="12365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latin typeface="Arial Nova Cond" panose="020B0506020202020204" pitchFamily="34" charset="0"/>
              </a:rPr>
              <a:t>Members</a:t>
            </a:r>
            <a:r>
              <a:rPr lang="it-IT" sz="2400" dirty="0">
                <a:latin typeface="Arial Nova Cond" panose="020B0506020202020204" pitchFamily="34" charset="0"/>
              </a:rPr>
              <a:t>: </a:t>
            </a:r>
            <a:r>
              <a:rPr lang="it-IT" sz="2400" b="1" dirty="0">
                <a:latin typeface="Arial Nova Cond" panose="020B0506020202020204" pitchFamily="34" charset="0"/>
              </a:rPr>
              <a:t>Dr. A. Ciavatti, Dr. I. Fratelli, Dr. S.M. Carturan, Dr. C. Sbarra, Prof. B. Fraboni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A1304-86F8-8E22-D8FA-71C934803B0A}"/>
              </a:ext>
            </a:extLst>
          </p:cNvPr>
          <p:cNvGrpSpPr/>
          <p:nvPr/>
        </p:nvGrpSpPr>
        <p:grpSpPr>
          <a:xfrm>
            <a:off x="3168572" y="181573"/>
            <a:ext cx="6710172" cy="4282469"/>
            <a:chOff x="952500" y="0"/>
            <a:chExt cx="10287000" cy="6858000"/>
          </a:xfrm>
        </p:grpSpPr>
        <p:pic>
          <p:nvPicPr>
            <p:cNvPr id="7" name="Picture 6" descr="A blue logo with black text&#10;&#10;AI-generated content may be incorrect.">
              <a:extLst>
                <a:ext uri="{FF2B5EF4-FFF2-40B4-BE49-F238E27FC236}">
                  <a16:creationId xmlns:a16="http://schemas.microsoft.com/office/drawing/2014/main" id="{6ECF6C09-A63A-7A3D-5A1F-6C4F456AF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500" y="0"/>
              <a:ext cx="10287000" cy="68580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DF04071-1374-DD32-6EE0-7C8B6A78C2B7}"/>
                    </a:ext>
                  </a:extLst>
                </p14:cNvPr>
                <p14:cNvContentPartPr/>
                <p14:nvPr/>
              </p14:nvContentPartPr>
              <p14:xfrm>
                <a:off x="8592984" y="4050144"/>
                <a:ext cx="1701360" cy="1937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DF04071-1374-DD32-6EE0-7C8B6A78C2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496410" y="3949827"/>
                  <a:ext cx="1893956" cy="2138371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30" name="Picture 6" descr="INFN Bologna – Istituto Nazionale di Fisica Nucleare Sezione di Bologna">
            <a:extLst>
              <a:ext uri="{FF2B5EF4-FFF2-40B4-BE49-F238E27FC236}">
                <a16:creationId xmlns:a16="http://schemas.microsoft.com/office/drawing/2014/main" id="{1B68F090-8DD5-7D95-303D-EB8425121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60"/>
            <a:ext cx="3192323" cy="122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4952B4-A58E-7A98-7DB7-45F5A1E18E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4905" y="124855"/>
            <a:ext cx="1987856" cy="9267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02233F3-E159-07E6-B1AB-B360F664AF2C}"/>
              </a:ext>
            </a:extLst>
          </p:cNvPr>
          <p:cNvSpPr txBox="1"/>
          <p:nvPr/>
        </p:nvSpPr>
        <p:spPr>
          <a:xfrm>
            <a:off x="3049979" y="124855"/>
            <a:ext cx="6044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Arial Nova Cond" panose="020B0506020202020204" pitchFamily="34" charset="0"/>
                <a:cs typeface="Aldhabi" panose="020F0502020204030204" pitchFamily="2" charset="-78"/>
              </a:rPr>
              <a:t>CSN 5 -  GRANT GIOVANI RICERCATORI 2025</a:t>
            </a:r>
          </a:p>
        </p:txBody>
      </p:sp>
    </p:spTree>
    <p:extLst>
      <p:ext uri="{BB962C8B-B14F-4D97-AF65-F5344CB8AC3E}">
        <p14:creationId xmlns:p14="http://schemas.microsoft.com/office/powerpoint/2010/main" val="1528071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B6355E-6D57-7E1F-87BB-E41406BC5B12}"/>
              </a:ext>
            </a:extLst>
          </p:cNvPr>
          <p:cNvSpPr/>
          <p:nvPr/>
        </p:nvSpPr>
        <p:spPr>
          <a:xfrm>
            <a:off x="-5891" y="536007"/>
            <a:ext cx="12201526" cy="445304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D02555-779E-3ACE-DADF-D068888B73F3}"/>
              </a:ext>
            </a:extLst>
          </p:cNvPr>
          <p:cNvSpPr/>
          <p:nvPr/>
        </p:nvSpPr>
        <p:spPr>
          <a:xfrm>
            <a:off x="-9526" y="-46079"/>
            <a:ext cx="12201526" cy="613989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BAD781-6949-1593-46BA-6CB53DEE5EC5}"/>
              </a:ext>
            </a:extLst>
          </p:cNvPr>
          <p:cNvSpPr txBox="1"/>
          <p:nvPr/>
        </p:nvSpPr>
        <p:spPr>
          <a:xfrm>
            <a:off x="-13161" y="-38082"/>
            <a:ext cx="1220516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PEROVSKITE-</a:t>
            </a:r>
            <a:r>
              <a:rPr lang="it-IT" sz="38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Based</a:t>
            </a:r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</a:t>
            </a:r>
            <a:r>
              <a:rPr lang="el-GR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γ</a:t>
            </a:r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-DETECTORS</a:t>
            </a:r>
          </a:p>
          <a:p>
            <a:pPr algn="ctr"/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A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Proof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of Concept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towards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printable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, high-performance devices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DC842C6-3857-10B0-A998-7823CBF6C1AF}"/>
              </a:ext>
            </a:extLst>
          </p:cNvPr>
          <p:cNvGrpSpPr/>
          <p:nvPr/>
        </p:nvGrpSpPr>
        <p:grpSpPr>
          <a:xfrm>
            <a:off x="907877" y="1016355"/>
            <a:ext cx="10398298" cy="3549308"/>
            <a:chOff x="1050752" y="1016355"/>
            <a:chExt cx="10398298" cy="354930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5CB70A3-67F1-4C80-A49A-924E70D72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2678" y="1452136"/>
              <a:ext cx="10236372" cy="3113527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EFB683A-041D-8D2A-B7CE-323412EAAFB4}"/>
                </a:ext>
              </a:extLst>
            </p:cNvPr>
            <p:cNvSpPr txBox="1"/>
            <p:nvPr/>
          </p:nvSpPr>
          <p:spPr>
            <a:xfrm>
              <a:off x="1050752" y="1016355"/>
              <a:ext cx="4338367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2400" b="1" i="1" dirty="0"/>
                <a:t>Gamma SPECTROSCOPY (GS)</a:t>
              </a:r>
            </a:p>
            <a:p>
              <a:pPr algn="ctr"/>
              <a:r>
                <a:rPr lang="it-IT" b="1" i="1" dirty="0"/>
                <a:t>Single Pixel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B7A0AD8-DA83-2556-6206-360DF457517C}"/>
                </a:ext>
              </a:extLst>
            </p:cNvPr>
            <p:cNvSpPr txBox="1"/>
            <p:nvPr/>
          </p:nvSpPr>
          <p:spPr>
            <a:xfrm>
              <a:off x="6844838" y="1016355"/>
              <a:ext cx="4529958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b="1" i="1" dirty="0"/>
                <a:t>PHOTON COUNTING Dev (PCD)</a:t>
              </a:r>
            </a:p>
            <a:p>
              <a:pPr algn="ctr"/>
              <a:r>
                <a:rPr lang="it-IT" b="1" i="1" dirty="0"/>
                <a:t>Single Pixel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ECFB1DE-0AA5-F764-4E8C-6F8A9349F710}"/>
              </a:ext>
            </a:extLst>
          </p:cNvPr>
          <p:cNvSpPr txBox="1"/>
          <p:nvPr/>
        </p:nvSpPr>
        <p:spPr>
          <a:xfrm>
            <a:off x="11883902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Amasis MT Pro Medium" panose="020406040500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41223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EC112-8A75-9270-82B6-BF7E5613F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BD3362-F03F-0EF8-1F71-2D4A732F0ED0}"/>
              </a:ext>
            </a:extLst>
          </p:cNvPr>
          <p:cNvSpPr/>
          <p:nvPr/>
        </p:nvSpPr>
        <p:spPr>
          <a:xfrm>
            <a:off x="-5891" y="536007"/>
            <a:ext cx="12201526" cy="445304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31BE25-AE47-B25B-2BF0-B93B11BD28C6}"/>
              </a:ext>
            </a:extLst>
          </p:cNvPr>
          <p:cNvSpPr/>
          <p:nvPr/>
        </p:nvSpPr>
        <p:spPr>
          <a:xfrm>
            <a:off x="-9526" y="-46079"/>
            <a:ext cx="12201526" cy="613989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7EF6F-B919-0B83-448C-47A6BCA713D5}"/>
              </a:ext>
            </a:extLst>
          </p:cNvPr>
          <p:cNvSpPr txBox="1"/>
          <p:nvPr/>
        </p:nvSpPr>
        <p:spPr>
          <a:xfrm>
            <a:off x="-13161" y="-38082"/>
            <a:ext cx="1220516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PEROVSKITE-</a:t>
            </a:r>
            <a:r>
              <a:rPr lang="it-IT" sz="38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Based</a:t>
            </a:r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</a:t>
            </a:r>
            <a:r>
              <a:rPr lang="el-GR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γ</a:t>
            </a:r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-DETECTORS</a:t>
            </a:r>
          </a:p>
          <a:p>
            <a:pPr algn="ctr"/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A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Proof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of Concept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towards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printable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, high-performance devices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FF39F7-5D48-5A9F-8764-8F17FEFFF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277" y="1446481"/>
            <a:ext cx="10179223" cy="54115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508C86-8659-9059-8F3A-6BB2164A8FC4}"/>
              </a:ext>
            </a:extLst>
          </p:cNvPr>
          <p:cNvSpPr txBox="1"/>
          <p:nvPr/>
        </p:nvSpPr>
        <p:spPr>
          <a:xfrm>
            <a:off x="907877" y="1016355"/>
            <a:ext cx="433836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i="1" dirty="0"/>
              <a:t>Gamma SPECTROSCOPY (GS)</a:t>
            </a:r>
          </a:p>
          <a:p>
            <a:pPr algn="ctr"/>
            <a:r>
              <a:rPr lang="it-IT" b="1" i="1" dirty="0"/>
              <a:t>Single Pixel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DB13AD-0997-FD8F-896C-1DFC6CA0A8BE}"/>
              </a:ext>
            </a:extLst>
          </p:cNvPr>
          <p:cNvSpPr txBox="1"/>
          <p:nvPr/>
        </p:nvSpPr>
        <p:spPr>
          <a:xfrm>
            <a:off x="6701963" y="1016355"/>
            <a:ext cx="45299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i="1" dirty="0"/>
              <a:t>PHOTON COUNTING Dev (PCD)</a:t>
            </a:r>
          </a:p>
          <a:p>
            <a:pPr algn="ctr"/>
            <a:r>
              <a:rPr lang="it-IT" b="1" i="1" dirty="0"/>
              <a:t>Single Pixel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023677-4C36-E7D3-B816-9717C50E4E32}"/>
              </a:ext>
            </a:extLst>
          </p:cNvPr>
          <p:cNvSpPr txBox="1"/>
          <p:nvPr/>
        </p:nvSpPr>
        <p:spPr>
          <a:xfrm>
            <a:off x="11883902" y="64886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Amasis MT Pro Medium" panose="020406040500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0591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04D91-CCF1-E072-127D-00AA8082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41B21C-9C52-780A-2E51-50232D1927B5}"/>
              </a:ext>
            </a:extLst>
          </p:cNvPr>
          <p:cNvSpPr/>
          <p:nvPr/>
        </p:nvSpPr>
        <p:spPr>
          <a:xfrm>
            <a:off x="-5891" y="536007"/>
            <a:ext cx="12201526" cy="445304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6C9269-3A4C-FD99-5FBA-D26AE80D49D4}"/>
              </a:ext>
            </a:extLst>
          </p:cNvPr>
          <p:cNvSpPr/>
          <p:nvPr/>
        </p:nvSpPr>
        <p:spPr>
          <a:xfrm>
            <a:off x="-9526" y="-46079"/>
            <a:ext cx="12201526" cy="613989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66007D-7EBC-A654-640B-58CB919C0AFC}"/>
              </a:ext>
            </a:extLst>
          </p:cNvPr>
          <p:cNvSpPr txBox="1"/>
          <p:nvPr/>
        </p:nvSpPr>
        <p:spPr>
          <a:xfrm>
            <a:off x="-13161" y="-38082"/>
            <a:ext cx="1220516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PEROVSKITE-</a:t>
            </a:r>
            <a:r>
              <a:rPr lang="it-IT" sz="38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Based</a:t>
            </a:r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</a:t>
            </a:r>
            <a:r>
              <a:rPr lang="el-GR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γ</a:t>
            </a:r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-DETECTORS</a:t>
            </a:r>
          </a:p>
          <a:p>
            <a:pPr algn="ctr"/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A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Proof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of Concept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towards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printable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, high-performance devices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A85A5F-3BD6-6D30-E5AB-A18305132C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0277" y="1446481"/>
            <a:ext cx="10179223" cy="54115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FC48AB-7113-9E39-E3AB-E837A8C12987}"/>
              </a:ext>
            </a:extLst>
          </p:cNvPr>
          <p:cNvSpPr txBox="1"/>
          <p:nvPr/>
        </p:nvSpPr>
        <p:spPr>
          <a:xfrm>
            <a:off x="907877" y="1016355"/>
            <a:ext cx="433836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i="1" dirty="0"/>
              <a:t>Gamma SPECTROSCOPY (GS)</a:t>
            </a:r>
          </a:p>
          <a:p>
            <a:pPr algn="ctr"/>
            <a:r>
              <a:rPr lang="it-IT" b="1" i="1" dirty="0"/>
              <a:t>Single Pixel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70C644-838E-D814-4CF8-7D4DA3E08C9A}"/>
              </a:ext>
            </a:extLst>
          </p:cNvPr>
          <p:cNvSpPr txBox="1"/>
          <p:nvPr/>
        </p:nvSpPr>
        <p:spPr>
          <a:xfrm>
            <a:off x="6701963" y="1016355"/>
            <a:ext cx="45299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i="1" dirty="0"/>
              <a:t>PHOTON COUNTING Dev (PCD)</a:t>
            </a:r>
          </a:p>
          <a:p>
            <a:pPr algn="ctr"/>
            <a:r>
              <a:rPr lang="it-IT" b="1" i="1" dirty="0"/>
              <a:t>Single Pixel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D6CF37-1638-C419-1950-7AF067E4E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562" y="4467225"/>
            <a:ext cx="4424813" cy="22559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CFC0D0-052E-4722-A55B-B693FB83D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683" y="4467461"/>
            <a:ext cx="4712252" cy="225595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FE4AD89-D154-BD00-1FA4-8E525647138C}"/>
              </a:ext>
            </a:extLst>
          </p:cNvPr>
          <p:cNvSpPr/>
          <p:nvPr/>
        </p:nvSpPr>
        <p:spPr>
          <a:xfrm>
            <a:off x="1182822" y="1855417"/>
            <a:ext cx="4544291" cy="220287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000" dirty="0">
                <a:solidFill>
                  <a:schemeClr val="tx1"/>
                </a:solidFill>
              </a:rPr>
              <a:t>Detector </a:t>
            </a:r>
            <a:r>
              <a:rPr lang="it-IT" sz="2000" dirty="0" err="1">
                <a:solidFill>
                  <a:schemeClr val="tx1"/>
                </a:solidFill>
              </a:rPr>
              <a:t>type</a:t>
            </a:r>
            <a:r>
              <a:rPr lang="it-IT" sz="2000" dirty="0">
                <a:solidFill>
                  <a:schemeClr val="tx1"/>
                </a:solidFill>
              </a:rPr>
              <a:t>: </a:t>
            </a:r>
            <a:r>
              <a:rPr lang="it-IT" sz="2000" b="1" dirty="0">
                <a:solidFill>
                  <a:schemeClr val="tx1"/>
                </a:solidFill>
              </a:rPr>
              <a:t>DIRECT</a:t>
            </a:r>
          </a:p>
          <a:p>
            <a:pPr algn="ctr"/>
            <a:endParaRPr lang="it-IT" sz="2000" b="1" dirty="0">
              <a:solidFill>
                <a:schemeClr val="tx1"/>
              </a:solidFill>
            </a:endParaRPr>
          </a:p>
          <a:p>
            <a:pPr marL="342900" indent="-342900" algn="ctr">
              <a:buFontTx/>
              <a:buChar char="-"/>
            </a:pPr>
            <a:r>
              <a:rPr lang="it-IT" sz="2000" dirty="0">
                <a:solidFill>
                  <a:schemeClr val="tx1"/>
                </a:solidFill>
              </a:rPr>
              <a:t>Area: </a:t>
            </a:r>
            <a:r>
              <a:rPr lang="it-IT" sz="2000" b="1" dirty="0">
                <a:solidFill>
                  <a:schemeClr val="tx1"/>
                </a:solidFill>
              </a:rPr>
              <a:t>A &lt; 1mm</a:t>
            </a:r>
            <a:r>
              <a:rPr lang="it-IT" sz="2000" b="1" baseline="30000" dirty="0">
                <a:solidFill>
                  <a:schemeClr val="tx1"/>
                </a:solidFill>
              </a:rPr>
              <a:t>2</a:t>
            </a:r>
          </a:p>
          <a:p>
            <a:pPr marL="342900" indent="-342900" algn="ctr">
              <a:buFontTx/>
              <a:buChar char="-"/>
            </a:pPr>
            <a:r>
              <a:rPr lang="it-IT" sz="2000" dirty="0">
                <a:solidFill>
                  <a:schemeClr val="tx1"/>
                </a:solidFill>
              </a:rPr>
              <a:t>Target </a:t>
            </a:r>
            <a:r>
              <a:rPr lang="it-IT" sz="2000" dirty="0" err="1">
                <a:solidFill>
                  <a:schemeClr val="tx1"/>
                </a:solidFill>
              </a:rPr>
              <a:t>aspect</a:t>
            </a:r>
            <a:r>
              <a:rPr lang="it-IT" sz="2000" dirty="0">
                <a:solidFill>
                  <a:schemeClr val="tx1"/>
                </a:solidFill>
              </a:rPr>
              <a:t> ratio: </a:t>
            </a:r>
            <a:r>
              <a:rPr lang="it-IT" sz="2000" b="1" dirty="0">
                <a:solidFill>
                  <a:schemeClr val="tx1"/>
                </a:solidFill>
              </a:rPr>
              <a:t>(10:1)</a:t>
            </a:r>
          </a:p>
          <a:p>
            <a:pPr marL="342900" indent="-342900" algn="ctr">
              <a:buFontTx/>
              <a:buChar char="-"/>
            </a:pPr>
            <a:r>
              <a:rPr lang="it-IT" sz="2000" dirty="0">
                <a:solidFill>
                  <a:schemeClr val="tx1"/>
                </a:solidFill>
              </a:rPr>
              <a:t>Key feature: </a:t>
            </a:r>
            <a:r>
              <a:rPr lang="it-IT" sz="2000" b="1" i="1" dirty="0">
                <a:solidFill>
                  <a:schemeClr val="tx1"/>
                </a:solidFill>
              </a:rPr>
              <a:t>high </a:t>
            </a:r>
            <a:r>
              <a:rPr lang="it-IT" sz="2000" b="1" i="1" dirty="0" err="1">
                <a:solidFill>
                  <a:schemeClr val="tx1"/>
                </a:solidFill>
              </a:rPr>
              <a:t>thickness</a:t>
            </a:r>
            <a:r>
              <a:rPr lang="it-IT" sz="2000" b="1" i="1" dirty="0">
                <a:solidFill>
                  <a:schemeClr val="tx1"/>
                </a:solidFill>
              </a:rPr>
              <a:t> for </a:t>
            </a:r>
            <a:r>
              <a:rPr lang="it-IT" sz="2000" b="1" i="1" dirty="0" err="1">
                <a:solidFill>
                  <a:schemeClr val="tx1"/>
                </a:solidFill>
              </a:rPr>
              <a:t>enhanced</a:t>
            </a:r>
            <a:r>
              <a:rPr lang="it-IT" sz="2000" b="1" i="1" dirty="0">
                <a:solidFill>
                  <a:schemeClr val="tx1"/>
                </a:solidFill>
              </a:rPr>
              <a:t> interaction volume</a:t>
            </a:r>
          </a:p>
          <a:p>
            <a:pPr algn="ctr"/>
            <a:endParaRPr lang="it-IT" sz="2000" b="1" baseline="300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033144-AD9F-3071-6D66-D12543EAB231}"/>
              </a:ext>
            </a:extLst>
          </p:cNvPr>
          <p:cNvSpPr/>
          <p:nvPr/>
        </p:nvSpPr>
        <p:spPr>
          <a:xfrm>
            <a:off x="6379683" y="1855417"/>
            <a:ext cx="4752040" cy="220287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000" dirty="0">
                <a:solidFill>
                  <a:schemeClr val="tx1"/>
                </a:solidFill>
              </a:rPr>
              <a:t>Detector </a:t>
            </a:r>
            <a:r>
              <a:rPr lang="it-IT" sz="2000" dirty="0" err="1">
                <a:solidFill>
                  <a:schemeClr val="tx1"/>
                </a:solidFill>
              </a:rPr>
              <a:t>type</a:t>
            </a:r>
            <a:r>
              <a:rPr lang="it-IT" sz="2000" dirty="0">
                <a:solidFill>
                  <a:schemeClr val="tx1"/>
                </a:solidFill>
              </a:rPr>
              <a:t>: </a:t>
            </a:r>
            <a:r>
              <a:rPr lang="it-IT" sz="2000" b="1" dirty="0">
                <a:solidFill>
                  <a:schemeClr val="tx1"/>
                </a:solidFill>
              </a:rPr>
              <a:t>INDIRECT/HYBRID</a:t>
            </a:r>
          </a:p>
          <a:p>
            <a:pPr algn="ctr"/>
            <a:endParaRPr lang="it-IT" sz="2000" b="1" dirty="0">
              <a:solidFill>
                <a:schemeClr val="tx1"/>
              </a:solidFill>
            </a:endParaRPr>
          </a:p>
          <a:p>
            <a:pPr marL="342900" indent="-342900" algn="ctr">
              <a:buFontTx/>
              <a:buChar char="-"/>
            </a:pPr>
            <a:r>
              <a:rPr lang="it-IT" sz="2000" dirty="0">
                <a:solidFill>
                  <a:schemeClr val="tx1"/>
                </a:solidFill>
              </a:rPr>
              <a:t>Area: </a:t>
            </a:r>
            <a:r>
              <a:rPr lang="it-IT" sz="2000" b="1" dirty="0">
                <a:solidFill>
                  <a:schemeClr val="tx1"/>
                </a:solidFill>
              </a:rPr>
              <a:t>A &lt; 1mm</a:t>
            </a:r>
            <a:r>
              <a:rPr lang="it-IT" sz="2000" b="1" baseline="30000" dirty="0">
                <a:solidFill>
                  <a:schemeClr val="tx1"/>
                </a:solidFill>
              </a:rPr>
              <a:t>2</a:t>
            </a:r>
          </a:p>
          <a:p>
            <a:pPr marL="342900" indent="-342900" algn="ctr">
              <a:buFontTx/>
              <a:buChar char="-"/>
            </a:pPr>
            <a:r>
              <a:rPr lang="it-IT" sz="2000" dirty="0">
                <a:solidFill>
                  <a:schemeClr val="tx1"/>
                </a:solidFill>
              </a:rPr>
              <a:t>Target </a:t>
            </a:r>
            <a:r>
              <a:rPr lang="it-IT" sz="2000" dirty="0" err="1">
                <a:solidFill>
                  <a:schemeClr val="tx1"/>
                </a:solidFill>
              </a:rPr>
              <a:t>aspect</a:t>
            </a:r>
            <a:r>
              <a:rPr lang="it-IT" sz="2000" dirty="0">
                <a:solidFill>
                  <a:schemeClr val="tx1"/>
                </a:solidFill>
              </a:rPr>
              <a:t> ratio: </a:t>
            </a:r>
            <a:r>
              <a:rPr lang="it-IT" sz="2000" b="1" dirty="0">
                <a:solidFill>
                  <a:schemeClr val="tx1"/>
                </a:solidFill>
              </a:rPr>
              <a:t>(1:1)</a:t>
            </a:r>
          </a:p>
          <a:p>
            <a:pPr marL="342900" indent="-342900" algn="ctr">
              <a:buFontTx/>
              <a:buChar char="-"/>
            </a:pPr>
            <a:r>
              <a:rPr lang="it-IT" sz="2000" dirty="0">
                <a:solidFill>
                  <a:schemeClr val="tx1"/>
                </a:solidFill>
              </a:rPr>
              <a:t>Key feature: </a:t>
            </a:r>
            <a:r>
              <a:rPr lang="it-IT" sz="2000" b="1" dirty="0" err="1">
                <a:solidFill>
                  <a:schemeClr val="tx1"/>
                </a:solidFill>
              </a:rPr>
              <a:t>organic-plastic</a:t>
            </a:r>
            <a:r>
              <a:rPr lang="it-IT" sz="2000" b="1" dirty="0">
                <a:solidFill>
                  <a:schemeClr val="tx1"/>
                </a:solidFill>
              </a:rPr>
              <a:t> </a:t>
            </a:r>
            <a:r>
              <a:rPr lang="it-IT" sz="2000" b="1" dirty="0" err="1">
                <a:solidFill>
                  <a:schemeClr val="tx1"/>
                </a:solidFill>
              </a:rPr>
              <a:t>scintillator</a:t>
            </a:r>
            <a:r>
              <a:rPr lang="it-IT" sz="2000" b="1" dirty="0">
                <a:solidFill>
                  <a:schemeClr val="tx1"/>
                </a:solidFill>
              </a:rPr>
              <a:t> on top </a:t>
            </a:r>
            <a:r>
              <a:rPr lang="it-IT" sz="2000" b="1" i="1" dirty="0">
                <a:solidFill>
                  <a:schemeClr val="tx1"/>
                </a:solidFill>
              </a:rPr>
              <a:t>for UV </a:t>
            </a:r>
            <a:r>
              <a:rPr lang="it-IT" sz="2000" b="1" i="1" dirty="0" err="1">
                <a:solidFill>
                  <a:schemeClr val="tx1"/>
                </a:solidFill>
              </a:rPr>
              <a:t>emission</a:t>
            </a:r>
            <a:endParaRPr lang="it-IT" sz="2000" b="1" i="1" dirty="0">
              <a:solidFill>
                <a:schemeClr val="tx1"/>
              </a:solidFill>
            </a:endParaRPr>
          </a:p>
          <a:p>
            <a:pPr marL="342900" indent="-342900" algn="ctr">
              <a:buFontTx/>
              <a:buChar char="-"/>
            </a:pPr>
            <a:endParaRPr lang="it-IT" sz="20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B4924-6BAA-28BF-1115-F40075C76305}"/>
              </a:ext>
            </a:extLst>
          </p:cNvPr>
          <p:cNvSpPr txBox="1"/>
          <p:nvPr/>
        </p:nvSpPr>
        <p:spPr>
          <a:xfrm>
            <a:off x="11883902" y="64886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Amasis MT Pro Medium" panose="020406040500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57240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FAFA465A-E525-FD31-1F00-47E9AB4F2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2337" y="1226605"/>
            <a:ext cx="3807493" cy="268291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44FDBFD3-5783-4433-77CF-E47C175109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819" t="12272" r="14485" b="31882"/>
          <a:stretch>
            <a:fillRect/>
          </a:stretch>
        </p:blipFill>
        <p:spPr>
          <a:xfrm>
            <a:off x="10279830" y="1581649"/>
            <a:ext cx="1242586" cy="18570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C652393-0FED-BED4-E94B-E4B63FEECA57}"/>
              </a:ext>
            </a:extLst>
          </p:cNvPr>
          <p:cNvSpPr/>
          <p:nvPr/>
        </p:nvSpPr>
        <p:spPr>
          <a:xfrm>
            <a:off x="-5891" y="536007"/>
            <a:ext cx="12201526" cy="445304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254AB7-5D9E-09E2-72D5-E84FDC89F57B}"/>
              </a:ext>
            </a:extLst>
          </p:cNvPr>
          <p:cNvSpPr/>
          <p:nvPr/>
        </p:nvSpPr>
        <p:spPr>
          <a:xfrm>
            <a:off x="-9526" y="-46079"/>
            <a:ext cx="12201526" cy="613989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BC77CA-F5EE-6D70-3683-A4BA740E1E5A}"/>
              </a:ext>
            </a:extLst>
          </p:cNvPr>
          <p:cNvSpPr txBox="1"/>
          <p:nvPr/>
        </p:nvSpPr>
        <p:spPr>
          <a:xfrm>
            <a:off x="-13158" y="-62255"/>
            <a:ext cx="1221916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SINGLE CRYSTALS VS THIN FILMS</a:t>
            </a:r>
          </a:p>
          <a:p>
            <a:pPr algn="ctr"/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State of the art: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coupling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bulk performance with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handling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features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269971E-5001-582E-4B26-1617CFA79318}"/>
              </a:ext>
            </a:extLst>
          </p:cNvPr>
          <p:cNvGrpSpPr/>
          <p:nvPr/>
        </p:nvGrpSpPr>
        <p:grpSpPr>
          <a:xfrm>
            <a:off x="446435" y="1119942"/>
            <a:ext cx="5312629" cy="2856853"/>
            <a:chOff x="544508" y="424057"/>
            <a:chExt cx="5312629" cy="285685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92A2DB3-DE99-D7EE-D7DE-BBE925B3E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76941" y="475375"/>
              <a:ext cx="3105648" cy="277661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0C3B481-4BB9-0491-3B58-69B1CD1197EF}"/>
                </a:ext>
              </a:extLst>
            </p:cNvPr>
            <p:cNvSpPr txBox="1"/>
            <p:nvPr/>
          </p:nvSpPr>
          <p:spPr>
            <a:xfrm>
              <a:off x="4013380" y="2631160"/>
              <a:ext cx="54053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l-GR" sz="1600" b="1" dirty="0">
                  <a:latin typeface="Avenir Next LT Pro Light" panose="020B0304020202020204" pitchFamily="34" charset="0"/>
                  <a:ea typeface="Gadugi" panose="020B0502040204020203" pitchFamily="34" charset="0"/>
                </a:rPr>
                <a:t>400</a:t>
              </a:r>
              <a:endParaRPr lang="it-IT" sz="1600" b="1" dirty="0">
                <a:latin typeface="Gadugi" panose="020B0502040204020203" pitchFamily="34" charset="0"/>
                <a:ea typeface="Gadugi" panose="020B0502040204020203" pitchFamily="34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AA0FB66-C745-4F79-2CF6-37EDC7473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7318" y="710895"/>
              <a:ext cx="1979992" cy="2022220"/>
            </a:xfrm>
            <a:prstGeom prst="rect">
              <a:avLst/>
            </a:prstGeom>
          </p:spPr>
        </p:pic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7E61921-354A-8E98-3D39-4E35CEC72C60}"/>
                </a:ext>
              </a:extLst>
            </p:cNvPr>
            <p:cNvSpPr/>
            <p:nvPr/>
          </p:nvSpPr>
          <p:spPr>
            <a:xfrm>
              <a:off x="544508" y="463448"/>
              <a:ext cx="5312629" cy="2817462"/>
            </a:xfrm>
            <a:prstGeom prst="roundRect">
              <a:avLst>
                <a:gd name="adj" fmla="val 6650"/>
              </a:avLst>
            </a:prstGeom>
            <a:solidFill>
              <a:srgbClr val="6666FF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CD42DF5-F650-E7C2-7C68-B6129F0B899A}"/>
                </a:ext>
              </a:extLst>
            </p:cNvPr>
            <p:cNvSpPr txBox="1"/>
            <p:nvPr/>
          </p:nvSpPr>
          <p:spPr>
            <a:xfrm>
              <a:off x="717687" y="424057"/>
              <a:ext cx="20324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latin typeface="Gadugi" panose="020B0502040204020203" pitchFamily="34" charset="0"/>
                  <a:ea typeface="Gadugi" panose="020B0502040204020203" pitchFamily="34" charset="0"/>
                </a:rPr>
                <a:t>FAPbBr</a:t>
              </a:r>
              <a:r>
                <a:rPr lang="it-IT" b="1" baseline="-25000" dirty="0">
                  <a:latin typeface="Gadugi" panose="020B0502040204020203" pitchFamily="34" charset="0"/>
                  <a:ea typeface="Gadugi" panose="020B0502040204020203" pitchFamily="34" charset="0"/>
                </a:rPr>
                <a:t>3 </a:t>
              </a:r>
              <a:r>
                <a:rPr lang="it-IT" b="1" dirty="0">
                  <a:latin typeface="Gadugi" panose="020B0502040204020203" pitchFamily="34" charset="0"/>
                  <a:ea typeface="Gadugi" panose="020B0502040204020203" pitchFamily="34" charset="0"/>
                </a:rPr>
                <a:t>– 3mm</a:t>
              </a:r>
              <a:endParaRPr lang="it-IT" sz="2200" b="1" dirty="0">
                <a:latin typeface="Gadugi" panose="020B0502040204020203" pitchFamily="34" charset="0"/>
                <a:ea typeface="Gadugi" panose="020B0502040204020203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0A81E43-43D7-1377-2C79-E283CDFAB083}"/>
              </a:ext>
            </a:extLst>
          </p:cNvPr>
          <p:cNvGrpSpPr/>
          <p:nvPr/>
        </p:nvGrpSpPr>
        <p:grpSpPr>
          <a:xfrm>
            <a:off x="446435" y="4068201"/>
            <a:ext cx="5312629" cy="2719353"/>
            <a:chOff x="463510" y="3937727"/>
            <a:chExt cx="5312629" cy="2719353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4B255B3-0A8B-4F2D-F007-C5A28783D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42344" y="4045864"/>
              <a:ext cx="3217120" cy="2603622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C82B9F1-B176-0088-E074-F9CDFAF19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20013" y="4124264"/>
              <a:ext cx="2083984" cy="2146503"/>
            </a:xfrm>
            <a:prstGeom prst="rect">
              <a:avLst/>
            </a:prstGeom>
          </p:spPr>
        </p:pic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109DA6AB-51B6-0281-C362-B42F5046D4CC}"/>
                </a:ext>
              </a:extLst>
            </p:cNvPr>
            <p:cNvSpPr/>
            <p:nvPr/>
          </p:nvSpPr>
          <p:spPr>
            <a:xfrm>
              <a:off x="463510" y="3937727"/>
              <a:ext cx="5312629" cy="2719353"/>
            </a:xfrm>
            <a:prstGeom prst="roundRect">
              <a:avLst>
                <a:gd name="adj" fmla="val 6650"/>
              </a:avLst>
            </a:prstGeom>
            <a:solidFill>
              <a:schemeClr val="accent1">
                <a:lumMod val="40000"/>
                <a:lumOff val="6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C4E373C-FD9B-18E7-9203-9AA55DEB847A}"/>
                </a:ext>
              </a:extLst>
            </p:cNvPr>
            <p:cNvSpPr txBox="1"/>
            <p:nvPr/>
          </p:nvSpPr>
          <p:spPr>
            <a:xfrm>
              <a:off x="2814152" y="4932176"/>
              <a:ext cx="13884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b="1" dirty="0">
                  <a:solidFill>
                    <a:srgbClr val="C00000"/>
                  </a:solidFill>
                  <a:latin typeface="Aptos Display" panose="020B0004020202020204" pitchFamily="34" charset="0"/>
                </a:rPr>
                <a:t>γ</a:t>
              </a:r>
              <a:r>
                <a:rPr lang="it-IT" sz="1600" b="1" dirty="0">
                  <a:solidFill>
                    <a:srgbClr val="C00000"/>
                  </a:solidFill>
                  <a:latin typeface="Aptos Display" panose="020B0004020202020204" pitchFamily="34" charset="0"/>
                </a:rPr>
                <a:t> event</a:t>
              </a:r>
            </a:p>
            <a:p>
              <a:pPr algn="ctr"/>
              <a:r>
                <a:rPr lang="it-IT" sz="1600" b="1" dirty="0">
                  <a:solidFill>
                    <a:srgbClr val="C00000"/>
                  </a:solidFill>
                  <a:latin typeface="Aptos Display" panose="020B0004020202020204" pitchFamily="34" charset="0"/>
                </a:rPr>
                <a:t> </a:t>
              </a:r>
              <a:r>
                <a:rPr lang="it-IT" sz="1600" b="1" baseline="30000" dirty="0">
                  <a:solidFill>
                    <a:srgbClr val="C00000"/>
                  </a:solidFill>
                  <a:latin typeface="Aptos Display" panose="020B0004020202020204" pitchFamily="34" charset="0"/>
                </a:rPr>
                <a:t>241</a:t>
              </a:r>
              <a:r>
                <a:rPr lang="it-IT" sz="1600" b="1" dirty="0">
                  <a:solidFill>
                    <a:srgbClr val="C00000"/>
                  </a:solidFill>
                  <a:latin typeface="Aptos Display" panose="020B0004020202020204" pitchFamily="34" charset="0"/>
                </a:rPr>
                <a:t>Am (60keV)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F9073DC-E42A-DC11-E42E-CB1CD07949F1}"/>
                </a:ext>
              </a:extLst>
            </p:cNvPr>
            <p:cNvSpPr txBox="1"/>
            <p:nvPr/>
          </p:nvSpPr>
          <p:spPr>
            <a:xfrm>
              <a:off x="581666" y="3937727"/>
              <a:ext cx="20324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Gadugi" panose="020B0502040204020203" pitchFamily="34" charset="0"/>
                  <a:ea typeface="Gadugi" panose="020B0502040204020203" pitchFamily="34" charset="0"/>
                </a:rPr>
                <a:t>MAPbI</a:t>
              </a:r>
              <a:r>
                <a:rPr lang="en-US" b="1" baseline="-25000" dirty="0">
                  <a:latin typeface="Gadugi" panose="020B0502040204020203" pitchFamily="34" charset="0"/>
                  <a:ea typeface="Gadugi" panose="020B0502040204020203" pitchFamily="34" charset="0"/>
                </a:rPr>
                <a:t>3</a:t>
              </a:r>
              <a:r>
                <a:rPr lang="en-US" b="1" dirty="0">
                  <a:latin typeface="Gadugi" panose="020B0502040204020203" pitchFamily="34" charset="0"/>
                  <a:ea typeface="Gadugi" panose="020B0502040204020203" pitchFamily="34" charset="0"/>
                </a:rPr>
                <a:t> - 110 µm</a:t>
              </a:r>
              <a:endParaRPr lang="it-IT" sz="2200" b="1" dirty="0">
                <a:latin typeface="Gadugi" panose="020B0502040204020203" pitchFamily="34" charset="0"/>
                <a:ea typeface="Gadugi" panose="020B0502040204020203" pitchFamily="34" charset="0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7B13D1A-435F-4734-E0AA-6B8D3059E430}"/>
              </a:ext>
            </a:extLst>
          </p:cNvPr>
          <p:cNvSpPr txBox="1"/>
          <p:nvPr/>
        </p:nvSpPr>
        <p:spPr>
          <a:xfrm>
            <a:off x="479008" y="3446646"/>
            <a:ext cx="2230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200" dirty="0"/>
              <a:t>Li, M., Wang, S., Wood, A. </a:t>
            </a:r>
            <a:r>
              <a:rPr lang="nl-NL" sz="1200" i="1" dirty="0"/>
              <a:t>et al.</a:t>
            </a:r>
          </a:p>
          <a:p>
            <a:pPr algn="ctr"/>
            <a:r>
              <a:rPr lang="it-IT" sz="1200" i="1" dirty="0" err="1"/>
              <a:t>Nat</a:t>
            </a:r>
            <a:r>
              <a:rPr lang="it-IT" sz="1200" i="1" dirty="0"/>
              <a:t>. Mater.</a:t>
            </a:r>
            <a:r>
              <a:rPr lang="it-IT" sz="1200" dirty="0"/>
              <a:t> (2025)</a:t>
            </a:r>
            <a:endParaRPr lang="it-IT" sz="1200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F56861-3412-9497-F61F-213C3BCE1021}"/>
              </a:ext>
            </a:extLst>
          </p:cNvPr>
          <p:cNvSpPr txBox="1"/>
          <p:nvPr/>
        </p:nvSpPr>
        <p:spPr>
          <a:xfrm>
            <a:off x="661181" y="6355101"/>
            <a:ext cx="1767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0" i="0" dirty="0" err="1">
                <a:solidFill>
                  <a:srgbClr val="222222"/>
                </a:solidFill>
                <a:effectLst/>
              </a:rPr>
              <a:t>Sakhatskyi</a:t>
            </a:r>
            <a:r>
              <a:rPr lang="it-IT" sz="1200" b="0" i="0" dirty="0">
                <a:solidFill>
                  <a:srgbClr val="222222"/>
                </a:solidFill>
                <a:effectLst/>
              </a:rPr>
              <a:t>, K. </a:t>
            </a:r>
            <a:r>
              <a:rPr lang="it-IT" sz="1200" b="0" i="1" dirty="0">
                <a:solidFill>
                  <a:srgbClr val="222222"/>
                </a:solidFill>
                <a:effectLst/>
              </a:rPr>
              <a:t>et al. </a:t>
            </a:r>
          </a:p>
          <a:p>
            <a:pPr algn="ctr"/>
            <a:r>
              <a:rPr lang="it-IT" sz="1200" i="1" dirty="0" err="1">
                <a:solidFill>
                  <a:srgbClr val="222222"/>
                </a:solidFill>
              </a:rPr>
              <a:t>Nat</a:t>
            </a:r>
            <a:r>
              <a:rPr lang="it-IT" sz="1200" i="1" dirty="0">
                <a:solidFill>
                  <a:srgbClr val="222222"/>
                </a:solidFill>
              </a:rPr>
              <a:t>. </a:t>
            </a:r>
            <a:r>
              <a:rPr lang="it-IT" sz="1200" i="1" dirty="0" err="1">
                <a:solidFill>
                  <a:srgbClr val="222222"/>
                </a:solidFill>
              </a:rPr>
              <a:t>Photon</a:t>
            </a:r>
            <a:r>
              <a:rPr lang="it-IT" sz="1200" i="1" dirty="0">
                <a:solidFill>
                  <a:srgbClr val="222222"/>
                </a:solidFill>
              </a:rPr>
              <a:t>. </a:t>
            </a:r>
            <a:r>
              <a:rPr lang="it-IT" sz="1200" dirty="0">
                <a:solidFill>
                  <a:srgbClr val="222222"/>
                </a:solidFill>
              </a:rPr>
              <a:t>(2023)</a:t>
            </a:r>
            <a:endParaRPr lang="it-IT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6163063-83C6-9CC4-880D-9B2B5D81EDD1}"/>
              </a:ext>
            </a:extLst>
          </p:cNvPr>
          <p:cNvSpPr txBox="1"/>
          <p:nvPr/>
        </p:nvSpPr>
        <p:spPr>
          <a:xfrm>
            <a:off x="9737035" y="1199844"/>
            <a:ext cx="2097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PEA</a:t>
            </a:r>
            <a:r>
              <a:rPr lang="en-US" b="1" baseline="-25000" dirty="0">
                <a:latin typeface="Gadugi" panose="020B0502040204020203" pitchFamily="34" charset="0"/>
                <a:ea typeface="Gadugi" panose="020B0502040204020203" pitchFamily="34" charset="0"/>
              </a:rPr>
              <a:t>2</a:t>
            </a: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PbBr</a:t>
            </a:r>
            <a:r>
              <a:rPr lang="en-US" b="1" baseline="-25000" dirty="0">
                <a:latin typeface="Gadugi" panose="020B0502040204020203" pitchFamily="34" charset="0"/>
                <a:ea typeface="Gadugi" panose="020B0502040204020203" pitchFamily="34" charset="0"/>
              </a:rPr>
              <a:t>4</a:t>
            </a:r>
            <a:endParaRPr lang="it-IT" sz="2200" b="1" baseline="-250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736CD4-CDD8-98E2-CB47-E7ACCEC1534E}"/>
              </a:ext>
            </a:extLst>
          </p:cNvPr>
          <p:cNvSpPr txBox="1"/>
          <p:nvPr/>
        </p:nvSpPr>
        <p:spPr>
          <a:xfrm>
            <a:off x="10046908" y="3449458"/>
            <a:ext cx="1767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0" i="0" dirty="0">
                <a:solidFill>
                  <a:srgbClr val="222222"/>
                </a:solidFill>
                <a:effectLst/>
              </a:rPr>
              <a:t>Basiricò, L. </a:t>
            </a:r>
            <a:r>
              <a:rPr lang="it-IT" sz="1200" b="0" i="1" dirty="0">
                <a:solidFill>
                  <a:srgbClr val="222222"/>
                </a:solidFill>
                <a:effectLst/>
              </a:rPr>
              <a:t>et al. </a:t>
            </a:r>
          </a:p>
          <a:p>
            <a:pPr algn="ctr"/>
            <a:r>
              <a:rPr lang="it-IT" sz="1200" i="1" dirty="0" err="1">
                <a:solidFill>
                  <a:srgbClr val="222222"/>
                </a:solidFill>
              </a:rPr>
              <a:t>Adv</a:t>
            </a:r>
            <a:r>
              <a:rPr lang="it-IT" sz="1200" i="1" dirty="0">
                <a:solidFill>
                  <a:srgbClr val="222222"/>
                </a:solidFill>
              </a:rPr>
              <a:t>. Health. </a:t>
            </a:r>
            <a:r>
              <a:rPr lang="it-IT" sz="1200" i="1" dirty="0" err="1">
                <a:solidFill>
                  <a:srgbClr val="222222"/>
                </a:solidFill>
              </a:rPr>
              <a:t>Mat</a:t>
            </a:r>
            <a:r>
              <a:rPr lang="it-IT" sz="1200" i="1" dirty="0">
                <a:solidFill>
                  <a:srgbClr val="222222"/>
                </a:solidFill>
              </a:rPr>
              <a:t>. </a:t>
            </a:r>
            <a:r>
              <a:rPr lang="it-IT" sz="1200" dirty="0">
                <a:solidFill>
                  <a:srgbClr val="222222"/>
                </a:solidFill>
              </a:rPr>
              <a:t>(2024)</a:t>
            </a:r>
            <a:endParaRPr lang="it-IT" sz="1200" dirty="0"/>
          </a:p>
        </p:txBody>
      </p:sp>
      <p:pic>
        <p:nvPicPr>
          <p:cNvPr id="61" name="Immagine 4">
            <a:extLst>
              <a:ext uri="{FF2B5EF4-FFF2-40B4-BE49-F238E27FC236}">
                <a16:creationId xmlns:a16="http://schemas.microsoft.com/office/drawing/2014/main" id="{730C3054-67FD-64D1-AD77-1356ECB9863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4938" t="20710"/>
          <a:stretch/>
        </p:blipFill>
        <p:spPr>
          <a:xfrm rot="16200000">
            <a:off x="9993319" y="4427021"/>
            <a:ext cx="1451207" cy="1694983"/>
          </a:xfrm>
          <a:prstGeom prst="rect">
            <a:avLst/>
          </a:prstGeom>
          <a:ln w="1905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B2910242-02E4-D992-DEA3-19F457E2E867}"/>
              </a:ext>
            </a:extLst>
          </p:cNvPr>
          <p:cNvSpPr/>
          <p:nvPr/>
        </p:nvSpPr>
        <p:spPr>
          <a:xfrm>
            <a:off x="6446705" y="1150834"/>
            <a:ext cx="5312629" cy="2817462"/>
          </a:xfrm>
          <a:prstGeom prst="roundRect">
            <a:avLst>
              <a:gd name="adj" fmla="val 6650"/>
            </a:avLst>
          </a:prstGeom>
          <a:solidFill>
            <a:srgbClr val="FFC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3B0670D-10EB-04BE-576E-D1A40D29A332}"/>
              </a:ext>
            </a:extLst>
          </p:cNvPr>
          <p:cNvSpPr txBox="1"/>
          <p:nvPr/>
        </p:nvSpPr>
        <p:spPr>
          <a:xfrm>
            <a:off x="9717056" y="4132707"/>
            <a:ext cx="2097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PEA</a:t>
            </a:r>
            <a:r>
              <a:rPr lang="en-US" b="1" baseline="-25000" dirty="0">
                <a:latin typeface="Gadugi" panose="020B0502040204020203" pitchFamily="34" charset="0"/>
                <a:ea typeface="Gadugi" panose="020B0502040204020203" pitchFamily="34" charset="0"/>
              </a:rPr>
              <a:t>2</a:t>
            </a: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PbBr</a:t>
            </a:r>
            <a:r>
              <a:rPr lang="en-US" b="1" baseline="-25000" dirty="0">
                <a:latin typeface="Gadugi" panose="020B0502040204020203" pitchFamily="34" charset="0"/>
                <a:ea typeface="Gadugi" panose="020B0502040204020203" pitchFamily="34" charset="0"/>
              </a:rPr>
              <a:t>4</a:t>
            </a:r>
            <a:endParaRPr lang="it-IT" sz="2200" b="1" baseline="-250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810FFFF-A8E0-7271-6B03-9FC0E72FB6A4}"/>
              </a:ext>
            </a:extLst>
          </p:cNvPr>
          <p:cNvSpPr txBox="1"/>
          <p:nvPr/>
        </p:nvSpPr>
        <p:spPr>
          <a:xfrm>
            <a:off x="9921564" y="6128684"/>
            <a:ext cx="17674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0" i="0" dirty="0">
                <a:solidFill>
                  <a:srgbClr val="222222"/>
                </a:solidFill>
                <a:effectLst/>
              </a:rPr>
              <a:t>Margotti, L. </a:t>
            </a:r>
            <a:r>
              <a:rPr lang="it-IT" sz="1200" b="0" i="1" dirty="0">
                <a:solidFill>
                  <a:srgbClr val="222222"/>
                </a:solidFill>
                <a:effectLst/>
              </a:rPr>
              <a:t>et al.</a:t>
            </a:r>
          </a:p>
          <a:p>
            <a:pPr algn="ctr"/>
            <a:r>
              <a:rPr lang="it-IT" sz="1200" i="1" dirty="0">
                <a:solidFill>
                  <a:srgbClr val="222222"/>
                </a:solidFill>
              </a:rPr>
              <a:t>IEEE NSC, MIC, RTSD 2024</a:t>
            </a:r>
            <a:endParaRPr lang="it-IT" sz="1200" b="0" i="1" dirty="0">
              <a:solidFill>
                <a:srgbClr val="222222"/>
              </a:solidFill>
              <a:effectLst/>
            </a:endParaRPr>
          </a:p>
          <a:p>
            <a:pPr algn="ctr"/>
            <a:endParaRPr lang="it-IT" sz="1200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6227AFE-CC0F-58A8-D281-44227B2C8121}"/>
              </a:ext>
            </a:extLst>
          </p:cNvPr>
          <p:cNvGrpSpPr/>
          <p:nvPr/>
        </p:nvGrpSpPr>
        <p:grpSpPr>
          <a:xfrm>
            <a:off x="6222187" y="3808619"/>
            <a:ext cx="4081673" cy="3110203"/>
            <a:chOff x="6235492" y="4502039"/>
            <a:chExt cx="4081673" cy="3110203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F7F358A-AF30-544C-20C3-4AFE4CE3C30E}"/>
                </a:ext>
              </a:extLst>
            </p:cNvPr>
            <p:cNvGrpSpPr/>
            <p:nvPr/>
          </p:nvGrpSpPr>
          <p:grpSpPr>
            <a:xfrm>
              <a:off x="6235492" y="4502039"/>
              <a:ext cx="4081673" cy="3110203"/>
              <a:chOff x="5529946" y="4030180"/>
              <a:chExt cx="4675940" cy="3580017"/>
            </a:xfrm>
          </p:grpSpPr>
          <p:graphicFrame>
            <p:nvGraphicFramePr>
              <p:cNvPr id="59" name="Object 58" descr="Project Path: C:\Users\Jayana\OneDrive - University of Surrey\Jayana Jayarathne - PhD\Radiation and Medical Physics PhD - University of Surrey\Measurements\Collaborator Samples\University of Bologna\LM_01_A\LM_01_A Plots.opju&#10;PE Folder: /LM_01_A Plots/Folder1/03-07-24/&#10;Short Name: Graph6">
                <a:extLst>
                  <a:ext uri="{FF2B5EF4-FFF2-40B4-BE49-F238E27FC236}">
                    <a16:creationId xmlns:a16="http://schemas.microsoft.com/office/drawing/2014/main" id="{0D2ADD61-1B21-050D-2D5E-27F7C20A6F4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90309700"/>
                  </p:ext>
                </p:extLst>
              </p:nvPr>
            </p:nvGraphicFramePr>
            <p:xfrm>
              <a:off x="5529946" y="4030180"/>
              <a:ext cx="4675940" cy="35800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11" imgW="11028697" imgH="8446851" progId="Origin95.Graph">
                      <p:embed/>
                    </p:oleObj>
                  </mc:Choice>
                  <mc:Fallback>
                    <p:oleObj name="Graph" r:id="rId11" imgW="11028697" imgH="8446851" progId="Origin95.Graph">
                      <p:embed/>
                      <p:pic>
                        <p:nvPicPr>
                          <p:cNvPr id="59" name="Object 58" descr="Project Path: C:\Users\Jayana\OneDrive - University of Surrey\Jayana Jayarathne - PhD\Radiation and Medical Physics PhD - University of Surrey\Measurements\Collaborator Samples\University of Bologna\LM_01_A\LM_01_A Plots.opju&#10;PE Folder: /LM_01_A Plots/Folder1/03-07-24/&#10;Short Name: Graph6">
                            <a:extLst>
                              <a:ext uri="{FF2B5EF4-FFF2-40B4-BE49-F238E27FC236}">
                                <a16:creationId xmlns:a16="http://schemas.microsoft.com/office/drawing/2014/main" id="{0D2ADD61-1B21-050D-2D5E-27F7C20A6F4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529946" y="4030180"/>
                            <a:ext cx="4675940" cy="358001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" name="CasellaDiTesto 1">
                <a:extLst>
                  <a:ext uri="{FF2B5EF4-FFF2-40B4-BE49-F238E27FC236}">
                    <a16:creationId xmlns:a16="http://schemas.microsoft.com/office/drawing/2014/main" id="{AAB49AFB-2336-9ABA-EEC4-CC7A034C462A}"/>
                  </a:ext>
                </a:extLst>
              </p:cNvPr>
              <p:cNvSpPr txBox="1"/>
              <p:nvPr/>
            </p:nvSpPr>
            <p:spPr>
              <a:xfrm>
                <a:off x="8568888" y="6486022"/>
                <a:ext cx="907107" cy="445181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300V</a:t>
                </a:r>
                <a:endParaRPr lang="en-US" b="1" baseline="30000" dirty="0"/>
              </a:p>
            </p:txBody>
          </p:sp>
        </p:grp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CFB9957-95E2-85DE-7A97-EE984C487A2B}"/>
                </a:ext>
              </a:extLst>
            </p:cNvPr>
            <p:cNvSpPr/>
            <p:nvPr/>
          </p:nvSpPr>
          <p:spPr>
            <a:xfrm>
              <a:off x="6998721" y="4888929"/>
              <a:ext cx="1884500" cy="1470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F9C0D27F-9E25-8C2E-8CBD-F6B34CF9C719}"/>
              </a:ext>
            </a:extLst>
          </p:cNvPr>
          <p:cNvSpPr txBox="1"/>
          <p:nvPr/>
        </p:nvSpPr>
        <p:spPr>
          <a:xfrm>
            <a:off x="6777318" y="4103639"/>
            <a:ext cx="3094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b="1" dirty="0">
                <a:solidFill>
                  <a:srgbClr val="C00000"/>
                </a:solidFill>
                <a:latin typeface="Aptos Display" panose="020B0004020202020204" pitchFamily="34" charset="0"/>
              </a:rPr>
              <a:t>α</a:t>
            </a:r>
            <a:r>
              <a:rPr lang="it-IT" sz="1600" b="1" dirty="0">
                <a:solidFill>
                  <a:srgbClr val="C00000"/>
                </a:solidFill>
                <a:latin typeface="Aptos Display" panose="020B0004020202020204" pitchFamily="34" charset="0"/>
              </a:rPr>
              <a:t> event from </a:t>
            </a:r>
            <a:r>
              <a:rPr lang="it-IT" sz="1600" b="1" baseline="30000" dirty="0">
                <a:solidFill>
                  <a:srgbClr val="C00000"/>
                </a:solidFill>
                <a:latin typeface="Aptos Display" panose="020B0004020202020204" pitchFamily="34" charset="0"/>
              </a:rPr>
              <a:t>241</a:t>
            </a:r>
            <a:r>
              <a:rPr lang="it-IT" sz="1600" b="1" dirty="0">
                <a:solidFill>
                  <a:srgbClr val="C00000"/>
                </a:solidFill>
                <a:latin typeface="Aptos Display" panose="020B0004020202020204" pitchFamily="34" charset="0"/>
              </a:rPr>
              <a:t>Am (5.48MeV)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13E532E5-7F80-00F0-3109-A123E7FB5637}"/>
              </a:ext>
            </a:extLst>
          </p:cNvPr>
          <p:cNvSpPr/>
          <p:nvPr/>
        </p:nvSpPr>
        <p:spPr>
          <a:xfrm>
            <a:off x="6446704" y="4069417"/>
            <a:ext cx="5312629" cy="2718137"/>
          </a:xfrm>
          <a:prstGeom prst="roundRect">
            <a:avLst>
              <a:gd name="adj" fmla="val 6650"/>
            </a:avLst>
          </a:prstGeom>
          <a:solidFill>
            <a:schemeClr val="accent2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885E580-4378-58D2-6F5D-087B548317E9}"/>
              </a:ext>
            </a:extLst>
          </p:cNvPr>
          <p:cNvCxnSpPr/>
          <p:nvPr/>
        </p:nvCxnSpPr>
        <p:spPr>
          <a:xfrm>
            <a:off x="6096000" y="1119942"/>
            <a:ext cx="0" cy="5660018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DE5C8A-6E54-6C11-D0C8-500B3E8E371A}"/>
              </a:ext>
            </a:extLst>
          </p:cNvPr>
          <p:cNvSpPr txBox="1"/>
          <p:nvPr/>
        </p:nvSpPr>
        <p:spPr>
          <a:xfrm>
            <a:off x="11883902" y="64886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Amasis MT Pro Medium" panose="020406040500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0794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71" grpId="0" animBg="1"/>
      <p:bldP spid="74" grpId="0"/>
      <p:bldP spid="75" grpId="0"/>
      <p:bldP spid="76" grpId="0"/>
      <p:bldP spid="7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F0414-5293-6F4C-3244-434ECCD6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8DF88F-93E5-644D-7F32-9F7B69C433BF}"/>
              </a:ext>
            </a:extLst>
          </p:cNvPr>
          <p:cNvSpPr/>
          <p:nvPr/>
        </p:nvSpPr>
        <p:spPr>
          <a:xfrm>
            <a:off x="-5891" y="536007"/>
            <a:ext cx="12201526" cy="445304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D8A4F3-6714-D2F1-566D-224BED44BF58}"/>
              </a:ext>
            </a:extLst>
          </p:cNvPr>
          <p:cNvSpPr/>
          <p:nvPr/>
        </p:nvSpPr>
        <p:spPr>
          <a:xfrm>
            <a:off x="-9526" y="-46079"/>
            <a:ext cx="12201526" cy="613989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24944A-7C8D-6408-3C48-5C987F7A757F}"/>
              </a:ext>
            </a:extLst>
          </p:cNvPr>
          <p:cNvSpPr txBox="1"/>
          <p:nvPr/>
        </p:nvSpPr>
        <p:spPr>
          <a:xfrm>
            <a:off x="2464108" y="-62255"/>
            <a:ext cx="725425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SINGLE CRYSTALS VS THIN FILMS</a:t>
            </a:r>
          </a:p>
          <a:p>
            <a:pPr algn="ctr"/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Coupling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bulk performance with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handling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features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70E086-3563-22FF-D046-DDABADC7DF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5605" y="1115568"/>
            <a:ext cx="11583845" cy="571421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6B3DA40-D55F-58E9-8097-029777B8E632}"/>
              </a:ext>
            </a:extLst>
          </p:cNvPr>
          <p:cNvSpPr/>
          <p:nvPr/>
        </p:nvSpPr>
        <p:spPr>
          <a:xfrm>
            <a:off x="1219199" y="2276856"/>
            <a:ext cx="9850581" cy="323725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it-IT" sz="2400" b="1" i="1" dirty="0">
                <a:solidFill>
                  <a:srgbClr val="FF0000"/>
                </a:solidFill>
              </a:rPr>
              <a:t> PHASE-g</a:t>
            </a:r>
            <a:endParaRPr lang="it-IT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it-IT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it-IT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it-IT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it-IT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it-IT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it-IT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it-IT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  <a:p>
            <a:pPr algn="ctr"/>
            <a:r>
              <a:rPr lang="it-IT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44107B-8A10-A064-C65F-659339A362B4}"/>
              </a:ext>
            </a:extLst>
          </p:cNvPr>
          <p:cNvSpPr txBox="1"/>
          <p:nvPr/>
        </p:nvSpPr>
        <p:spPr>
          <a:xfrm>
            <a:off x="4540829" y="2970154"/>
            <a:ext cx="297064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Device GOALS</a:t>
            </a:r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it-IT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LOW COST</a:t>
            </a:r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it-IT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SCALABLE</a:t>
            </a:r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it-IT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PIXEL DEVICES FOR </a:t>
            </a:r>
            <a:r>
              <a:rPr lang="el-GR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γ</a:t>
            </a:r>
            <a:r>
              <a:rPr lang="it-IT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-COUNTING/ ENERGY SPECTROSCOPY </a:t>
            </a:r>
          </a:p>
          <a:p>
            <a:endParaRPr lang="it-I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BACD0C-E9AE-3888-7086-8930C9228F41}"/>
              </a:ext>
            </a:extLst>
          </p:cNvPr>
          <p:cNvSpPr txBox="1"/>
          <p:nvPr/>
        </p:nvSpPr>
        <p:spPr>
          <a:xfrm>
            <a:off x="1261921" y="2970154"/>
            <a:ext cx="296718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IDEA</a:t>
            </a:r>
          </a:p>
          <a:p>
            <a:pPr algn="ctr"/>
            <a:r>
              <a:rPr lang="it-IT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3D-ELECTRODE ARCHITECTURE </a:t>
            </a:r>
            <a:r>
              <a:rPr lang="it-IT" sz="2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based</a:t>
            </a:r>
            <a:r>
              <a:rPr lang="it-IT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on  SOLUTION PROCESSED 2D-PEROVSKITE</a:t>
            </a:r>
            <a:endParaRPr lang="el-GR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it-IT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3D146-DE04-5564-79DC-317F519DF4C5}"/>
              </a:ext>
            </a:extLst>
          </p:cNvPr>
          <p:cNvSpPr txBox="1"/>
          <p:nvPr/>
        </p:nvSpPr>
        <p:spPr>
          <a:xfrm>
            <a:off x="7651172" y="2970154"/>
            <a:ext cx="3278909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Performance TARGETS</a:t>
            </a:r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it-IT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SINGLE-DIGIT ENERGY RESOLUTION</a:t>
            </a:r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it-IT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(&lt;2 </a:t>
            </a:r>
            <a:r>
              <a:rPr lang="it-IT" sz="2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pcs</a:t>
            </a:r>
            <a:r>
              <a:rPr lang="it-IT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/mm</a:t>
            </a:r>
            <a:r>
              <a:rPr lang="it-IT" sz="2200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it-IT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DARK COUNT RATE</a:t>
            </a:r>
          </a:p>
          <a:p>
            <a:pPr algn="ctr"/>
            <a:r>
              <a:rPr lang="it-IT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FOR </a:t>
            </a:r>
            <a:r>
              <a:rPr lang="it-IT" sz="2200" b="1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CLINICALLY RELEVANT ENERGIES</a:t>
            </a:r>
            <a:endParaRPr lang="el-GR" sz="2200" b="1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it-IT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C02555-DC0E-6CC7-D558-7C7FA374C0B0}"/>
              </a:ext>
            </a:extLst>
          </p:cNvPr>
          <p:cNvSpPr txBox="1"/>
          <p:nvPr/>
        </p:nvSpPr>
        <p:spPr>
          <a:xfrm>
            <a:off x="11883902" y="64886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Amasis MT Pro Medium" panose="020406040500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1165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4C21DE-EC7D-BD7B-F868-E8A10954AB6E}"/>
              </a:ext>
            </a:extLst>
          </p:cNvPr>
          <p:cNvSpPr/>
          <p:nvPr/>
        </p:nvSpPr>
        <p:spPr>
          <a:xfrm>
            <a:off x="-5891" y="536007"/>
            <a:ext cx="12201526" cy="445304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8BE80C-5813-CE97-BF5F-269A68CCB706}"/>
              </a:ext>
            </a:extLst>
          </p:cNvPr>
          <p:cNvSpPr/>
          <p:nvPr/>
        </p:nvSpPr>
        <p:spPr>
          <a:xfrm>
            <a:off x="-9526" y="-46079"/>
            <a:ext cx="12201526" cy="613989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48BE8-1328-7173-2AC4-7215DD686206}"/>
              </a:ext>
            </a:extLst>
          </p:cNvPr>
          <p:cNvSpPr txBox="1"/>
          <p:nvPr/>
        </p:nvSpPr>
        <p:spPr>
          <a:xfrm>
            <a:off x="2732087" y="-38082"/>
            <a:ext cx="725425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PEROVSKITE-Based DETECTORS</a:t>
            </a:r>
          </a:p>
          <a:p>
            <a:pPr algn="ctr"/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How do we reach bulk-like performance?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FC4F10-37BD-20A0-9E35-8DBB0F2A6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740" y="1149996"/>
            <a:ext cx="10006119" cy="5457146"/>
          </a:xfrm>
          <a:prstGeom prst="rect">
            <a:avLst/>
          </a:prstGeom>
        </p:spPr>
      </p:pic>
      <p:pic>
        <p:nvPicPr>
          <p:cNvPr id="3" name="Graphic 2" descr="Exclamation mark with solid fill">
            <a:extLst>
              <a:ext uri="{FF2B5EF4-FFF2-40B4-BE49-F238E27FC236}">
                <a16:creationId xmlns:a16="http://schemas.microsoft.com/office/drawing/2014/main" id="{F1CB9865-2E7C-9730-0675-32A3C2D84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540" y="3567545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E29893-9AD0-FFC8-FA72-51D7B9EBBA51}"/>
              </a:ext>
            </a:extLst>
          </p:cNvPr>
          <p:cNvSpPr txBox="1"/>
          <p:nvPr/>
        </p:nvSpPr>
        <p:spPr>
          <a:xfrm>
            <a:off x="1390260" y="3594592"/>
            <a:ext cx="2272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</a:rPr>
              <a:t>Solution processing is a must!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1B804D-4AB1-4295-CB4F-A015A837DB3B}"/>
              </a:ext>
            </a:extLst>
          </p:cNvPr>
          <p:cNvSpPr/>
          <p:nvPr/>
        </p:nvSpPr>
        <p:spPr>
          <a:xfrm>
            <a:off x="1066800" y="3567545"/>
            <a:ext cx="3172691" cy="318123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3411D-6F8A-D1E3-47DC-3994027A5516}"/>
              </a:ext>
            </a:extLst>
          </p:cNvPr>
          <p:cNvSpPr txBox="1"/>
          <p:nvPr/>
        </p:nvSpPr>
        <p:spPr>
          <a:xfrm>
            <a:off x="11883902" y="64886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Amasis MT Pro Medium" panose="020406040500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391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3A14A-8BC7-6D0E-AB62-EBBB4B654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5563C6-8ED4-4D29-9BF0-FDF503B2B865}"/>
              </a:ext>
            </a:extLst>
          </p:cNvPr>
          <p:cNvSpPr/>
          <p:nvPr/>
        </p:nvSpPr>
        <p:spPr>
          <a:xfrm>
            <a:off x="-5891" y="536007"/>
            <a:ext cx="12201526" cy="445304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C2D3B1-EC68-94E9-9411-5E433E8E4964}"/>
              </a:ext>
            </a:extLst>
          </p:cNvPr>
          <p:cNvSpPr/>
          <p:nvPr/>
        </p:nvSpPr>
        <p:spPr>
          <a:xfrm>
            <a:off x="-9526" y="-46079"/>
            <a:ext cx="12201526" cy="613989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E2DC1E-3DEF-25B8-857A-D990F45D156C}"/>
              </a:ext>
            </a:extLst>
          </p:cNvPr>
          <p:cNvSpPr txBox="1"/>
          <p:nvPr/>
        </p:nvSpPr>
        <p:spPr>
          <a:xfrm>
            <a:off x="2732087" y="-38082"/>
            <a:ext cx="725425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PEROVSKITE-Based DETECTORS</a:t>
            </a:r>
          </a:p>
          <a:p>
            <a:pPr algn="ctr"/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How do we reach bulk-like performance?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90524D-00B5-026E-3733-A3EF47FA491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50452" y="1219017"/>
            <a:ext cx="10027123" cy="55463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8DD46B-5CF9-0BED-0508-1CA977025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805" y="1716925"/>
            <a:ext cx="8428025" cy="46050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E24C41E-985B-3F52-607B-FCE6B19FBCF0}"/>
              </a:ext>
            </a:extLst>
          </p:cNvPr>
          <p:cNvSpPr txBox="1"/>
          <p:nvPr/>
        </p:nvSpPr>
        <p:spPr>
          <a:xfrm>
            <a:off x="2324100" y="1803892"/>
            <a:ext cx="8208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>
                <a:solidFill>
                  <a:srgbClr val="C00000"/>
                </a:solidFill>
              </a:rPr>
              <a:t>Envisioning</a:t>
            </a:r>
            <a:r>
              <a:rPr lang="it-IT" sz="2800" b="1" dirty="0">
                <a:solidFill>
                  <a:srgbClr val="C00000"/>
                </a:solidFill>
              </a:rPr>
              <a:t> PCB-printed </a:t>
            </a:r>
            <a:r>
              <a:rPr lang="it-IT" sz="2800" b="1" dirty="0" err="1">
                <a:solidFill>
                  <a:srgbClr val="C00000"/>
                </a:solidFill>
              </a:rPr>
              <a:t>Multielectrode</a:t>
            </a:r>
            <a:r>
              <a:rPr lang="it-IT" sz="2800" b="1" dirty="0">
                <a:solidFill>
                  <a:srgbClr val="C00000"/>
                </a:solidFill>
              </a:rPr>
              <a:t> Arrays…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D2B533-9273-D196-3FF0-24274D74C563}"/>
              </a:ext>
            </a:extLst>
          </p:cNvPr>
          <p:cNvSpPr/>
          <p:nvPr/>
        </p:nvSpPr>
        <p:spPr>
          <a:xfrm>
            <a:off x="7552088" y="5688575"/>
            <a:ext cx="207843" cy="208591"/>
          </a:xfrm>
          <a:prstGeom prst="rect">
            <a:avLst/>
          </a:prstGeom>
          <a:solidFill>
            <a:srgbClr val="85D8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BA7AAC-DAC5-D4A7-3000-C93D1A9AB410}"/>
              </a:ext>
            </a:extLst>
          </p:cNvPr>
          <p:cNvSpPr txBox="1"/>
          <p:nvPr/>
        </p:nvSpPr>
        <p:spPr>
          <a:xfrm>
            <a:off x="7759931" y="5469706"/>
            <a:ext cx="2041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Commercially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PCB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E706BE-A4B4-8407-EFD6-84C6A2A735DB}"/>
              </a:ext>
            </a:extLst>
          </p:cNvPr>
          <p:cNvSpPr txBox="1"/>
          <p:nvPr/>
        </p:nvSpPr>
        <p:spPr>
          <a:xfrm>
            <a:off x="11883902" y="64886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Amasis MT Pro Medium" panose="020406040500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43996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39EC9CCF-F8CD-2B99-3FA7-C532E47FE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559" y="1149996"/>
            <a:ext cx="7925207" cy="310531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A8A2E7C-286C-AF56-FE22-0ABBB07AAF61}"/>
              </a:ext>
            </a:extLst>
          </p:cNvPr>
          <p:cNvSpPr/>
          <p:nvPr/>
        </p:nvSpPr>
        <p:spPr>
          <a:xfrm>
            <a:off x="-5891" y="536007"/>
            <a:ext cx="12201526" cy="445304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AF3CC4-E336-25D2-7822-A792F0477C28}"/>
              </a:ext>
            </a:extLst>
          </p:cNvPr>
          <p:cNvSpPr/>
          <p:nvPr/>
        </p:nvSpPr>
        <p:spPr>
          <a:xfrm>
            <a:off x="-9526" y="-46079"/>
            <a:ext cx="12201526" cy="613989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55D98A-D338-E2B3-FCFC-031EA4852223}"/>
              </a:ext>
            </a:extLst>
          </p:cNvPr>
          <p:cNvSpPr/>
          <p:nvPr/>
        </p:nvSpPr>
        <p:spPr>
          <a:xfrm>
            <a:off x="1430193" y="4402348"/>
            <a:ext cx="6518918" cy="221932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Features of interest compared to 3D </a:t>
            </a:r>
            <a:r>
              <a:rPr lang="it-IT" sz="2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perovskites</a:t>
            </a:r>
            <a:r>
              <a:rPr lang="it-IT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 </a:t>
            </a:r>
          </a:p>
          <a:p>
            <a:r>
              <a:rPr lang="it-IT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Larger </a:t>
            </a:r>
            <a:r>
              <a:rPr lang="it-IT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bandgap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Fewer thermally excited carriers</a:t>
            </a:r>
            <a:br>
              <a:rPr lang="it-IT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it-IT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Lower trap density → Reduced trap-assisted leakage</a:t>
            </a:r>
            <a:br>
              <a:rPr lang="it-IT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it-IT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Dielectric confinement → Less unintentional carrier injection</a:t>
            </a:r>
          </a:p>
          <a:p>
            <a:r>
              <a:rPr lang="it-IT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Reduced ion migration → Limited degradation </a:t>
            </a:r>
          </a:p>
          <a:p>
            <a:endParaRPr lang="it-IT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ctr">
              <a:buFont typeface="Wingdings" panose="05000000000000000000" pitchFamily="2" charset="2"/>
              <a:buChar char="è"/>
            </a:pPr>
            <a:r>
              <a:rPr lang="it-IT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Lower dark </a:t>
            </a:r>
            <a:r>
              <a:rPr lang="it-IT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current</a:t>
            </a:r>
            <a:r>
              <a:rPr lang="it-IT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 (10</a:t>
            </a:r>
            <a:r>
              <a:rPr lang="it-IT" sz="2000" b="1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-13</a:t>
            </a:r>
            <a:r>
              <a:rPr lang="it-IT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A @ 1kV/mm) </a:t>
            </a:r>
          </a:p>
          <a:p>
            <a:pPr marL="342900" indent="-342900" algn="ctr">
              <a:buFont typeface="Wingdings" panose="05000000000000000000" pitchFamily="2" charset="2"/>
              <a:buChar char="è"/>
            </a:pPr>
            <a:r>
              <a:rPr lang="it-IT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Higher</a:t>
            </a:r>
            <a:r>
              <a:rPr lang="it-IT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 </a:t>
            </a:r>
            <a:r>
              <a:rPr lang="it-IT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stability</a:t>
            </a:r>
            <a:endParaRPr lang="it-IT" sz="2000" b="1" dirty="0">
              <a:solidFill>
                <a:schemeClr val="tx1">
                  <a:lumMod val="95000"/>
                  <a:lumOff val="5000"/>
                </a:schemeClr>
              </a:solidFill>
              <a:latin typeface="Arial Nova Cond" panose="020B0506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5115AC-E1AD-3AB9-F8B4-E92BDBC08907}"/>
              </a:ext>
            </a:extLst>
          </p:cNvPr>
          <p:cNvSpPr txBox="1"/>
          <p:nvPr/>
        </p:nvSpPr>
        <p:spPr>
          <a:xfrm>
            <a:off x="1851153" y="-74654"/>
            <a:ext cx="848969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2D PEROVSKITES: PEA</a:t>
            </a:r>
            <a:r>
              <a:rPr lang="it-IT" sz="3800" b="1" baseline="-25000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2</a:t>
            </a:r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Pb(Br/I)</a:t>
            </a:r>
            <a:r>
              <a:rPr lang="it-IT" sz="3800" b="1" baseline="-25000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4</a:t>
            </a:r>
          </a:p>
          <a:p>
            <a:pPr algn="ctr"/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Featuring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highly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resistive, more stable structures</a:t>
            </a:r>
          </a:p>
        </p:txBody>
      </p:sp>
      <p:pic>
        <p:nvPicPr>
          <p:cNvPr id="7" name="Immagine 4">
            <a:extLst>
              <a:ext uri="{FF2B5EF4-FFF2-40B4-BE49-F238E27FC236}">
                <a16:creationId xmlns:a16="http://schemas.microsoft.com/office/drawing/2014/main" id="{3C0C1DB8-355A-02CC-90CA-74006D420A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30" t="2057" r="2414" b="3029"/>
          <a:stretch/>
        </p:blipFill>
        <p:spPr>
          <a:xfrm>
            <a:off x="7888143" y="4423991"/>
            <a:ext cx="2763184" cy="21887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3BA3FA2-6498-A651-C163-EE7F5BE85DD9}"/>
              </a:ext>
            </a:extLst>
          </p:cNvPr>
          <p:cNvSpPr/>
          <p:nvPr/>
        </p:nvSpPr>
        <p:spPr>
          <a:xfrm>
            <a:off x="2722707" y="2226655"/>
            <a:ext cx="3287486" cy="555171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24316F7-1194-1F99-E37A-D564EFAB5052}"/>
              </a:ext>
            </a:extLst>
          </p:cNvPr>
          <p:cNvSpPr/>
          <p:nvPr/>
        </p:nvSpPr>
        <p:spPr>
          <a:xfrm rot="7844678">
            <a:off x="2833975" y="1916634"/>
            <a:ext cx="169167" cy="621457"/>
          </a:xfrm>
          <a:prstGeom prst="down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7666F6-4621-3E52-C20D-AFA29E62AA25}"/>
              </a:ext>
            </a:extLst>
          </p:cNvPr>
          <p:cNvSpPr txBox="1"/>
          <p:nvPr/>
        </p:nvSpPr>
        <p:spPr>
          <a:xfrm>
            <a:off x="1348021" y="1638508"/>
            <a:ext cx="1483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Arial Nova Cond" panose="020B0506020202020204" pitchFamily="34" charset="0"/>
              </a:rPr>
              <a:t>Quantum + dielectric confinements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59BDA5-3925-6585-6AD4-F656BF03D33E}"/>
              </a:ext>
            </a:extLst>
          </p:cNvPr>
          <p:cNvSpPr txBox="1"/>
          <p:nvPr/>
        </p:nvSpPr>
        <p:spPr>
          <a:xfrm>
            <a:off x="11883902" y="64886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Amasis MT Pro Medium" panose="020406040500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27000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56A66-DD82-0251-B755-AFEF13DFD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8D9A8B-1580-C4F7-71BF-2ABA5E538B06}"/>
              </a:ext>
            </a:extLst>
          </p:cNvPr>
          <p:cNvSpPr/>
          <p:nvPr/>
        </p:nvSpPr>
        <p:spPr>
          <a:xfrm>
            <a:off x="-5891" y="536007"/>
            <a:ext cx="12201526" cy="445304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06B665-122C-AFA7-2FC2-15D5EACFD01C}"/>
              </a:ext>
            </a:extLst>
          </p:cNvPr>
          <p:cNvSpPr/>
          <p:nvPr/>
        </p:nvSpPr>
        <p:spPr>
          <a:xfrm>
            <a:off x="-9526" y="-46079"/>
            <a:ext cx="12201526" cy="613989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2078C-AFC1-4B91-ED72-0EC519D2DCF9}"/>
              </a:ext>
            </a:extLst>
          </p:cNvPr>
          <p:cNvSpPr txBox="1"/>
          <p:nvPr/>
        </p:nvSpPr>
        <p:spPr>
          <a:xfrm>
            <a:off x="-13161" y="-38082"/>
            <a:ext cx="122087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ORGANIC-PLASTIC SCINTILLATOR</a:t>
            </a:r>
            <a:endParaRPr lang="it-IT" sz="2400" b="1" dirty="0">
              <a:solidFill>
                <a:schemeClr val="bg1"/>
              </a:solidFill>
              <a:latin typeface="Arial Nova Cond" panose="020B0506020202020204" pitchFamily="34" charset="0"/>
              <a:cs typeface="Aldhabi" panose="020F0502020204030204" pitchFamily="2" charset="-78"/>
            </a:endParaRPr>
          </a:p>
          <a:p>
            <a:pPr algn="ctr"/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Materials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and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Coupling</a:t>
            </a:r>
            <a:endParaRPr lang="it-IT" sz="2400" b="1" dirty="0">
              <a:solidFill>
                <a:schemeClr val="bg1"/>
              </a:solidFill>
              <a:latin typeface="Arial Nova Cond" panose="020B0506020202020204" pitchFamily="34" charset="0"/>
              <a:cs typeface="Aldhabi" panose="020F0502020204030204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4870B9-64E0-A73B-A245-39DDB7200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491" y="1832886"/>
            <a:ext cx="5312664" cy="28770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D989E1-BA23-B79C-FB47-9B3A6A90B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295" y="1868198"/>
            <a:ext cx="2055125" cy="13700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625A87-AF45-6FC9-7841-D266A826DFA7}"/>
              </a:ext>
            </a:extLst>
          </p:cNvPr>
          <p:cNvSpPr txBox="1"/>
          <p:nvPr/>
        </p:nvSpPr>
        <p:spPr>
          <a:xfrm>
            <a:off x="1243584" y="1241360"/>
            <a:ext cx="5918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PMPS :</a:t>
            </a:r>
            <a:r>
              <a:rPr lang="it-IT" b="1" dirty="0" err="1"/>
              <a:t>polydimethyl</a:t>
            </a:r>
            <a:r>
              <a:rPr lang="it-IT" b="1" dirty="0"/>
              <a:t>-co-</a:t>
            </a:r>
            <a:r>
              <a:rPr lang="it-IT" b="1" dirty="0" err="1"/>
              <a:t>diphenylsiloxane</a:t>
            </a:r>
            <a:r>
              <a:rPr lang="it-IT" b="1" dirty="0"/>
              <a:t> </a:t>
            </a:r>
            <a:r>
              <a:rPr lang="it-IT" b="1" dirty="0" err="1"/>
              <a:t>scintillators</a:t>
            </a:r>
            <a:r>
              <a:rPr lang="it-IT" b="1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62516D-4219-E425-7CFD-30EA8BF8ECF7}"/>
              </a:ext>
            </a:extLst>
          </p:cNvPr>
          <p:cNvSpPr txBox="1"/>
          <p:nvPr/>
        </p:nvSpPr>
        <p:spPr>
          <a:xfrm>
            <a:off x="7659624" y="1243084"/>
            <a:ext cx="3477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 err="1"/>
              <a:t>Phenyl</a:t>
            </a:r>
            <a:r>
              <a:rPr lang="it-IT" b="1" dirty="0"/>
              <a:t> groups /</a:t>
            </a:r>
            <a:r>
              <a:rPr lang="it-IT" b="1" dirty="0" err="1"/>
              <a:t>dyes</a:t>
            </a:r>
            <a:r>
              <a:rPr lang="it-IT" b="1" dirty="0"/>
              <a:t>: </a:t>
            </a:r>
            <a:r>
              <a:rPr lang="it-IT" b="1" dirty="0" err="1"/>
              <a:t>examples</a:t>
            </a:r>
            <a:endParaRPr lang="it-IT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94A8CE-F794-C901-223A-373FE030C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4" y="3087461"/>
            <a:ext cx="3583287" cy="173340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D1175DE-B8DD-DD4F-F36B-4C7642E226A7}"/>
              </a:ext>
            </a:extLst>
          </p:cNvPr>
          <p:cNvSpPr/>
          <p:nvPr/>
        </p:nvSpPr>
        <p:spPr>
          <a:xfrm>
            <a:off x="1243584" y="5056886"/>
            <a:ext cx="7034711" cy="135765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Goals:</a:t>
            </a:r>
          </a:p>
          <a:p>
            <a:r>
              <a:rPr lang="it-IT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Peak </a:t>
            </a:r>
            <a:r>
              <a:rPr lang="it-IT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brilliance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 the UV range (320-380nm)  </a:t>
            </a:r>
            <a:br>
              <a:rPr lang="it-IT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it-IT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Light yield under </a:t>
            </a:r>
            <a:r>
              <a:rPr lang="el-G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γ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-sources </a:t>
            </a:r>
            <a:r>
              <a:rPr lang="it-IT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at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RT (60% </a:t>
            </a:r>
            <a:r>
              <a:rPr lang="it-IT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rel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EJ212 under</a:t>
            </a:r>
          </a:p>
          <a:p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it-IT" sz="1600" baseline="30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137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Cs </a:t>
            </a:r>
            <a:r>
              <a:rPr lang="el-G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γ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-rays, i.e. 5/7x10</a:t>
            </a:r>
            <a:r>
              <a:rPr lang="it-IT" sz="1600" baseline="30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  </a:t>
            </a:r>
            <a:r>
              <a:rPr lang="it-IT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ph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/MeV))</a:t>
            </a:r>
          </a:p>
          <a:p>
            <a:r>
              <a:rPr lang="it-IT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Precise optical </a:t>
            </a:r>
            <a:r>
              <a:rPr lang="it-IT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coupling</a:t>
            </a:r>
            <a:r>
              <a:rPr lang="it-IT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with 2D </a:t>
            </a:r>
            <a:r>
              <a:rPr lang="it-IT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perovskites</a:t>
            </a:r>
            <a:endParaRPr lang="it-IT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CC0F9DF-18BF-0848-2637-C3F7879C6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155" y="5025114"/>
            <a:ext cx="4183296" cy="142119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8ECD3B5-831F-B46B-8708-517A2615CF8E}"/>
              </a:ext>
            </a:extLst>
          </p:cNvPr>
          <p:cNvSpPr txBox="1"/>
          <p:nvPr/>
        </p:nvSpPr>
        <p:spPr>
          <a:xfrm>
            <a:off x="8450389" y="6446311"/>
            <a:ext cx="26870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b="0" i="0" dirty="0">
                <a:solidFill>
                  <a:srgbClr val="333333"/>
                </a:solidFill>
                <a:effectLst/>
                <a:latin typeface="HelveticaNeue Regular"/>
              </a:rPr>
              <a:t>M. Dalla Palma </a:t>
            </a:r>
            <a:r>
              <a:rPr lang="it-IT" sz="1200" b="0" i="1" dirty="0">
                <a:solidFill>
                  <a:srgbClr val="333333"/>
                </a:solidFill>
                <a:effectLst/>
                <a:latin typeface="HelveticaNeue Regular"/>
              </a:rPr>
              <a:t>et al</a:t>
            </a:r>
            <a:r>
              <a:rPr lang="it-IT" sz="1200" b="0" i="0" dirty="0">
                <a:solidFill>
                  <a:srgbClr val="333333"/>
                </a:solidFill>
                <a:effectLst/>
                <a:latin typeface="HelveticaNeue Regular"/>
              </a:rPr>
              <a:t>. , 2024,</a:t>
            </a:r>
          </a:p>
          <a:p>
            <a:r>
              <a:rPr lang="en-US" sz="1200" i="1" dirty="0"/>
              <a:t>IEEE Transactions on Nuclear Science</a:t>
            </a:r>
            <a:endParaRPr lang="it-IT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583418-7198-0E7E-F670-1C2374F30FFB}"/>
              </a:ext>
            </a:extLst>
          </p:cNvPr>
          <p:cNvSpPr txBox="1"/>
          <p:nvPr/>
        </p:nvSpPr>
        <p:spPr>
          <a:xfrm>
            <a:off x="11883902" y="64886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Amasis MT Pro Medium" panose="02040604050005020304" pitchFamily="18" charset="0"/>
              </a:rPr>
              <a:t>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03D032-1713-F8D5-956D-3517F7EF33C7}"/>
              </a:ext>
            </a:extLst>
          </p:cNvPr>
          <p:cNvSpPr/>
          <p:nvPr/>
        </p:nvSpPr>
        <p:spPr>
          <a:xfrm>
            <a:off x="5248656" y="2429554"/>
            <a:ext cx="3201733" cy="1584549"/>
          </a:xfrm>
          <a:prstGeom prst="roundRect">
            <a:avLst/>
          </a:prstGeom>
          <a:solidFill>
            <a:srgbClr val="0072C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Tunable</a:t>
            </a:r>
            <a:r>
              <a:rPr lang="it-IT" sz="2400" b="1" dirty="0"/>
              <a:t> </a:t>
            </a:r>
            <a:r>
              <a:rPr lang="it-IT" sz="2400" b="1" dirty="0" err="1"/>
              <a:t>properties</a:t>
            </a:r>
            <a:r>
              <a:rPr lang="it-IT" sz="2400" b="1" dirty="0"/>
              <a:t> </a:t>
            </a:r>
            <a:r>
              <a:rPr lang="it-IT" sz="2400" b="1" dirty="0" err="1"/>
              <a:t>through</a:t>
            </a:r>
            <a:r>
              <a:rPr lang="it-IT" sz="2400" b="1" dirty="0"/>
              <a:t> </a:t>
            </a:r>
            <a:r>
              <a:rPr lang="it-IT" sz="2400" b="1" dirty="0" err="1"/>
              <a:t>chemical</a:t>
            </a:r>
            <a:r>
              <a:rPr lang="it-IT" sz="2400" b="1" dirty="0"/>
              <a:t> </a:t>
            </a:r>
            <a:r>
              <a:rPr lang="it-IT" sz="2400" b="1" dirty="0" err="1"/>
              <a:t>optimization</a:t>
            </a:r>
            <a:r>
              <a:rPr lang="it-IT" sz="24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370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BEA33000-52FE-E404-6758-26530635D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899" y="3882110"/>
            <a:ext cx="4019550" cy="211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F34737-7B5A-22F9-9B30-A46C96C03B47}"/>
              </a:ext>
            </a:extLst>
          </p:cNvPr>
          <p:cNvSpPr/>
          <p:nvPr/>
        </p:nvSpPr>
        <p:spPr>
          <a:xfrm>
            <a:off x="-5891" y="536007"/>
            <a:ext cx="12201526" cy="445304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0576B1-F8F5-BD4F-D276-8304EA35F0C4}"/>
              </a:ext>
            </a:extLst>
          </p:cNvPr>
          <p:cNvSpPr/>
          <p:nvPr/>
        </p:nvSpPr>
        <p:spPr>
          <a:xfrm>
            <a:off x="-9526" y="-46079"/>
            <a:ext cx="12201526" cy="613989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1252BA-B131-3B2D-7F63-7E342E35342E}"/>
              </a:ext>
            </a:extLst>
          </p:cNvPr>
          <p:cNvSpPr txBox="1"/>
          <p:nvPr/>
        </p:nvSpPr>
        <p:spPr>
          <a:xfrm>
            <a:off x="-13161" y="-38082"/>
            <a:ext cx="122087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OPTIMIZATION OF GEOMETRICAL PARAMETERS</a:t>
            </a:r>
            <a:endParaRPr lang="it-IT" sz="2400" b="1" dirty="0">
              <a:solidFill>
                <a:schemeClr val="bg1"/>
              </a:solidFill>
              <a:latin typeface="Arial Nova Cond" panose="020B0506020202020204" pitchFamily="34" charset="0"/>
              <a:cs typeface="Aldhabi" panose="020F0502020204030204" pitchFamily="2" charset="-78"/>
            </a:endParaRPr>
          </a:p>
          <a:p>
            <a:pPr algn="ctr"/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GEANT4 for feedback-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driven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analyses</a:t>
            </a:r>
            <a:endParaRPr lang="it-IT" sz="2400" b="1" dirty="0">
              <a:solidFill>
                <a:schemeClr val="bg1"/>
              </a:solidFill>
              <a:latin typeface="Arial Nova Cond" panose="020B0506020202020204" pitchFamily="34" charset="0"/>
              <a:cs typeface="Aldhabi" panose="020F0502020204030204" pitchFamily="2" charset="-7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D058C5-5EB7-3CA5-157C-77ABF63132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30075" y="1280782"/>
            <a:ext cx="3331297" cy="1970332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62B0906-CCEC-D95F-858E-12CD933E2193}"/>
              </a:ext>
            </a:extLst>
          </p:cNvPr>
          <p:cNvCxnSpPr/>
          <p:nvPr/>
        </p:nvCxnSpPr>
        <p:spPr>
          <a:xfrm>
            <a:off x="5561372" y="3260639"/>
            <a:ext cx="47542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D0E3C65-B35F-AF5A-BF3F-B463D4659415}"/>
              </a:ext>
            </a:extLst>
          </p:cNvPr>
          <p:cNvSpPr txBox="1"/>
          <p:nvPr/>
        </p:nvSpPr>
        <p:spPr>
          <a:xfrm>
            <a:off x="5667373" y="1280782"/>
            <a:ext cx="46482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PARAMETERS OF INTEREST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dirty="0"/>
              <a:t>Electric field inside the trenches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dirty="0" err="1"/>
              <a:t>Structural</a:t>
            </a:r>
            <a:r>
              <a:rPr lang="it-IT" sz="2000" dirty="0"/>
              <a:t> features (</a:t>
            </a:r>
            <a:r>
              <a:rPr lang="it-IT" sz="2000" dirty="0" err="1"/>
              <a:t>thickness</a:t>
            </a:r>
            <a:r>
              <a:rPr lang="it-IT" sz="2000" dirty="0"/>
              <a:t>, </a:t>
            </a:r>
            <a:r>
              <a:rPr lang="it-IT" sz="2000" dirty="0" err="1"/>
              <a:t>width</a:t>
            </a:r>
            <a:r>
              <a:rPr lang="it-IT" sz="2000" dirty="0"/>
              <a:t>, area)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dirty="0"/>
              <a:t>Optical </a:t>
            </a:r>
            <a:r>
              <a:rPr lang="it-IT" sz="2000" dirty="0" err="1"/>
              <a:t>coupling</a:t>
            </a:r>
            <a:r>
              <a:rPr lang="it-IT" sz="2000" dirty="0"/>
              <a:t> (</a:t>
            </a:r>
            <a:r>
              <a:rPr lang="it-IT" sz="2000" dirty="0" err="1"/>
              <a:t>emission</a:t>
            </a:r>
            <a:r>
              <a:rPr lang="it-IT" sz="2000" dirty="0"/>
              <a:t> and </a:t>
            </a:r>
            <a:r>
              <a:rPr lang="it-IT" sz="2000" dirty="0" err="1"/>
              <a:t>absorption</a:t>
            </a:r>
            <a:r>
              <a:rPr lang="it-IT" sz="2000" dirty="0"/>
              <a:t> matching)</a:t>
            </a:r>
          </a:p>
        </p:txBody>
      </p:sp>
      <p:pic>
        <p:nvPicPr>
          <p:cNvPr id="1026" name="Picture 2" descr="First steps with Geant4 (27-31 March 2023): Overview · Indico">
            <a:extLst>
              <a:ext uri="{FF2B5EF4-FFF2-40B4-BE49-F238E27FC236}">
                <a16:creationId xmlns:a16="http://schemas.microsoft.com/office/drawing/2014/main" id="{CC95B3F5-20F3-9428-36BB-B12D9A05A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4951" y="4244601"/>
            <a:ext cx="3494448" cy="116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Graphic 26" descr="Blockchain with solid fill">
            <a:extLst>
              <a:ext uri="{FF2B5EF4-FFF2-40B4-BE49-F238E27FC236}">
                <a16:creationId xmlns:a16="http://schemas.microsoft.com/office/drawing/2014/main" id="{2E78A9F7-0B36-5389-2687-D0D2082296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57351" y="3724827"/>
            <a:ext cx="483426" cy="48342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AE46F59-8DB4-81AA-D11B-BB8651EE2701}"/>
              </a:ext>
            </a:extLst>
          </p:cNvPr>
          <p:cNvSpPr txBox="1"/>
          <p:nvPr/>
        </p:nvSpPr>
        <p:spPr>
          <a:xfrm>
            <a:off x="2230075" y="3623130"/>
            <a:ext cx="89713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FEEDBACK-DRIVEN SIMULATIONS </a:t>
            </a:r>
            <a:r>
              <a:rPr lang="it-IT" sz="2000" b="1" dirty="0" err="1"/>
              <a:t>will</a:t>
            </a:r>
            <a:r>
              <a:rPr lang="it-IT" sz="2000" b="1" dirty="0"/>
              <a:t> </a:t>
            </a:r>
            <a:r>
              <a:rPr lang="it-IT" sz="2000" b="1" dirty="0" err="1"/>
              <a:t>provide</a:t>
            </a:r>
            <a:r>
              <a:rPr lang="it-IT" sz="2000" b="1" dirty="0"/>
              <a:t> </a:t>
            </a:r>
            <a:r>
              <a:rPr lang="it-IT" sz="2000" b="1" dirty="0" err="1"/>
              <a:t>optimal</a:t>
            </a:r>
            <a:r>
              <a:rPr lang="it-IT" sz="2000" b="1" dirty="0"/>
              <a:t> </a:t>
            </a:r>
            <a:r>
              <a:rPr lang="it-IT" sz="2000" b="1" dirty="0" err="1"/>
              <a:t>combination</a:t>
            </a:r>
            <a:r>
              <a:rPr lang="it-IT" sz="2000" b="1" dirty="0"/>
              <a:t> of </a:t>
            </a:r>
            <a:r>
              <a:rPr lang="it-IT" sz="2000" b="1" dirty="0" err="1"/>
              <a:t>parameters</a:t>
            </a:r>
            <a:r>
              <a:rPr lang="it-IT" sz="2000" b="1" dirty="0"/>
              <a:t> </a:t>
            </a:r>
            <a:r>
              <a:rPr lang="it-IT" sz="2000" b="1" dirty="0" err="1"/>
              <a:t>according</a:t>
            </a:r>
            <a:r>
              <a:rPr lang="it-IT" sz="2000" b="1" dirty="0"/>
              <a:t> to </a:t>
            </a:r>
            <a:r>
              <a:rPr lang="it-IT" sz="2000" b="1" dirty="0" err="1"/>
              <a:t>fabrication</a:t>
            </a:r>
            <a:r>
              <a:rPr lang="it-IT" sz="2000" b="1" dirty="0"/>
              <a:t> and </a:t>
            </a:r>
            <a:r>
              <a:rPr lang="it-IT" sz="2000" b="1" dirty="0" err="1"/>
              <a:t>desired</a:t>
            </a:r>
            <a:r>
              <a:rPr lang="it-IT" sz="2000" b="1" dirty="0"/>
              <a:t> </a:t>
            </a:r>
            <a:r>
              <a:rPr lang="it-IT" sz="2000" b="1" dirty="0" err="1"/>
              <a:t>outcomes</a:t>
            </a:r>
            <a:r>
              <a:rPr lang="it-IT" sz="2000" b="1" dirty="0"/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9D01DF-9F1A-5857-4FE8-A752298D1889}"/>
              </a:ext>
            </a:extLst>
          </p:cNvPr>
          <p:cNvSpPr txBox="1"/>
          <p:nvPr/>
        </p:nvSpPr>
        <p:spPr>
          <a:xfrm>
            <a:off x="1572768" y="5521892"/>
            <a:ext cx="92541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/>
              <a:t>Required</a:t>
            </a:r>
            <a:r>
              <a:rPr lang="it-IT" sz="2000" dirty="0"/>
              <a:t> </a:t>
            </a:r>
            <a:r>
              <a:rPr lang="it-IT" sz="2000" dirty="0" err="1"/>
              <a:t>material</a:t>
            </a:r>
            <a:r>
              <a:rPr lang="it-IT" sz="2000" dirty="0"/>
              <a:t> </a:t>
            </a:r>
            <a:r>
              <a:rPr lang="it-IT" sz="2000" dirty="0" err="1"/>
              <a:t>physical</a:t>
            </a:r>
            <a:r>
              <a:rPr lang="it-IT" sz="2000" dirty="0"/>
              <a:t> </a:t>
            </a:r>
            <a:r>
              <a:rPr lang="it-IT" sz="2000" dirty="0" err="1"/>
              <a:t>parameters</a:t>
            </a:r>
            <a:r>
              <a:rPr lang="it-IT" sz="2000" dirty="0"/>
              <a:t> (</a:t>
            </a:r>
            <a:r>
              <a:rPr lang="it-IT" sz="2000" dirty="0" err="1"/>
              <a:t>density</a:t>
            </a:r>
            <a:r>
              <a:rPr lang="it-IT" sz="2000" dirty="0"/>
              <a:t>, </a:t>
            </a:r>
            <a:r>
              <a:rPr lang="it-IT" sz="2000" dirty="0" err="1"/>
              <a:t>refractive</a:t>
            </a:r>
            <a:r>
              <a:rPr lang="it-IT" sz="2000" dirty="0"/>
              <a:t> index, </a:t>
            </a:r>
            <a:r>
              <a:rPr lang="it-IT" sz="2000" dirty="0" err="1"/>
              <a:t>charge</a:t>
            </a:r>
            <a:r>
              <a:rPr lang="it-IT" sz="2000" dirty="0"/>
              <a:t> carriers </a:t>
            </a:r>
            <a:r>
              <a:rPr lang="it-IT" sz="2000" dirty="0" err="1"/>
              <a:t>mobility</a:t>
            </a:r>
            <a:r>
              <a:rPr lang="it-IT" sz="2000" dirty="0"/>
              <a:t>, </a:t>
            </a:r>
            <a:r>
              <a:rPr lang="el-GR" sz="2000" i="1" dirty="0"/>
              <a:t>μτ</a:t>
            </a:r>
            <a:r>
              <a:rPr lang="it-IT" sz="2000" i="1" dirty="0"/>
              <a:t> </a:t>
            </a:r>
            <a:r>
              <a:rPr lang="it-IT" sz="2000" dirty="0"/>
              <a:t>product, </a:t>
            </a:r>
            <a:r>
              <a:rPr lang="it-IT" sz="2000" dirty="0" err="1"/>
              <a:t>absorption</a:t>
            </a:r>
            <a:r>
              <a:rPr lang="it-IT" sz="2000" dirty="0"/>
              <a:t>/transmission </a:t>
            </a:r>
            <a:r>
              <a:rPr lang="it-IT" sz="2000" dirty="0" err="1"/>
              <a:t>coefficients</a:t>
            </a:r>
            <a:r>
              <a:rPr lang="it-IT" sz="2000" dirty="0"/>
              <a:t>, light yield) </a:t>
            </a:r>
            <a:r>
              <a:rPr lang="it-IT" sz="2000" dirty="0" err="1"/>
              <a:t>have</a:t>
            </a:r>
            <a:r>
              <a:rPr lang="it-IT" sz="2000" dirty="0"/>
              <a:t> </a:t>
            </a:r>
            <a:r>
              <a:rPr lang="it-IT" sz="2000" dirty="0" err="1"/>
              <a:t>been</a:t>
            </a:r>
            <a:r>
              <a:rPr lang="it-IT" sz="2000" dirty="0"/>
              <a:t> </a:t>
            </a:r>
            <a:r>
              <a:rPr lang="it-IT" sz="2000" dirty="0" err="1"/>
              <a:t>assessed</a:t>
            </a:r>
            <a:r>
              <a:rPr lang="it-IT" sz="2000" dirty="0"/>
              <a:t> in </a:t>
            </a:r>
            <a:r>
              <a:rPr lang="it-IT" sz="2000" dirty="0" err="1"/>
              <a:t>previous</a:t>
            </a:r>
            <a:r>
              <a:rPr lang="it-IT" sz="2000" dirty="0"/>
              <a:t> works or </a:t>
            </a:r>
            <a:r>
              <a:rPr lang="it-IT" sz="2000" dirty="0" err="1"/>
              <a:t>will</a:t>
            </a:r>
            <a:r>
              <a:rPr lang="it-IT" sz="2000" dirty="0"/>
              <a:t> be </a:t>
            </a:r>
            <a:r>
              <a:rPr lang="it-IT" sz="2000" dirty="0" err="1"/>
              <a:t>determined</a:t>
            </a:r>
            <a:r>
              <a:rPr lang="it-IT" sz="2000" dirty="0"/>
              <a:t>  </a:t>
            </a:r>
            <a:r>
              <a:rPr lang="it-IT" sz="2000" dirty="0" err="1"/>
              <a:t>through</a:t>
            </a:r>
            <a:r>
              <a:rPr lang="it-IT" sz="2000" dirty="0"/>
              <a:t> </a:t>
            </a:r>
            <a:r>
              <a:rPr lang="it-IT" sz="2000" dirty="0" err="1"/>
              <a:t>dedicated</a:t>
            </a:r>
            <a:r>
              <a:rPr lang="it-IT" sz="2000" b="1" dirty="0"/>
              <a:t> </a:t>
            </a:r>
            <a:r>
              <a:rPr lang="it-IT" sz="2000" b="1" dirty="0" err="1"/>
              <a:t>tests</a:t>
            </a:r>
            <a:r>
              <a:rPr lang="it-IT" sz="2000" b="1" dirty="0"/>
              <a:t> </a:t>
            </a:r>
            <a:r>
              <a:rPr lang="it-IT" sz="2000" b="1" dirty="0" err="1"/>
              <a:t>onsite</a:t>
            </a:r>
            <a:r>
              <a:rPr lang="it-IT" sz="2000" b="1" dirty="0"/>
              <a:t>.</a:t>
            </a:r>
            <a:endParaRPr lang="it-IT" sz="20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BD8D5C-D5C4-ABE2-9873-B07ECB6B23DF}"/>
              </a:ext>
            </a:extLst>
          </p:cNvPr>
          <p:cNvSpPr txBox="1"/>
          <p:nvPr/>
        </p:nvSpPr>
        <p:spPr>
          <a:xfrm>
            <a:off x="11774174" y="6488668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Amasis MT Pro Medium" panose="020406040500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88125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48359-CAF4-DFCC-C25B-7310D7E7D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E9C127-137F-D9D6-9FF5-D1B474B8EB66}"/>
              </a:ext>
            </a:extLst>
          </p:cNvPr>
          <p:cNvSpPr/>
          <p:nvPr/>
        </p:nvSpPr>
        <p:spPr>
          <a:xfrm>
            <a:off x="-5891" y="536007"/>
            <a:ext cx="12201526" cy="445304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4C9EB4-F51D-CFAC-EC9C-946BD1DBDC6C}"/>
              </a:ext>
            </a:extLst>
          </p:cNvPr>
          <p:cNvSpPr/>
          <p:nvPr/>
        </p:nvSpPr>
        <p:spPr>
          <a:xfrm>
            <a:off x="-9526" y="-46079"/>
            <a:ext cx="12201526" cy="613989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108653-E761-749B-7D4D-2D5D69C5A1E1}"/>
              </a:ext>
            </a:extLst>
          </p:cNvPr>
          <p:cNvSpPr txBox="1"/>
          <p:nvPr/>
        </p:nvSpPr>
        <p:spPr>
          <a:xfrm>
            <a:off x="-13161" y="-38082"/>
            <a:ext cx="122087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CORE CHARACTERIZATION  </a:t>
            </a:r>
            <a:endParaRPr lang="it-IT" sz="2400" b="1" dirty="0">
              <a:solidFill>
                <a:schemeClr val="bg1"/>
              </a:solidFill>
              <a:latin typeface="Arial Nova Cond" panose="020B0506020202020204" pitchFamily="34" charset="0"/>
              <a:cs typeface="Aldhabi" panose="020F0502020204030204" pitchFamily="2" charset="-78"/>
            </a:endParaRPr>
          </a:p>
          <a:p>
            <a:pPr algn="ctr"/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Device-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level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assessments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of GS and PCD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D76FCD-2B98-C81E-332A-32A92CE8DAF2}"/>
              </a:ext>
            </a:extLst>
          </p:cNvPr>
          <p:cNvSpPr/>
          <p:nvPr/>
        </p:nvSpPr>
        <p:spPr>
          <a:xfrm>
            <a:off x="914398" y="1362456"/>
            <a:ext cx="3019425" cy="5105019"/>
          </a:xfrm>
          <a:prstGeom prst="roundRect">
            <a:avLst/>
          </a:prstGeom>
          <a:gradFill flip="none" rotWithShape="1">
            <a:gsLst>
              <a:gs pos="0">
                <a:srgbClr val="FF9900">
                  <a:tint val="66000"/>
                  <a:satMod val="160000"/>
                </a:srgbClr>
              </a:gs>
              <a:gs pos="50000">
                <a:srgbClr val="FF9900">
                  <a:tint val="44500"/>
                  <a:satMod val="160000"/>
                </a:srgbClr>
              </a:gs>
              <a:gs pos="100000">
                <a:srgbClr val="FF99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B823DE-A2A7-9CB7-68B1-F3E81D417CA7}"/>
              </a:ext>
            </a:extLst>
          </p:cNvPr>
          <p:cNvSpPr/>
          <p:nvPr/>
        </p:nvSpPr>
        <p:spPr>
          <a:xfrm>
            <a:off x="4581524" y="1362456"/>
            <a:ext cx="3019425" cy="5105019"/>
          </a:xfrm>
          <a:prstGeom prst="roundRect">
            <a:avLst/>
          </a:prstGeom>
          <a:gradFill flip="none" rotWithShape="1">
            <a:gsLst>
              <a:gs pos="0">
                <a:srgbClr val="FF6600">
                  <a:tint val="66000"/>
                  <a:satMod val="160000"/>
                </a:srgbClr>
              </a:gs>
              <a:gs pos="50000">
                <a:srgbClr val="FF6600">
                  <a:tint val="44500"/>
                  <a:satMod val="160000"/>
                </a:srgbClr>
              </a:gs>
              <a:gs pos="100000">
                <a:srgbClr val="FF66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1193EC-6545-A3D9-CBFA-11FE64C937A1}"/>
              </a:ext>
            </a:extLst>
          </p:cNvPr>
          <p:cNvSpPr/>
          <p:nvPr/>
        </p:nvSpPr>
        <p:spPr>
          <a:xfrm>
            <a:off x="8248650" y="1362456"/>
            <a:ext cx="3019425" cy="5105019"/>
          </a:xfrm>
          <a:prstGeom prst="round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52F894-CCED-E115-C268-6A1E43B67922}"/>
              </a:ext>
            </a:extLst>
          </p:cNvPr>
          <p:cNvSpPr txBox="1"/>
          <p:nvPr/>
        </p:nvSpPr>
        <p:spPr>
          <a:xfrm>
            <a:off x="609599" y="1427384"/>
            <a:ext cx="3105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it-IT" b="1" dirty="0"/>
              <a:t>1. STRUCTURAL </a:t>
            </a:r>
          </a:p>
          <a:p>
            <a:pPr lvl="1" algn="ctr"/>
            <a:r>
              <a:rPr lang="it-IT" b="1" dirty="0"/>
              <a:t>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BBE088-CBB5-4C30-766C-9F08649678F5}"/>
              </a:ext>
            </a:extLst>
          </p:cNvPr>
          <p:cNvSpPr txBox="1"/>
          <p:nvPr/>
        </p:nvSpPr>
        <p:spPr>
          <a:xfrm>
            <a:off x="4105275" y="1439734"/>
            <a:ext cx="3495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it-IT" b="1" dirty="0"/>
              <a:t>2. BASIC PERFORMANCE ASSESSMENTS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944451-EC17-A0E9-0B01-75E8ED884092}"/>
              </a:ext>
            </a:extLst>
          </p:cNvPr>
          <p:cNvSpPr txBox="1"/>
          <p:nvPr/>
        </p:nvSpPr>
        <p:spPr>
          <a:xfrm>
            <a:off x="7991475" y="1427384"/>
            <a:ext cx="3105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it-IT" b="1" dirty="0"/>
              <a:t>3. RADIATION DETECTION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E05BDD-ACBC-CF2A-C34D-31CF3D1C9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82" y="2237612"/>
            <a:ext cx="2762656" cy="21247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0" dist="5000" dir="5400000" sy="-100000" algn="bl" rotWithShape="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5E51E3-8BD9-A350-BACA-2A2DA050744F}"/>
              </a:ext>
            </a:extLst>
          </p:cNvPr>
          <p:cNvSpPr txBox="1"/>
          <p:nvPr/>
        </p:nvSpPr>
        <p:spPr>
          <a:xfrm>
            <a:off x="1100135" y="4429194"/>
            <a:ext cx="26479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Cross-</a:t>
            </a:r>
            <a:r>
              <a:rPr lang="it-IT" dirty="0" err="1"/>
              <a:t>section</a:t>
            </a:r>
            <a:r>
              <a:rPr lang="it-IT" dirty="0"/>
              <a:t> (SEM) for </a:t>
            </a:r>
            <a:r>
              <a:rPr lang="it-IT" b="1" dirty="0"/>
              <a:t>perovskite filling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Surface </a:t>
            </a:r>
            <a:r>
              <a:rPr lang="it-IT" dirty="0" err="1"/>
              <a:t>topography</a:t>
            </a:r>
            <a:r>
              <a:rPr lang="it-IT" dirty="0"/>
              <a:t> (AFM / 3D </a:t>
            </a:r>
            <a:r>
              <a:rPr lang="it-IT" dirty="0" err="1"/>
              <a:t>profilometry</a:t>
            </a:r>
            <a:r>
              <a:rPr lang="it-IT" dirty="0"/>
              <a:t>) for</a:t>
            </a:r>
            <a:r>
              <a:rPr lang="it-IT" b="1" dirty="0"/>
              <a:t> </a:t>
            </a:r>
            <a:r>
              <a:rPr lang="it-IT" b="1" dirty="0" err="1"/>
              <a:t>excess</a:t>
            </a:r>
            <a:r>
              <a:rPr lang="it-IT" b="1" dirty="0"/>
              <a:t> </a:t>
            </a:r>
            <a:r>
              <a:rPr lang="it-IT" b="1" dirty="0" err="1"/>
              <a:t>material</a:t>
            </a:r>
            <a:r>
              <a:rPr lang="it-IT" b="1" dirty="0"/>
              <a:t>.</a:t>
            </a:r>
            <a:r>
              <a:rPr lang="it-IT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dirty="0"/>
          </a:p>
          <a:p>
            <a:r>
              <a:rPr lang="it-IT" dirty="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09B818-FDAD-61E6-6006-F9CA52484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932" y="2270375"/>
            <a:ext cx="2704693" cy="2091997"/>
          </a:xfrm>
          <a:prstGeom prst="roundRect">
            <a:avLst>
              <a:gd name="adj" fmla="val 449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0F13787-AABF-81BA-E8C3-5B7ADDA59B2D}"/>
              </a:ext>
            </a:extLst>
          </p:cNvPr>
          <p:cNvSpPr txBox="1"/>
          <p:nvPr/>
        </p:nvSpPr>
        <p:spPr>
          <a:xfrm>
            <a:off x="8310972" y="4429194"/>
            <a:ext cx="27808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b="1" dirty="0"/>
              <a:t>X-rays</a:t>
            </a:r>
            <a:r>
              <a:rPr lang="it-IT" dirty="0"/>
              <a:t>: sensitivity, time </a:t>
            </a:r>
            <a:r>
              <a:rPr lang="it-IT" dirty="0" err="1"/>
              <a:t>response</a:t>
            </a:r>
            <a:r>
              <a:rPr lang="it-IT" dirty="0"/>
              <a:t>, dose-rate </a:t>
            </a:r>
            <a:r>
              <a:rPr lang="it-IT" dirty="0" err="1"/>
              <a:t>linearity</a:t>
            </a:r>
            <a:r>
              <a:rPr lang="it-IT" dirty="0"/>
              <a:t>, LOD, </a:t>
            </a:r>
            <a:r>
              <a:rPr lang="it-IT" dirty="0" err="1"/>
              <a:t>radiation</a:t>
            </a:r>
            <a:r>
              <a:rPr lang="it-IT" dirty="0"/>
              <a:t> </a:t>
            </a:r>
            <a:r>
              <a:rPr lang="it-IT" dirty="0" err="1"/>
              <a:t>hardness</a:t>
            </a:r>
            <a:r>
              <a:rPr lang="it-IT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b="1" dirty="0"/>
              <a:t>α</a:t>
            </a:r>
            <a:r>
              <a:rPr lang="it-IT" b="1" dirty="0"/>
              <a:t>-</a:t>
            </a:r>
            <a:r>
              <a:rPr lang="it-IT" b="1" dirty="0" err="1"/>
              <a:t>particles</a:t>
            </a:r>
            <a:r>
              <a:rPr lang="it-IT" dirty="0"/>
              <a:t>: single </a:t>
            </a:r>
            <a:r>
              <a:rPr lang="it-IT" dirty="0" err="1"/>
              <a:t>pulse</a:t>
            </a:r>
            <a:r>
              <a:rPr lang="it-IT" dirty="0"/>
              <a:t> </a:t>
            </a:r>
            <a:r>
              <a:rPr lang="it-IT" dirty="0" err="1"/>
              <a:t>detection</a:t>
            </a:r>
            <a:r>
              <a:rPr lang="it-IT" dirty="0"/>
              <a:t>, </a:t>
            </a:r>
            <a:r>
              <a:rPr lang="el-GR" dirty="0"/>
              <a:t>μτ</a:t>
            </a:r>
            <a:r>
              <a:rPr lang="it-IT" dirty="0"/>
              <a:t> product.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dirty="0"/>
          </a:p>
          <a:p>
            <a:r>
              <a:rPr lang="it-IT" dirty="0"/>
              <a:t> </a:t>
            </a:r>
          </a:p>
        </p:txBody>
      </p:sp>
      <p:pic>
        <p:nvPicPr>
          <p:cNvPr id="19" name="Immagine 5">
            <a:extLst>
              <a:ext uri="{FF2B5EF4-FFF2-40B4-BE49-F238E27FC236}">
                <a16:creationId xmlns:a16="http://schemas.microsoft.com/office/drawing/2014/main" id="{2E936D7E-3C01-C257-B134-CA9A2DCF0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684" y="4020818"/>
            <a:ext cx="2647103" cy="23011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C93F4A0-7CD3-F9AF-0AD3-BA119A0FF5D8}"/>
              </a:ext>
            </a:extLst>
          </p:cNvPr>
          <p:cNvSpPr txBox="1"/>
          <p:nvPr/>
        </p:nvSpPr>
        <p:spPr>
          <a:xfrm>
            <a:off x="4746033" y="2201731"/>
            <a:ext cx="26479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b="1" i="1" dirty="0"/>
              <a:t>J-V</a:t>
            </a:r>
            <a:r>
              <a:rPr lang="it-IT" dirty="0"/>
              <a:t> and </a:t>
            </a:r>
            <a:r>
              <a:rPr lang="it-IT" b="1" i="1" dirty="0"/>
              <a:t>C-V</a:t>
            </a:r>
            <a:r>
              <a:rPr lang="it-IT" i="1" dirty="0"/>
              <a:t> </a:t>
            </a:r>
            <a:r>
              <a:rPr lang="it-IT" dirty="0" err="1"/>
              <a:t>curves</a:t>
            </a:r>
            <a:r>
              <a:rPr lang="it-IT" dirty="0"/>
              <a:t>, </a:t>
            </a:r>
            <a:r>
              <a:rPr lang="it-IT" i="1" dirty="0"/>
              <a:t>PL </a:t>
            </a:r>
            <a:r>
              <a:rPr lang="it-IT" dirty="0"/>
              <a:t>and </a:t>
            </a:r>
            <a:r>
              <a:rPr lang="it-IT" i="1" dirty="0"/>
              <a:t>Abs </a:t>
            </a:r>
            <a:r>
              <a:rPr lang="it-IT" dirty="0" err="1"/>
              <a:t>spectra</a:t>
            </a:r>
            <a:endParaRPr lang="it-IT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b="1" i="1" dirty="0" err="1"/>
              <a:t>Pulsed</a:t>
            </a:r>
            <a:r>
              <a:rPr lang="it-IT" b="1" i="1" dirty="0"/>
              <a:t> </a:t>
            </a:r>
            <a:r>
              <a:rPr lang="it-IT" b="1" i="1" dirty="0" err="1"/>
              <a:t>analyses</a:t>
            </a:r>
            <a:endParaRPr lang="it-IT" b="1" i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 err="1"/>
              <a:t>Scintillator</a:t>
            </a:r>
            <a:r>
              <a:rPr lang="it-IT" dirty="0"/>
              <a:t> </a:t>
            </a:r>
            <a:r>
              <a:rPr lang="it-IT" b="1" dirty="0" err="1"/>
              <a:t>photon</a:t>
            </a:r>
            <a:r>
              <a:rPr lang="it-IT" b="1" dirty="0"/>
              <a:t> yield </a:t>
            </a:r>
            <a:r>
              <a:rPr lang="it-IT" dirty="0"/>
              <a:t>and </a:t>
            </a:r>
            <a:r>
              <a:rPr lang="it-IT" b="1" dirty="0" err="1"/>
              <a:t>spectral</a:t>
            </a:r>
            <a:r>
              <a:rPr lang="it-IT" b="1" dirty="0"/>
              <a:t> </a:t>
            </a:r>
            <a:r>
              <a:rPr lang="it-IT" b="1" dirty="0" err="1"/>
              <a:t>distribution</a:t>
            </a:r>
            <a:r>
              <a:rPr lang="it-IT" b="1" dirty="0"/>
              <a:t>.</a:t>
            </a:r>
            <a:endParaRPr lang="it-IT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dirty="0"/>
          </a:p>
          <a:p>
            <a:r>
              <a:rPr lang="it-IT" dirty="0"/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C864C6-F251-2C22-8C27-72A5D3241C44}"/>
              </a:ext>
            </a:extLst>
          </p:cNvPr>
          <p:cNvSpPr txBox="1"/>
          <p:nvPr/>
        </p:nvSpPr>
        <p:spPr>
          <a:xfrm>
            <a:off x="6319852" y="4320754"/>
            <a:ext cx="1302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i="1" dirty="0" err="1"/>
              <a:t>Ledee</a:t>
            </a:r>
            <a:r>
              <a:rPr lang="it-IT" sz="1200" i="1" dirty="0"/>
              <a:t> et al. </a:t>
            </a:r>
          </a:p>
          <a:p>
            <a:r>
              <a:rPr lang="it-IT" sz="1200" b="0" i="1" dirty="0" err="1">
                <a:solidFill>
                  <a:srgbClr val="1C1D1E"/>
                </a:solidFill>
                <a:effectLst/>
              </a:rPr>
              <a:t>Adv</a:t>
            </a:r>
            <a:r>
              <a:rPr lang="it-IT" sz="1200" b="0" i="1" dirty="0">
                <a:solidFill>
                  <a:srgbClr val="1C1D1E"/>
                </a:solidFill>
                <a:effectLst/>
              </a:rPr>
              <a:t>. Optical Mater.</a:t>
            </a:r>
            <a:r>
              <a:rPr lang="it-IT" sz="1200" b="0" i="0" dirty="0">
                <a:solidFill>
                  <a:srgbClr val="1C1D1E"/>
                </a:solidFill>
                <a:effectLst/>
              </a:rPr>
              <a:t> 2022</a:t>
            </a:r>
            <a:endParaRPr lang="it-IT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B94CA3-A099-A98B-B5FB-8AB8DD72E900}"/>
              </a:ext>
            </a:extLst>
          </p:cNvPr>
          <p:cNvSpPr txBox="1"/>
          <p:nvPr/>
        </p:nvSpPr>
        <p:spPr>
          <a:xfrm>
            <a:off x="5033771" y="5392082"/>
            <a:ext cx="9645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 dirty="0"/>
              <a:t>PL </a:t>
            </a:r>
            <a:r>
              <a:rPr lang="it-IT" sz="1000" b="1" dirty="0" err="1"/>
              <a:t>spectrum</a:t>
            </a:r>
            <a:r>
              <a:rPr lang="it-IT" sz="1000" b="1" dirty="0"/>
              <a:t> of PEA</a:t>
            </a:r>
            <a:r>
              <a:rPr lang="it-IT" sz="1000" b="1" baseline="-25000" dirty="0"/>
              <a:t>2</a:t>
            </a:r>
            <a:r>
              <a:rPr lang="it-IT" sz="1000" b="1" dirty="0"/>
              <a:t>PbBr</a:t>
            </a:r>
            <a:r>
              <a:rPr lang="it-IT" sz="1000" b="1" baseline="-25000" dirty="0"/>
              <a:t>4</a:t>
            </a:r>
            <a:r>
              <a:rPr lang="it-IT" sz="1000" b="1" dirty="0"/>
              <a:t> </a:t>
            </a:r>
            <a:r>
              <a:rPr lang="it-IT" sz="1000" b="1" dirty="0" err="1"/>
              <a:t>thin</a:t>
            </a:r>
            <a:r>
              <a:rPr lang="it-IT" sz="1000" b="1" dirty="0"/>
              <a:t> film</a:t>
            </a:r>
            <a:endParaRPr lang="it-IT" sz="1000" b="1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6A55A-7503-D866-FEDC-BF84EC9EA6D2}"/>
              </a:ext>
            </a:extLst>
          </p:cNvPr>
          <p:cNvSpPr txBox="1"/>
          <p:nvPr/>
        </p:nvSpPr>
        <p:spPr>
          <a:xfrm>
            <a:off x="11774174" y="6488668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Amasis MT Pro Medium" panose="02040604050005020304" pitchFamily="18" charset="0"/>
              </a:rPr>
              <a:t>11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2D5FA9-3C9F-BD3C-89E5-D1656138BB12}"/>
              </a:ext>
            </a:extLst>
          </p:cNvPr>
          <p:cNvCxnSpPr/>
          <p:nvPr/>
        </p:nvCxnSpPr>
        <p:spPr>
          <a:xfrm>
            <a:off x="1042782" y="2073715"/>
            <a:ext cx="27053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8F7F751-10AD-7377-4D47-0D0FCCEEC805}"/>
              </a:ext>
            </a:extLst>
          </p:cNvPr>
          <p:cNvCxnSpPr/>
          <p:nvPr/>
        </p:nvCxnSpPr>
        <p:spPr>
          <a:xfrm>
            <a:off x="4709484" y="2073715"/>
            <a:ext cx="27053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55FDC8-B878-7320-4232-C85A87D6ABB4}"/>
              </a:ext>
            </a:extLst>
          </p:cNvPr>
          <p:cNvCxnSpPr/>
          <p:nvPr/>
        </p:nvCxnSpPr>
        <p:spPr>
          <a:xfrm>
            <a:off x="8386562" y="2086065"/>
            <a:ext cx="27053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841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8E4F6-34B2-7B0C-C095-67DC60C09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1F375F5B-EF6E-8503-5F64-8BD3DAF3DFAB}"/>
              </a:ext>
            </a:extLst>
          </p:cNvPr>
          <p:cNvGrpSpPr/>
          <p:nvPr/>
        </p:nvGrpSpPr>
        <p:grpSpPr>
          <a:xfrm>
            <a:off x="9503565" y="1878876"/>
            <a:ext cx="1226874" cy="1212069"/>
            <a:chOff x="9868263" y="3429000"/>
            <a:chExt cx="1226874" cy="1212069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C7F4214B-5363-252A-63E9-38396D669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8263" y="3429000"/>
              <a:ext cx="1226874" cy="1202005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21E2211-95C0-2352-CD28-17CE2683D736}"/>
                </a:ext>
              </a:extLst>
            </p:cNvPr>
            <p:cNvSpPr/>
            <p:nvPr/>
          </p:nvSpPr>
          <p:spPr>
            <a:xfrm>
              <a:off x="9933709" y="4414058"/>
              <a:ext cx="74815" cy="14126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9AEFD80-3D1D-0D7B-E603-6E06124CAB74}"/>
                </a:ext>
              </a:extLst>
            </p:cNvPr>
            <p:cNvSpPr/>
            <p:nvPr/>
          </p:nvSpPr>
          <p:spPr>
            <a:xfrm>
              <a:off x="10008524" y="4391343"/>
              <a:ext cx="74815" cy="16398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BDE3AE5-FC4C-3FAF-81DF-878FAA0F7913}"/>
                </a:ext>
              </a:extLst>
            </p:cNvPr>
            <p:cNvSpPr/>
            <p:nvPr/>
          </p:nvSpPr>
          <p:spPr>
            <a:xfrm>
              <a:off x="10083339" y="4444151"/>
              <a:ext cx="74815" cy="11117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85B4FB9-9299-FDFD-FDA4-DB5C85D0B5F8}"/>
                </a:ext>
              </a:extLst>
            </p:cNvPr>
            <p:cNvSpPr/>
            <p:nvPr/>
          </p:nvSpPr>
          <p:spPr>
            <a:xfrm>
              <a:off x="10158154" y="4391343"/>
              <a:ext cx="74815" cy="16398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CD281C3-8705-AB5F-93B6-57415A7F56C1}"/>
                </a:ext>
              </a:extLst>
            </p:cNvPr>
            <p:cNvSpPr/>
            <p:nvPr/>
          </p:nvSpPr>
          <p:spPr>
            <a:xfrm>
              <a:off x="10232969" y="4414058"/>
              <a:ext cx="74815" cy="14126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53208EF-CDFF-C096-8774-F60A466FA22C}"/>
                </a:ext>
              </a:extLst>
            </p:cNvPr>
            <p:cNvSpPr/>
            <p:nvPr/>
          </p:nvSpPr>
          <p:spPr>
            <a:xfrm>
              <a:off x="10307784" y="4284173"/>
              <a:ext cx="74815" cy="271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10CD5AC-4D4E-690C-5958-B76FF0F6867C}"/>
                </a:ext>
              </a:extLst>
            </p:cNvPr>
            <p:cNvSpPr/>
            <p:nvPr/>
          </p:nvSpPr>
          <p:spPr>
            <a:xfrm>
              <a:off x="10382599" y="4066076"/>
              <a:ext cx="74815" cy="48924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FFF6166-FA2C-248B-D670-A5B63E34958A}"/>
                </a:ext>
              </a:extLst>
            </p:cNvPr>
            <p:cNvSpPr/>
            <p:nvPr/>
          </p:nvSpPr>
          <p:spPr>
            <a:xfrm>
              <a:off x="10457414" y="3616059"/>
              <a:ext cx="74815" cy="9392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A3F5AAF-C74C-2689-74A1-648242BA1A65}"/>
                </a:ext>
              </a:extLst>
            </p:cNvPr>
            <p:cNvSpPr/>
            <p:nvPr/>
          </p:nvSpPr>
          <p:spPr>
            <a:xfrm>
              <a:off x="10532229" y="3679283"/>
              <a:ext cx="74815" cy="8760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85513F7-4136-6682-7D07-079C468AA0C3}"/>
                </a:ext>
              </a:extLst>
            </p:cNvPr>
            <p:cNvSpPr/>
            <p:nvPr/>
          </p:nvSpPr>
          <p:spPr>
            <a:xfrm>
              <a:off x="10607044" y="3616029"/>
              <a:ext cx="74815" cy="9392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14F59CA-C727-5673-BF67-826FEC42AD3B}"/>
                </a:ext>
              </a:extLst>
            </p:cNvPr>
            <p:cNvSpPr/>
            <p:nvPr/>
          </p:nvSpPr>
          <p:spPr>
            <a:xfrm>
              <a:off x="10674090" y="4319081"/>
              <a:ext cx="74815" cy="2362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8930790-7F4F-A63C-85C0-EC535AA7873C}"/>
                </a:ext>
              </a:extLst>
            </p:cNvPr>
            <p:cNvSpPr/>
            <p:nvPr/>
          </p:nvSpPr>
          <p:spPr>
            <a:xfrm>
              <a:off x="10747305" y="4499737"/>
              <a:ext cx="74815" cy="555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DFF9289-D24C-89D5-4491-539A8558932B}"/>
                </a:ext>
              </a:extLst>
            </p:cNvPr>
            <p:cNvSpPr/>
            <p:nvPr/>
          </p:nvSpPr>
          <p:spPr>
            <a:xfrm>
              <a:off x="10406885" y="4585515"/>
              <a:ext cx="74815" cy="555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AE22F1F-8BF4-122E-AB5E-47AAB06B13BB}"/>
              </a:ext>
            </a:extLst>
          </p:cNvPr>
          <p:cNvSpPr/>
          <p:nvPr/>
        </p:nvSpPr>
        <p:spPr>
          <a:xfrm>
            <a:off x="-5891" y="536007"/>
            <a:ext cx="12201526" cy="445304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E69A69-0F66-A380-416D-0590B5F2E6C2}"/>
              </a:ext>
            </a:extLst>
          </p:cNvPr>
          <p:cNvSpPr/>
          <p:nvPr/>
        </p:nvSpPr>
        <p:spPr>
          <a:xfrm>
            <a:off x="-9526" y="-46079"/>
            <a:ext cx="12201526" cy="613989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4C50C3-B522-D358-62B3-A2D909053BEF}"/>
              </a:ext>
            </a:extLst>
          </p:cNvPr>
          <p:cNvSpPr txBox="1"/>
          <p:nvPr/>
        </p:nvSpPr>
        <p:spPr>
          <a:xfrm>
            <a:off x="-13161" y="-38082"/>
            <a:ext cx="122087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TESTING under GAMMA SOURCES</a:t>
            </a:r>
          </a:p>
          <a:p>
            <a:pPr algn="ctr"/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Performance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assessments</a:t>
            </a:r>
            <a:endParaRPr lang="it-IT" sz="2400" b="1" dirty="0">
              <a:solidFill>
                <a:schemeClr val="bg1"/>
              </a:solidFill>
              <a:latin typeface="Arial Nova Cond" panose="020B0506020202020204" pitchFamily="34" charset="0"/>
              <a:cs typeface="Aldhabi" panose="020F0502020204030204" pitchFamily="2" charset="-78"/>
            </a:endParaRPr>
          </a:p>
        </p:txBody>
      </p:sp>
      <p:grpSp>
        <p:nvGrpSpPr>
          <p:cNvPr id="2" name="Gruppo 4">
            <a:extLst>
              <a:ext uri="{FF2B5EF4-FFF2-40B4-BE49-F238E27FC236}">
                <a16:creationId xmlns:a16="http://schemas.microsoft.com/office/drawing/2014/main" id="{7C15A5DE-86C0-FCE9-D826-B4726F1584C8}"/>
              </a:ext>
            </a:extLst>
          </p:cNvPr>
          <p:cNvGrpSpPr/>
          <p:nvPr/>
        </p:nvGrpSpPr>
        <p:grpSpPr>
          <a:xfrm>
            <a:off x="1140669" y="1141999"/>
            <a:ext cx="3543299" cy="3503672"/>
            <a:chOff x="94242" y="1651811"/>
            <a:chExt cx="5135403" cy="4230457"/>
          </a:xfrm>
        </p:grpSpPr>
        <p:pic>
          <p:nvPicPr>
            <p:cNvPr id="3" name="Picture 2" descr="3: A schematic diagram of the Alpha Pulse Height Spectroscopy System ...">
              <a:extLst>
                <a:ext uri="{FF2B5EF4-FFF2-40B4-BE49-F238E27FC236}">
                  <a16:creationId xmlns:a16="http://schemas.microsoft.com/office/drawing/2014/main" id="{CF578C4E-6E28-947A-F46A-236F6C7544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7162"/>
            <a:stretch>
              <a:fillRect/>
            </a:stretch>
          </p:blipFill>
          <p:spPr bwMode="auto">
            <a:xfrm>
              <a:off x="94242" y="1651811"/>
              <a:ext cx="5135403" cy="42304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ttangolo 3">
              <a:extLst>
                <a:ext uri="{FF2B5EF4-FFF2-40B4-BE49-F238E27FC236}">
                  <a16:creationId xmlns:a16="http://schemas.microsoft.com/office/drawing/2014/main" id="{288B3E35-D01A-8EC8-72F6-D9614C7B19A7}"/>
                </a:ext>
              </a:extLst>
            </p:cNvPr>
            <p:cNvSpPr/>
            <p:nvPr/>
          </p:nvSpPr>
          <p:spPr>
            <a:xfrm>
              <a:off x="847493" y="4354551"/>
              <a:ext cx="2849136" cy="7136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8B6E630B-7FE1-B608-DF9D-2E84FCDBC79D}"/>
              </a:ext>
            </a:extLst>
          </p:cNvPr>
          <p:cNvSpPr/>
          <p:nvPr/>
        </p:nvSpPr>
        <p:spPr>
          <a:xfrm>
            <a:off x="5203692" y="1299129"/>
            <a:ext cx="85725" cy="952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E0F441-8567-4CE4-E8B3-A802FAD0F0D2}"/>
              </a:ext>
            </a:extLst>
          </p:cNvPr>
          <p:cNvSpPr txBox="1"/>
          <p:nvPr/>
        </p:nvSpPr>
        <p:spPr>
          <a:xfrm>
            <a:off x="5203692" y="1146761"/>
            <a:ext cx="5197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PC: FAST CSA (0.16 </a:t>
            </a:r>
            <a:r>
              <a:rPr lang="it-IT" b="1" dirty="0" err="1"/>
              <a:t>fC</a:t>
            </a:r>
            <a:r>
              <a:rPr lang="it-IT" b="1" dirty="0"/>
              <a:t> ENC) + 3.2 GS/s DIGITIZER for </a:t>
            </a:r>
            <a:r>
              <a:rPr lang="it-IT" b="1" dirty="0" err="1"/>
              <a:t>nanosecond</a:t>
            </a:r>
            <a:r>
              <a:rPr lang="it-IT" b="1" dirty="0"/>
              <a:t>-scale </a:t>
            </a:r>
            <a:r>
              <a:rPr lang="it-IT" b="1" dirty="0" err="1"/>
              <a:t>pulse</a:t>
            </a:r>
            <a:r>
              <a:rPr lang="it-IT" b="1" dirty="0"/>
              <a:t> </a:t>
            </a:r>
            <a:r>
              <a:rPr lang="it-IT" b="1" dirty="0" err="1"/>
              <a:t>acquisition</a:t>
            </a:r>
            <a:r>
              <a:rPr lang="it-IT" b="1" dirty="0"/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F319C0-201F-963A-C9B9-D47D1DAD977D}"/>
              </a:ext>
            </a:extLst>
          </p:cNvPr>
          <p:cNvSpPr txBox="1"/>
          <p:nvPr/>
        </p:nvSpPr>
        <p:spPr>
          <a:xfrm>
            <a:off x="5246554" y="3165426"/>
            <a:ext cx="5849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GS: </a:t>
            </a:r>
            <a:r>
              <a:rPr lang="it-IT" b="1" i="1" dirty="0"/>
              <a:t>low-</a:t>
            </a:r>
            <a:r>
              <a:rPr lang="it-IT" b="1" i="1" dirty="0" err="1"/>
              <a:t>noise</a:t>
            </a:r>
            <a:r>
              <a:rPr lang="it-IT" b="1" i="1" dirty="0"/>
              <a:t> CSA + </a:t>
            </a:r>
            <a:r>
              <a:rPr lang="it-IT" b="1" i="1" dirty="0" err="1"/>
              <a:t>shaper</a:t>
            </a:r>
            <a:r>
              <a:rPr lang="it-IT" b="1" i="1" dirty="0"/>
              <a:t> (</a:t>
            </a:r>
            <a:r>
              <a:rPr lang="it-IT" b="1" i="1" u="sng" dirty="0"/>
              <a:t>up to 100</a:t>
            </a:r>
            <a:r>
              <a:rPr lang="el-GR" b="1" i="1" u="sng" dirty="0"/>
              <a:t>μ</a:t>
            </a:r>
            <a:r>
              <a:rPr lang="it-IT" b="1" i="1" u="sng" dirty="0"/>
              <a:t>s</a:t>
            </a:r>
            <a:r>
              <a:rPr lang="it-IT" b="1" i="1" dirty="0"/>
              <a:t>) + Digital MCA</a:t>
            </a:r>
            <a:endParaRPr lang="it-IT" b="1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7BAB2C3-92E0-0E69-49E7-7CA86DFF19DD}"/>
              </a:ext>
            </a:extLst>
          </p:cNvPr>
          <p:cNvSpPr/>
          <p:nvPr/>
        </p:nvSpPr>
        <p:spPr>
          <a:xfrm>
            <a:off x="5203692" y="3301734"/>
            <a:ext cx="85725" cy="952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337E2A2-C3BA-82CE-B272-5502B22C4CF7}"/>
              </a:ext>
            </a:extLst>
          </p:cNvPr>
          <p:cNvSpPr/>
          <p:nvPr/>
        </p:nvSpPr>
        <p:spPr>
          <a:xfrm>
            <a:off x="4683968" y="2620159"/>
            <a:ext cx="85725" cy="952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C603BA6-4A69-7BEB-879A-68B7C775BC37}"/>
              </a:ext>
            </a:extLst>
          </p:cNvPr>
          <p:cNvCxnSpPr>
            <a:cxnSpLocks/>
            <a:stCxn id="34" idx="7"/>
            <a:endCxn id="10" idx="3"/>
          </p:cNvCxnSpPr>
          <p:nvPr/>
        </p:nvCxnSpPr>
        <p:spPr>
          <a:xfrm flipV="1">
            <a:off x="4757139" y="1380430"/>
            <a:ext cx="459107" cy="125367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D8910C8-713A-CADB-D05D-8A6DC4A249AB}"/>
              </a:ext>
            </a:extLst>
          </p:cNvPr>
          <p:cNvCxnSpPr>
            <a:cxnSpLocks/>
            <a:stCxn id="34" idx="5"/>
            <a:endCxn id="33" idx="1"/>
          </p:cNvCxnSpPr>
          <p:nvPr/>
        </p:nvCxnSpPr>
        <p:spPr>
          <a:xfrm>
            <a:off x="4757139" y="2701460"/>
            <a:ext cx="459107" cy="61422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F2D34FC-A202-DD15-A779-BFFB948F5543}"/>
              </a:ext>
            </a:extLst>
          </p:cNvPr>
          <p:cNvSpPr txBox="1"/>
          <p:nvPr/>
        </p:nvSpPr>
        <p:spPr>
          <a:xfrm>
            <a:off x="5455994" y="1820572"/>
            <a:ext cx="40869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it-IT" b="1" dirty="0"/>
              <a:t>Single-</a:t>
            </a:r>
            <a:r>
              <a:rPr lang="it-IT" b="1" dirty="0" err="1"/>
              <a:t>photon</a:t>
            </a:r>
            <a:r>
              <a:rPr lang="it-IT" b="1" dirty="0"/>
              <a:t> </a:t>
            </a:r>
            <a:r>
              <a:rPr lang="it-IT" b="1" dirty="0" err="1"/>
              <a:t>detection</a:t>
            </a:r>
            <a:r>
              <a:rPr lang="it-IT" b="1" dirty="0"/>
              <a:t> capability</a:t>
            </a:r>
          </a:p>
          <a:p>
            <a:pPr marL="285750" indent="-285750">
              <a:buFontTx/>
              <a:buChar char="-"/>
            </a:pPr>
            <a:r>
              <a:rPr lang="it-IT" dirty="0"/>
              <a:t>Sensitivity</a:t>
            </a:r>
          </a:p>
          <a:p>
            <a:pPr marL="285750" indent="-285750">
              <a:buFontTx/>
              <a:buChar char="-"/>
            </a:pPr>
            <a:r>
              <a:rPr lang="it-IT" dirty="0" err="1"/>
              <a:t>Count</a:t>
            </a:r>
            <a:r>
              <a:rPr lang="it-IT" dirty="0"/>
              <a:t>-rate </a:t>
            </a:r>
            <a:r>
              <a:rPr lang="it-IT" dirty="0" err="1"/>
              <a:t>stability</a:t>
            </a:r>
            <a:endParaRPr lang="it-IT" dirty="0"/>
          </a:p>
          <a:p>
            <a:pPr marL="285750" indent="-285750">
              <a:buFontTx/>
              <a:buChar char="-"/>
            </a:pPr>
            <a:r>
              <a:rPr lang="it-IT" dirty="0"/>
              <a:t>Impact of </a:t>
            </a:r>
            <a:r>
              <a:rPr lang="it-IT" i="1" dirty="0" err="1"/>
              <a:t>hybrid</a:t>
            </a:r>
            <a:r>
              <a:rPr lang="it-IT" i="1" dirty="0"/>
              <a:t> </a:t>
            </a:r>
            <a:r>
              <a:rPr lang="it-IT" i="1" dirty="0" err="1"/>
              <a:t>contribution</a:t>
            </a:r>
            <a:r>
              <a:rPr lang="it-IT" i="1" dirty="0"/>
              <a:t>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5A8696-FE97-52D2-2C44-6884AC76B98F}"/>
              </a:ext>
            </a:extLst>
          </p:cNvPr>
          <p:cNvSpPr txBox="1"/>
          <p:nvPr/>
        </p:nvSpPr>
        <p:spPr>
          <a:xfrm>
            <a:off x="5001846" y="3602110"/>
            <a:ext cx="4492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Tx/>
              <a:buChar char="-"/>
            </a:pPr>
            <a:r>
              <a:rPr lang="it-IT" dirty="0" err="1"/>
              <a:t>Charge</a:t>
            </a:r>
            <a:r>
              <a:rPr lang="it-IT" dirty="0"/>
              <a:t> Collection </a:t>
            </a:r>
            <a:r>
              <a:rPr lang="it-IT" dirty="0" err="1"/>
              <a:t>Efficiency</a:t>
            </a:r>
            <a:endParaRPr lang="it-IT" dirty="0"/>
          </a:p>
          <a:p>
            <a:pPr marL="742950" lvl="1" indent="-285750">
              <a:buFontTx/>
              <a:buChar char="-"/>
            </a:pPr>
            <a:r>
              <a:rPr lang="it-IT" dirty="0" err="1"/>
              <a:t>Linearity</a:t>
            </a:r>
            <a:endParaRPr lang="it-IT" dirty="0"/>
          </a:p>
          <a:p>
            <a:pPr marL="742950" lvl="1" indent="-285750">
              <a:buFontTx/>
              <a:buChar char="-"/>
            </a:pPr>
            <a:r>
              <a:rPr lang="it-IT" b="1" dirty="0"/>
              <a:t>Energy </a:t>
            </a:r>
            <a:r>
              <a:rPr lang="it-IT" b="1" dirty="0" err="1"/>
              <a:t>resolution</a:t>
            </a:r>
            <a:endParaRPr lang="it-IT" b="1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2FCED50-6922-8F33-D7A8-0D9AE93459B7}"/>
              </a:ext>
            </a:extLst>
          </p:cNvPr>
          <p:cNvGrpSpPr/>
          <p:nvPr/>
        </p:nvGrpSpPr>
        <p:grpSpPr>
          <a:xfrm>
            <a:off x="9494375" y="3525503"/>
            <a:ext cx="1226874" cy="1213588"/>
            <a:chOff x="9868263" y="1806420"/>
            <a:chExt cx="1226874" cy="121358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EEBF6ABA-2824-9FC6-4136-9E8DF5491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8263" y="1806420"/>
              <a:ext cx="1226874" cy="1202005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E7981B5-D55C-33EA-B7C5-5094A25A4E67}"/>
                </a:ext>
              </a:extLst>
            </p:cNvPr>
            <p:cNvSpPr/>
            <p:nvPr/>
          </p:nvSpPr>
          <p:spPr>
            <a:xfrm>
              <a:off x="10407487" y="2964454"/>
              <a:ext cx="74815" cy="555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8398167B-AE72-1E93-CDE5-201DEBA30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042480"/>
              </p:ext>
            </p:extLst>
          </p:nvPr>
        </p:nvGraphicFramePr>
        <p:xfrm>
          <a:off x="1414948" y="5011311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1854548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8679089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7969966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it-IT" b="1" dirty="0" err="1">
                          <a:solidFill>
                            <a:schemeClr val="tx1"/>
                          </a:solidFill>
                        </a:rPr>
                        <a:t>Available</a:t>
                      </a:r>
                      <a:r>
                        <a:rPr lang="it-IT" b="1" dirty="0">
                          <a:solidFill>
                            <a:schemeClr val="tx1"/>
                          </a:solidFill>
                        </a:rPr>
                        <a:t> Gamma Sources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75414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400" b="1" dirty="0">
                          <a:solidFill>
                            <a:srgbClr val="C00000"/>
                          </a:solidFill>
                        </a:rPr>
                        <a:t>LOWEST ENERGIES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/>
                        <a:t> </a:t>
                      </a:r>
                      <a:r>
                        <a:rPr lang="it-IT" sz="1400" b="1" dirty="0">
                          <a:solidFill>
                            <a:srgbClr val="C00000"/>
                          </a:solidFill>
                        </a:rPr>
                        <a:t>HIGHEST ENERGIES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1" dirty="0">
                          <a:solidFill>
                            <a:srgbClr val="C00000"/>
                          </a:solidFill>
                        </a:rPr>
                        <a:t>MID-RANGE ENERGIES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37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baseline="30000" dirty="0"/>
                        <a:t>241</a:t>
                      </a:r>
                      <a:r>
                        <a:rPr lang="it-IT" dirty="0"/>
                        <a:t>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aseline="30000" dirty="0"/>
                        <a:t>137</a:t>
                      </a:r>
                      <a:r>
                        <a:rPr lang="it-IT" dirty="0"/>
                        <a:t>Cs - </a:t>
                      </a:r>
                      <a:r>
                        <a:rPr lang="it-IT" baseline="30000" dirty="0"/>
                        <a:t>60</a:t>
                      </a:r>
                      <a:r>
                        <a:rPr lang="it-IT" dirty="0"/>
                        <a:t>Co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aseline="30000" dirty="0"/>
                        <a:t>133</a:t>
                      </a:r>
                      <a:r>
                        <a:rPr lang="it-IT" dirty="0"/>
                        <a:t>Ba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7545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59.5keV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662keV – 1.17 &amp; 1.33MeV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81, 160, 223, 356 </a:t>
                      </a:r>
                      <a:r>
                        <a:rPr lang="it-IT" dirty="0" err="1"/>
                        <a:t>keV</a:t>
                      </a:r>
                      <a:endParaRPr lang="it-IT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6470264"/>
                  </a:ext>
                </a:extLst>
              </a:tr>
            </a:tbl>
          </a:graphicData>
        </a:graphic>
      </p:graphicFrame>
      <p:sp>
        <p:nvSpPr>
          <p:cNvPr id="63" name="Oval 62">
            <a:extLst>
              <a:ext uri="{FF2B5EF4-FFF2-40B4-BE49-F238E27FC236}">
                <a16:creationId xmlns:a16="http://schemas.microsoft.com/office/drawing/2014/main" id="{2C3A3282-8C53-CF06-01B7-821BB9E04D03}"/>
              </a:ext>
            </a:extLst>
          </p:cNvPr>
          <p:cNvSpPr/>
          <p:nvPr/>
        </p:nvSpPr>
        <p:spPr>
          <a:xfrm>
            <a:off x="7139354" y="5103661"/>
            <a:ext cx="2180492" cy="11125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5" name="Graphic 64" descr="Heart with pulse with solid fill">
            <a:extLst>
              <a:ext uri="{FF2B5EF4-FFF2-40B4-BE49-F238E27FC236}">
                <a16:creationId xmlns:a16="http://schemas.microsoft.com/office/drawing/2014/main" id="{2C0697E6-3F8F-4721-9220-7801442276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46799" y="5772636"/>
            <a:ext cx="914400" cy="9144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67FB6D2-74B4-4A64-CCFB-B491641BEA0D}"/>
              </a:ext>
            </a:extLst>
          </p:cNvPr>
          <p:cNvSpPr txBox="1"/>
          <p:nvPr/>
        </p:nvSpPr>
        <p:spPr>
          <a:xfrm>
            <a:off x="9494375" y="4987902"/>
            <a:ext cx="25388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800" b="1" dirty="0">
                <a:solidFill>
                  <a:srgbClr val="C00000"/>
                </a:solidFill>
              </a:rPr>
              <a:t>Lines in </a:t>
            </a:r>
            <a:r>
              <a:rPr lang="it-IT" sz="1800" b="1" dirty="0" err="1">
                <a:solidFill>
                  <a:srgbClr val="C00000"/>
                </a:solidFill>
              </a:rPr>
              <a:t>clinically</a:t>
            </a:r>
            <a:r>
              <a:rPr lang="it-IT" sz="1800" b="1" dirty="0">
                <a:solidFill>
                  <a:srgbClr val="C00000"/>
                </a:solidFill>
              </a:rPr>
              <a:t> </a:t>
            </a:r>
            <a:r>
              <a:rPr lang="it-IT" sz="1800" b="1" dirty="0" err="1">
                <a:solidFill>
                  <a:srgbClr val="C00000"/>
                </a:solidFill>
              </a:rPr>
              <a:t>relevant</a:t>
            </a:r>
            <a:r>
              <a:rPr lang="it-IT" sz="1800" b="1" dirty="0">
                <a:solidFill>
                  <a:srgbClr val="C00000"/>
                </a:solidFill>
              </a:rPr>
              <a:t> ranges for SPECT (</a:t>
            </a:r>
            <a:r>
              <a:rPr lang="it-IT" sz="1800" b="1" baseline="30000" dirty="0">
                <a:solidFill>
                  <a:srgbClr val="C00000"/>
                </a:solidFill>
              </a:rPr>
              <a:t>99m</a:t>
            </a:r>
            <a:r>
              <a:rPr lang="it-IT" sz="1800" b="1" dirty="0">
                <a:solidFill>
                  <a:srgbClr val="C00000"/>
                </a:solidFill>
              </a:rPr>
              <a:t>Tc,  140keV)!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126FF5-B9E8-E732-89E8-384D8120D55B}"/>
              </a:ext>
            </a:extLst>
          </p:cNvPr>
          <p:cNvSpPr/>
          <p:nvPr/>
        </p:nvSpPr>
        <p:spPr>
          <a:xfrm>
            <a:off x="1414947" y="3602110"/>
            <a:ext cx="2080727" cy="735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700" dirty="0" err="1"/>
              <a:t>Tuneable</a:t>
            </a:r>
            <a:r>
              <a:rPr lang="it-IT" sz="1700" dirty="0"/>
              <a:t> Source-Sample </a:t>
            </a:r>
            <a:r>
              <a:rPr lang="it-IT" sz="1700" dirty="0" err="1"/>
              <a:t>distance</a:t>
            </a:r>
            <a:r>
              <a:rPr lang="it-IT" sz="1700" dirty="0"/>
              <a:t> </a:t>
            </a:r>
          </a:p>
          <a:p>
            <a:pPr algn="ctr"/>
            <a:r>
              <a:rPr lang="it-IT" sz="1700" dirty="0"/>
              <a:t>(1-50 mm)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A36166-8896-8802-E587-624C767C76CD}"/>
              </a:ext>
            </a:extLst>
          </p:cNvPr>
          <p:cNvSpPr txBox="1"/>
          <p:nvPr/>
        </p:nvSpPr>
        <p:spPr>
          <a:xfrm>
            <a:off x="11774174" y="6488668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Amasis MT Pro Medium" panose="02040604050005020304" pitchFamily="18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9783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D2A5B-E92D-4C23-3DEA-471C627D2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22843B76-52D7-9C18-55BC-A70F1FE71468}"/>
              </a:ext>
            </a:extLst>
          </p:cNvPr>
          <p:cNvSpPr/>
          <p:nvPr/>
        </p:nvSpPr>
        <p:spPr>
          <a:xfrm rot="16200000">
            <a:off x="653212" y="1795775"/>
            <a:ext cx="2401454" cy="1376218"/>
          </a:xfrm>
          <a:prstGeom prst="triangle">
            <a:avLst/>
          </a:prstGeom>
          <a:solidFill>
            <a:srgbClr val="92D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02EE59-78AE-5719-BA3E-A544DF40B7AC}"/>
              </a:ext>
            </a:extLst>
          </p:cNvPr>
          <p:cNvSpPr/>
          <p:nvPr/>
        </p:nvSpPr>
        <p:spPr>
          <a:xfrm>
            <a:off x="1165830" y="1999637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79059F-0C85-391C-A6BF-653F3FF7315B}"/>
              </a:ext>
            </a:extLst>
          </p:cNvPr>
          <p:cNvSpPr/>
          <p:nvPr/>
        </p:nvSpPr>
        <p:spPr>
          <a:xfrm>
            <a:off x="-5891" y="536007"/>
            <a:ext cx="12201526" cy="445304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02BFCE-9E54-D4FB-6A6A-7EDF85A1676B}"/>
              </a:ext>
            </a:extLst>
          </p:cNvPr>
          <p:cNvSpPr/>
          <p:nvPr/>
        </p:nvSpPr>
        <p:spPr>
          <a:xfrm>
            <a:off x="-9526" y="-46079"/>
            <a:ext cx="12201526" cy="613989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F6EAE-139D-1280-5F13-E38EA564D4A3}"/>
              </a:ext>
            </a:extLst>
          </p:cNvPr>
          <p:cNvSpPr txBox="1"/>
          <p:nvPr/>
        </p:nvSpPr>
        <p:spPr>
          <a:xfrm>
            <a:off x="-13161" y="-38082"/>
            <a:ext cx="122087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APPLICATIONS AND PROSPECTS</a:t>
            </a:r>
          </a:p>
          <a:p>
            <a:pPr algn="ctr"/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Expected</a:t>
            </a:r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 impact</a:t>
            </a:r>
          </a:p>
        </p:txBody>
      </p:sp>
      <p:pic>
        <p:nvPicPr>
          <p:cNvPr id="9" name="Graphic 8" descr="Heart with pulse with solid fill">
            <a:extLst>
              <a:ext uri="{FF2B5EF4-FFF2-40B4-BE49-F238E27FC236}">
                <a16:creationId xmlns:a16="http://schemas.microsoft.com/office/drawing/2014/main" id="{EB54B138-5469-F175-BFE7-547329F48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830" y="2026684"/>
            <a:ext cx="914400" cy="9144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796B231-E0D6-6D62-754C-FA1CB4A43BE3}"/>
              </a:ext>
            </a:extLst>
          </p:cNvPr>
          <p:cNvSpPr/>
          <p:nvPr/>
        </p:nvSpPr>
        <p:spPr>
          <a:xfrm>
            <a:off x="2542049" y="1283156"/>
            <a:ext cx="8204507" cy="2401455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27D5D1A7-A8FD-5C85-F25C-C6B841F3D09E}"/>
              </a:ext>
            </a:extLst>
          </p:cNvPr>
          <p:cNvSpPr/>
          <p:nvPr/>
        </p:nvSpPr>
        <p:spPr>
          <a:xfrm rot="16200000">
            <a:off x="653213" y="4572929"/>
            <a:ext cx="2401454" cy="1376218"/>
          </a:xfrm>
          <a:prstGeom prst="triangl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322C6B7-DC77-17A2-2F9A-AD9FB2F03885}"/>
              </a:ext>
            </a:extLst>
          </p:cNvPr>
          <p:cNvSpPr/>
          <p:nvPr/>
        </p:nvSpPr>
        <p:spPr>
          <a:xfrm>
            <a:off x="1165831" y="4776791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9" name="Graphic 28" descr="Atom with solid fill">
            <a:extLst>
              <a:ext uri="{FF2B5EF4-FFF2-40B4-BE49-F238E27FC236}">
                <a16:creationId xmlns:a16="http://schemas.microsoft.com/office/drawing/2014/main" id="{49E75CFC-8E3E-F821-2CDD-0572BA6228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5831" y="4775557"/>
            <a:ext cx="914400" cy="914400"/>
          </a:xfrm>
          <a:prstGeom prst="rect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21303E2-B779-E5ED-DA75-AA78B09B264B}"/>
              </a:ext>
            </a:extLst>
          </p:cNvPr>
          <p:cNvSpPr/>
          <p:nvPr/>
        </p:nvSpPr>
        <p:spPr>
          <a:xfrm rot="5400000">
            <a:off x="9365154" y="4572929"/>
            <a:ext cx="2401454" cy="1376218"/>
          </a:xfrm>
          <a:prstGeom prst="triangle">
            <a:avLst/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64E389-FE4D-CDA3-6C7D-2304C2F61B44}"/>
              </a:ext>
            </a:extLst>
          </p:cNvPr>
          <p:cNvSpPr/>
          <p:nvPr/>
        </p:nvSpPr>
        <p:spPr>
          <a:xfrm rot="10800000">
            <a:off x="10377389" y="4776791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4" name="Graphic 33" descr="Astronaut female with solid fill">
            <a:extLst>
              <a:ext uri="{FF2B5EF4-FFF2-40B4-BE49-F238E27FC236}">
                <a16:creationId xmlns:a16="http://schemas.microsoft.com/office/drawing/2014/main" id="{01BC0EB9-6BC6-05FA-29E4-0EC412484E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64146" y="4862314"/>
            <a:ext cx="740885" cy="740885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EB4B4772-6FE8-970B-E8AF-A051CD5DFA17}"/>
              </a:ext>
            </a:extLst>
          </p:cNvPr>
          <p:cNvSpPr/>
          <p:nvPr/>
        </p:nvSpPr>
        <p:spPr>
          <a:xfrm>
            <a:off x="2542050" y="4060310"/>
            <a:ext cx="3443972" cy="2401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Compound detectors for </a:t>
            </a:r>
            <a:r>
              <a:rPr lang="it-IT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nuclear</a:t>
            </a:r>
            <a:r>
              <a:rPr lang="it-IT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 </a:t>
            </a:r>
            <a:r>
              <a:rPr lang="it-IT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physics</a:t>
            </a:r>
            <a:endParaRPr lang="it-IT" sz="2800" b="1" dirty="0">
              <a:solidFill>
                <a:schemeClr val="tx1">
                  <a:lumMod val="95000"/>
                  <a:lumOff val="5000"/>
                </a:schemeClr>
              </a:solidFill>
              <a:latin typeface="Arial Nova Cond" panose="020B0506020202020204" pitchFamily="34" charset="0"/>
            </a:endParaRPr>
          </a:p>
          <a:p>
            <a:endParaRPr lang="it-IT" sz="1000" b="1" dirty="0">
              <a:solidFill>
                <a:schemeClr val="tx1">
                  <a:lumMod val="95000"/>
                  <a:lumOff val="5000"/>
                </a:schemeClr>
              </a:solidFill>
              <a:latin typeface="Arial Nova Cond" panose="020B0506020202020204" pitchFamily="34" charset="0"/>
            </a:endParaRPr>
          </a:p>
          <a:p>
            <a:r>
              <a:rPr lang="it-IT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</a:t>
            </a:r>
            <a:r>
              <a:rPr lang="it-IT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Tiled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arrays for </a:t>
            </a:r>
            <a:r>
              <a:rPr lang="it-IT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localized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l-GR" dirty="0">
                <a:solidFill>
                  <a:schemeClr val="tx1">
                    <a:lumMod val="95000"/>
                    <a:lumOff val="5000"/>
                  </a:schemeClr>
                </a:solidFill>
              </a:rPr>
              <a:t>γ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it-IT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radiation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mapping </a:t>
            </a:r>
            <a:br>
              <a:rPr lang="it-IT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it-IT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Low-dose </a:t>
            </a:r>
            <a:r>
              <a:rPr lang="el-GR" dirty="0">
                <a:solidFill>
                  <a:schemeClr val="tx1">
                    <a:lumMod val="95000"/>
                    <a:lumOff val="5000"/>
                  </a:schemeClr>
                </a:solidFill>
              </a:rPr>
              <a:t>γ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-monitors </a:t>
            </a:r>
            <a:endParaRPr lang="it-IT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FD6E3C-E3B4-1262-7884-73ACB49D3977}"/>
              </a:ext>
            </a:extLst>
          </p:cNvPr>
          <p:cNvSpPr/>
          <p:nvPr/>
        </p:nvSpPr>
        <p:spPr>
          <a:xfrm>
            <a:off x="6655228" y="4060310"/>
            <a:ext cx="3222544" cy="2401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Onboard</a:t>
            </a:r>
            <a:r>
              <a:rPr lang="it-IT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 </a:t>
            </a:r>
            <a:r>
              <a:rPr lang="it-IT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dosimeters</a:t>
            </a:r>
            <a:endParaRPr lang="it-IT" sz="2800" b="1" dirty="0">
              <a:solidFill>
                <a:schemeClr val="tx1">
                  <a:lumMod val="95000"/>
                  <a:lumOff val="5000"/>
                </a:schemeClr>
              </a:solidFill>
              <a:latin typeface="Arial Nova Cond" panose="020B0506020202020204" pitchFamily="34" charset="0"/>
            </a:endParaRPr>
          </a:p>
          <a:p>
            <a:endParaRPr lang="it-IT" sz="1000" b="1" dirty="0">
              <a:solidFill>
                <a:schemeClr val="tx1">
                  <a:lumMod val="95000"/>
                  <a:lumOff val="5000"/>
                </a:schemeClr>
              </a:solidFill>
              <a:latin typeface="Arial Nova Cond" panose="020B0506020202020204" pitchFamily="34" charset="0"/>
            </a:endParaRPr>
          </a:p>
          <a:p>
            <a:r>
              <a:rPr lang="it-IT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Low-dose </a:t>
            </a:r>
            <a:r>
              <a:rPr lang="el-GR" dirty="0">
                <a:solidFill>
                  <a:schemeClr val="tx1">
                    <a:lumMod val="95000"/>
                    <a:lumOff val="5000"/>
                  </a:schemeClr>
                </a:solidFill>
              </a:rPr>
              <a:t>γ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-monitors</a:t>
            </a:r>
          </a:p>
          <a:p>
            <a:r>
              <a:rPr lang="it-IT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Potential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follow-up for the </a:t>
            </a:r>
            <a:r>
              <a:rPr lang="it-IT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ASI-VUS3 IRIS project (INFN-</a:t>
            </a:r>
            <a:r>
              <a:rPr lang="it-IT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TTlab</a:t>
            </a:r>
            <a:r>
              <a:rPr lang="it-IT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 </a:t>
            </a:r>
            <a:r>
              <a:rPr lang="it-IT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Wearable </a:t>
            </a:r>
            <a:r>
              <a:rPr lang="it-IT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Dosimeters</a:t>
            </a:r>
            <a:r>
              <a:rPr lang="it-IT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for the Crew </a:t>
            </a:r>
            <a:r>
              <a:rPr lang="it-IT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Members</a:t>
            </a:r>
            <a:r>
              <a:rPr lang="it-IT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it-IT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Onboard</a:t>
            </a:r>
            <a:r>
              <a:rPr lang="it-IT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the ISS.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AA50B8-1DC3-8F13-9DCB-A21CD248C3E2}"/>
              </a:ext>
            </a:extLst>
          </p:cNvPr>
          <p:cNvSpPr txBox="1"/>
          <p:nvPr/>
        </p:nvSpPr>
        <p:spPr>
          <a:xfrm>
            <a:off x="2542048" y="1326522"/>
            <a:ext cx="8204507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New </a:t>
            </a:r>
            <a:r>
              <a:rPr lang="it-IT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prospects</a:t>
            </a:r>
            <a:r>
              <a:rPr lang="it-IT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 for </a:t>
            </a:r>
            <a:r>
              <a:rPr lang="el-G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γ</a:t>
            </a:r>
            <a:r>
              <a:rPr lang="it-IT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-</a:t>
            </a:r>
            <a:r>
              <a:rPr lang="it-IT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cameras</a:t>
            </a:r>
            <a:r>
              <a:rPr lang="it-IT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 Cond" panose="020B0506020202020204" pitchFamily="34" charset="0"/>
              </a:rPr>
              <a:t>: </a:t>
            </a:r>
          </a:p>
          <a:p>
            <a:endParaRPr lang="it-IT" sz="1000" b="1" dirty="0">
              <a:solidFill>
                <a:schemeClr val="tx1">
                  <a:lumMod val="95000"/>
                  <a:lumOff val="5000"/>
                </a:schemeClr>
              </a:solidFill>
              <a:latin typeface="Arial Nova Cond" panose="020B0506020202020204" pitchFamily="34" charset="0"/>
            </a:endParaRPr>
          </a:p>
          <a:p>
            <a:r>
              <a:rPr lang="it-IT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</a:t>
            </a:r>
            <a:r>
              <a:rPr lang="it-IT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Reduction</a:t>
            </a:r>
            <a:r>
              <a:rPr lang="it-IT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 </a:t>
            </a:r>
            <a:r>
              <a:rPr lang="it-IT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volume</a:t>
            </a:r>
            <a:r>
              <a:rPr lang="it-IT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</a:t>
            </a:r>
            <a:r>
              <a:rPr lang="it-IT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cost</a:t>
            </a:r>
            <a:br>
              <a:rPr lang="it-IT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it-IT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</a:t>
            </a:r>
            <a:r>
              <a:rPr lang="it-IT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Extension to </a:t>
            </a:r>
            <a:r>
              <a:rPr lang="it-IT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</a:t>
            </a:r>
            <a:r>
              <a:rPr lang="it-IT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intable</a:t>
            </a:r>
            <a:r>
              <a:rPr lang="it-IT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 </a:t>
            </a:r>
            <a:r>
              <a:rPr lang="it-IT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large area devices </a:t>
            </a:r>
            <a:br>
              <a:rPr lang="it-IT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it-IT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</a:t>
            </a:r>
            <a:r>
              <a:rPr lang="it-IT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Real-time monitoring of </a:t>
            </a:r>
            <a:r>
              <a:rPr lang="it-IT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radiotracers</a:t>
            </a:r>
            <a:r>
              <a:rPr lang="it-IT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</a:t>
            </a:r>
            <a:r>
              <a:rPr lang="it-IT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spectroscopic</a:t>
            </a:r>
            <a:r>
              <a:rPr lang="it-IT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it-IT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dosimetry</a:t>
            </a:r>
            <a:endParaRPr lang="it-IT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it-IT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it-IT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it-IT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Sinergy</a:t>
            </a:r>
            <a:r>
              <a:rPr lang="it-IT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with the POR-FESR FORTRESS PROJECT (Fraboni) </a:t>
            </a:r>
            <a:r>
              <a:rPr lang="it-IT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at</a:t>
            </a:r>
            <a:r>
              <a:rPr lang="it-IT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IRCSS Reggio Emilia, </a:t>
            </a:r>
            <a:r>
              <a:rPr lang="it-IT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which</a:t>
            </a:r>
            <a:r>
              <a:rPr lang="it-IT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is </a:t>
            </a:r>
            <a:r>
              <a:rPr lang="it-IT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now</a:t>
            </a:r>
            <a:r>
              <a:rPr lang="it-IT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it-IT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provided</a:t>
            </a:r>
            <a:r>
              <a:rPr lang="it-IT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 </a:t>
            </a:r>
            <a:r>
              <a:rPr lang="it-IT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novel</a:t>
            </a:r>
            <a:r>
              <a:rPr lang="it-IT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SPECT-CT (source: </a:t>
            </a:r>
            <a:r>
              <a:rPr lang="it-IT" sz="1800" baseline="30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99</a:t>
            </a:r>
            <a:r>
              <a:rPr lang="it-IT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mTc, 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major </a:t>
            </a:r>
            <a:r>
              <a:rPr lang="el-GR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γ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it-IT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peak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it-IT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at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 140keV</a:t>
            </a:r>
            <a:r>
              <a:rPr lang="it-IT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7D716-9AD1-5A3D-6BD2-C4828160B620}"/>
              </a:ext>
            </a:extLst>
          </p:cNvPr>
          <p:cNvSpPr txBox="1"/>
          <p:nvPr/>
        </p:nvSpPr>
        <p:spPr>
          <a:xfrm>
            <a:off x="11774174" y="6488668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Amasis MT Pro Medium" panose="02040604050005020304" pitchFamily="18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90756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781DB-D157-047D-516A-6685D823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15C10B-E4DF-5736-FCF8-31C272AF9E3D}"/>
              </a:ext>
            </a:extLst>
          </p:cNvPr>
          <p:cNvSpPr/>
          <p:nvPr/>
        </p:nvSpPr>
        <p:spPr>
          <a:xfrm>
            <a:off x="-5891" y="536007"/>
            <a:ext cx="12201526" cy="445304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D5C948-BD28-12D1-F05E-01A808F01BA6}"/>
              </a:ext>
            </a:extLst>
          </p:cNvPr>
          <p:cNvSpPr/>
          <p:nvPr/>
        </p:nvSpPr>
        <p:spPr>
          <a:xfrm>
            <a:off x="-9526" y="-46079"/>
            <a:ext cx="12201526" cy="613989"/>
          </a:xfrm>
          <a:prstGeom prst="rect">
            <a:avLst/>
          </a:prstGeom>
          <a:gradFill>
            <a:gsLst>
              <a:gs pos="0">
                <a:srgbClr val="0070C0"/>
              </a:gs>
              <a:gs pos="74100">
                <a:srgbClr val="00B0F0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3DC1A-B179-B3FC-3276-0E8FAF155A87}"/>
              </a:ext>
            </a:extLst>
          </p:cNvPr>
          <p:cNvSpPr txBox="1"/>
          <p:nvPr/>
        </p:nvSpPr>
        <p:spPr>
          <a:xfrm>
            <a:off x="-13161" y="-38082"/>
            <a:ext cx="122087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TECHNICAL CONSIDERATIONS</a:t>
            </a:r>
          </a:p>
          <a:p>
            <a:pPr algn="ctr"/>
            <a:r>
              <a:rPr lang="it-IT" sz="2400" b="1" dirty="0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Risk Management and </a:t>
            </a:r>
            <a:r>
              <a:rPr lang="it-IT" sz="2400" b="1" dirty="0" err="1">
                <a:solidFill>
                  <a:schemeClr val="bg1"/>
                </a:solidFill>
                <a:latin typeface="Arial Nova Cond" panose="020B0506020202020204" pitchFamily="34" charset="0"/>
                <a:cs typeface="Aldhabi" panose="020F0502020204030204" pitchFamily="2" charset="-78"/>
              </a:rPr>
              <a:t>Requests</a:t>
            </a:r>
            <a:endParaRPr lang="it-IT" sz="2400" b="1" dirty="0">
              <a:solidFill>
                <a:schemeClr val="bg1"/>
              </a:solidFill>
              <a:latin typeface="Arial Nova Cond" panose="020B0506020202020204" pitchFamily="34" charset="0"/>
              <a:cs typeface="Aldhabi" panose="020F0502020204030204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F92A3-CD4E-AA02-FD48-38EC62F4CE2A}"/>
              </a:ext>
            </a:extLst>
          </p:cNvPr>
          <p:cNvSpPr txBox="1"/>
          <p:nvPr/>
        </p:nvSpPr>
        <p:spPr>
          <a:xfrm>
            <a:off x="11774174" y="6488668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Amasis MT Pro Medium" panose="02040604050005020304" pitchFamily="18" charset="0"/>
              </a:rPr>
              <a:t>14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0BD848-B2D5-4542-772D-3D0370D22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976916"/>
              </p:ext>
            </p:extLst>
          </p:nvPr>
        </p:nvGraphicFramePr>
        <p:xfrm>
          <a:off x="7699248" y="1598049"/>
          <a:ext cx="3657599" cy="4136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824">
                  <a:extLst>
                    <a:ext uri="{9D8B030D-6E8A-4147-A177-3AD203B41FA5}">
                      <a16:colId xmlns:a16="http://schemas.microsoft.com/office/drawing/2014/main" val="2933273080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863253165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863653757"/>
                    </a:ext>
                  </a:extLst>
                </a:gridCol>
              </a:tblGrid>
              <a:tr h="311972"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VOICE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1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YEAR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1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YEAR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1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909506"/>
                  </a:ext>
                </a:extLst>
              </a:tr>
              <a:tr h="311972"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Missions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5k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5k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05354"/>
                  </a:ext>
                </a:extLst>
              </a:tr>
              <a:tr h="311972">
                <a:tc>
                  <a:txBody>
                    <a:bodyPr/>
                    <a:lstStyle/>
                    <a:p>
                      <a:pPr algn="ctr"/>
                      <a:endParaRPr lang="it-IT" sz="6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375003"/>
                  </a:ext>
                </a:extLst>
              </a:tr>
              <a:tr h="311972">
                <a:tc>
                  <a:txBody>
                    <a:bodyPr/>
                    <a:lstStyle/>
                    <a:p>
                      <a:pPr algn="ctr"/>
                      <a:r>
                        <a:rPr lang="it-IT" b="1" dirty="0" err="1"/>
                        <a:t>Disposables</a:t>
                      </a:r>
                      <a:endParaRPr lang="it-IT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10k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5k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539574"/>
                  </a:ext>
                </a:extLst>
              </a:tr>
              <a:tr h="311972">
                <a:tc>
                  <a:txBody>
                    <a:bodyPr/>
                    <a:lstStyle/>
                    <a:p>
                      <a:pPr algn="ctr"/>
                      <a:endParaRPr lang="it-IT" sz="6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482556"/>
                  </a:ext>
                </a:extLst>
              </a:tr>
              <a:tr h="311972"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SMU 4200A-SCS</a:t>
                      </a:r>
                      <a:r>
                        <a:rPr lang="it-IT" b="1" dirty="0">
                          <a:solidFill>
                            <a:srgbClr val="C00000"/>
                          </a:solidFill>
                        </a:rPr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53k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191112"/>
                  </a:ext>
                </a:extLst>
              </a:tr>
              <a:tr h="311972">
                <a:tc>
                  <a:txBody>
                    <a:bodyPr/>
                    <a:lstStyle/>
                    <a:p>
                      <a:pPr algn="ctr"/>
                      <a:r>
                        <a:rPr lang="it-IT" b="1" dirty="0" err="1"/>
                        <a:t>Pulsed</a:t>
                      </a:r>
                      <a:r>
                        <a:rPr lang="it-IT" b="1" dirty="0"/>
                        <a:t> </a:t>
                      </a:r>
                      <a:r>
                        <a:rPr lang="it-IT" b="1" dirty="0" err="1"/>
                        <a:t>Meas</a:t>
                      </a:r>
                      <a:r>
                        <a:rPr lang="it-IT" b="1" dirty="0"/>
                        <a:t>. U.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37k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915999"/>
                  </a:ext>
                </a:extLst>
              </a:tr>
              <a:tr h="311972"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DMCA + CSA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13k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372158"/>
                  </a:ext>
                </a:extLst>
              </a:tr>
              <a:tr h="311972"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SPC-Module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5k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080512"/>
                  </a:ext>
                </a:extLst>
              </a:tr>
              <a:tr h="311972">
                <a:tc>
                  <a:txBody>
                    <a:bodyPr/>
                    <a:lstStyle/>
                    <a:p>
                      <a:pPr algn="ctr"/>
                      <a:endParaRPr lang="it-IT" sz="6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770159"/>
                  </a:ext>
                </a:extLst>
              </a:tr>
              <a:tr h="311972">
                <a:tc>
                  <a:txBody>
                    <a:bodyPr/>
                    <a:lstStyle/>
                    <a:p>
                      <a:pPr algn="ctr"/>
                      <a:r>
                        <a:rPr lang="it-IT" b="1" dirty="0">
                          <a:solidFill>
                            <a:srgbClr val="0071C1"/>
                          </a:solidFill>
                        </a:rPr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68k</a:t>
                      </a:r>
                    </a:p>
                  </a:txBody>
                  <a:tcPr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65k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00997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0208146-4A62-DA30-F461-F1201656D5F0}"/>
              </a:ext>
            </a:extLst>
          </p:cNvPr>
          <p:cNvSpPr txBox="1"/>
          <p:nvPr/>
        </p:nvSpPr>
        <p:spPr>
          <a:xfrm>
            <a:off x="9299448" y="1077915"/>
            <a:ext cx="1144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COSTS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6BBE7F-9661-958F-4423-AE5A7348C731}"/>
              </a:ext>
            </a:extLst>
          </p:cNvPr>
          <p:cNvSpPr/>
          <p:nvPr/>
        </p:nvSpPr>
        <p:spPr>
          <a:xfrm>
            <a:off x="7699248" y="6018538"/>
            <a:ext cx="3657599" cy="60907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C00000"/>
                </a:solidFill>
              </a:rPr>
              <a:t>* </a:t>
            </a:r>
            <a:r>
              <a:rPr lang="it-IT" b="1" dirty="0">
                <a:solidFill>
                  <a:schemeClr val="tx1"/>
                </a:solidFill>
              </a:rPr>
              <a:t>Co-funding with </a:t>
            </a:r>
            <a:r>
              <a:rPr lang="it-IT" b="1" dirty="0" err="1">
                <a:solidFill>
                  <a:schemeClr val="tx1"/>
                </a:solidFill>
              </a:rPr>
              <a:t>Dip.Fis</a:t>
            </a:r>
            <a:r>
              <a:rPr lang="it-IT" b="1" dirty="0">
                <a:solidFill>
                  <a:schemeClr val="tx1"/>
                </a:solidFill>
              </a:rPr>
              <a:t>. Bologna </a:t>
            </a:r>
            <a:endParaRPr lang="it-IT" dirty="0">
              <a:solidFill>
                <a:schemeClr val="tx1"/>
              </a:solidFill>
            </a:endParaRPr>
          </a:p>
        </p:txBody>
      </p:sp>
      <p:pic>
        <p:nvPicPr>
          <p:cNvPr id="25" name="Graphic 24" descr="Wallet outline">
            <a:extLst>
              <a:ext uri="{FF2B5EF4-FFF2-40B4-BE49-F238E27FC236}">
                <a16:creationId xmlns:a16="http://schemas.microsoft.com/office/drawing/2014/main" id="{F5B08909-B731-2743-6129-FC93286E5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8985" y="1038185"/>
            <a:ext cx="500463" cy="500463"/>
          </a:xfrm>
          <a:prstGeom prst="rect">
            <a:avLst/>
          </a:prstGeom>
        </p:spPr>
      </p:pic>
      <p:pic>
        <p:nvPicPr>
          <p:cNvPr id="28" name="Graphic 27" descr="Warning with solid fill">
            <a:extLst>
              <a:ext uri="{FF2B5EF4-FFF2-40B4-BE49-F238E27FC236}">
                <a16:creationId xmlns:a16="http://schemas.microsoft.com/office/drawing/2014/main" id="{63D2EDCC-6FC7-2AF3-DA11-0D362B8F5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719" y="1078685"/>
            <a:ext cx="457200" cy="4572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6027924-19A1-B119-D984-646C5B14681B}"/>
              </a:ext>
            </a:extLst>
          </p:cNvPr>
          <p:cNvSpPr txBox="1"/>
          <p:nvPr/>
        </p:nvSpPr>
        <p:spPr>
          <a:xfrm>
            <a:off x="1600200" y="1092273"/>
            <a:ext cx="4468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 err="1"/>
              <a:t>Possible</a:t>
            </a:r>
            <a:r>
              <a:rPr lang="it-IT" sz="2400" b="1" dirty="0"/>
              <a:t> Issues and </a:t>
            </a:r>
            <a:r>
              <a:rPr lang="it-IT" sz="2400" b="1" dirty="0" err="1"/>
              <a:t>Mitigation</a:t>
            </a:r>
            <a:endParaRPr lang="it-IT" sz="2400" b="1" dirty="0"/>
          </a:p>
        </p:txBody>
      </p:sp>
      <p:pic>
        <p:nvPicPr>
          <p:cNvPr id="42" name="Graphic 41" descr="Badge Cross with solid fill">
            <a:extLst>
              <a:ext uri="{FF2B5EF4-FFF2-40B4-BE49-F238E27FC236}">
                <a16:creationId xmlns:a16="http://schemas.microsoft.com/office/drawing/2014/main" id="{7F1D48AE-C14D-960F-A11D-60BDD0BA7D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370" y="1784157"/>
            <a:ext cx="459215" cy="45921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D4D5F91-B5BC-C5B9-2D28-96D3CB93EEFE}"/>
              </a:ext>
            </a:extLst>
          </p:cNvPr>
          <p:cNvSpPr txBox="1"/>
          <p:nvPr/>
        </p:nvSpPr>
        <p:spPr>
          <a:xfrm>
            <a:off x="862584" y="1829098"/>
            <a:ext cx="4468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 </a:t>
            </a:r>
            <a:r>
              <a:rPr lang="it-IT" b="1" dirty="0" err="1"/>
              <a:t>Empty</a:t>
            </a:r>
            <a:r>
              <a:rPr lang="it-IT" b="1" dirty="0"/>
              <a:t> trenches / </a:t>
            </a:r>
            <a:r>
              <a:rPr lang="it-IT" b="1" dirty="0" err="1"/>
              <a:t>excess</a:t>
            </a:r>
            <a:r>
              <a:rPr lang="it-IT" b="1" dirty="0"/>
              <a:t> </a:t>
            </a:r>
            <a:r>
              <a:rPr lang="it-IT" b="1" dirty="0" err="1"/>
              <a:t>material</a:t>
            </a:r>
            <a:endParaRPr lang="it-IT" dirty="0"/>
          </a:p>
        </p:txBody>
      </p:sp>
      <p:pic>
        <p:nvPicPr>
          <p:cNvPr id="47" name="Graphic 46" descr="Badge Tick1 with solid fill">
            <a:extLst>
              <a:ext uri="{FF2B5EF4-FFF2-40B4-BE49-F238E27FC236}">
                <a16:creationId xmlns:a16="http://schemas.microsoft.com/office/drawing/2014/main" id="{4994DD1C-7BBD-3742-BCAF-E51E6F8864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89776" y="2243372"/>
            <a:ext cx="461665" cy="46166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5554A9F-76F4-F48C-82BF-A0C3E034E476}"/>
              </a:ext>
            </a:extLst>
          </p:cNvPr>
          <p:cNvSpPr txBox="1"/>
          <p:nvPr/>
        </p:nvSpPr>
        <p:spPr>
          <a:xfrm>
            <a:off x="1277112" y="2289538"/>
            <a:ext cx="5312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Sonication-assisted</a:t>
            </a:r>
            <a:r>
              <a:rPr lang="it-IT" dirty="0"/>
              <a:t> </a:t>
            </a:r>
            <a:r>
              <a:rPr lang="it-IT" dirty="0" err="1"/>
              <a:t>deposition</a:t>
            </a:r>
            <a:r>
              <a:rPr lang="it-IT" dirty="0"/>
              <a:t> / </a:t>
            </a:r>
            <a:r>
              <a:rPr lang="it-IT" dirty="0" err="1"/>
              <a:t>lapping</a:t>
            </a:r>
            <a:r>
              <a:rPr lang="it-IT" dirty="0"/>
              <a:t> techniques</a:t>
            </a:r>
          </a:p>
        </p:txBody>
      </p:sp>
      <p:pic>
        <p:nvPicPr>
          <p:cNvPr id="49" name="Graphic 48" descr="Badge Cross with solid fill">
            <a:extLst>
              <a:ext uri="{FF2B5EF4-FFF2-40B4-BE49-F238E27FC236}">
                <a16:creationId xmlns:a16="http://schemas.microsoft.com/office/drawing/2014/main" id="{1C092F4D-E9F2-1B4C-431E-2E7E66942C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370" y="2739599"/>
            <a:ext cx="459215" cy="459215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5F1CC62-5F5A-DE65-A935-EEB6F3578013}"/>
              </a:ext>
            </a:extLst>
          </p:cNvPr>
          <p:cNvSpPr txBox="1"/>
          <p:nvPr/>
        </p:nvSpPr>
        <p:spPr>
          <a:xfrm>
            <a:off x="862584" y="2784540"/>
            <a:ext cx="5492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 </a:t>
            </a:r>
            <a:r>
              <a:rPr lang="it-IT" b="1" dirty="0" err="1"/>
              <a:t>Environmental</a:t>
            </a:r>
            <a:r>
              <a:rPr lang="it-IT" b="1" dirty="0"/>
              <a:t> </a:t>
            </a:r>
            <a:r>
              <a:rPr lang="it-IT" b="1" dirty="0" err="1"/>
              <a:t>issues</a:t>
            </a:r>
            <a:r>
              <a:rPr lang="it-IT" b="1" dirty="0"/>
              <a:t> / </a:t>
            </a:r>
            <a:r>
              <a:rPr lang="it-IT" b="1" dirty="0" err="1"/>
              <a:t>external</a:t>
            </a:r>
            <a:r>
              <a:rPr lang="it-IT" b="1" dirty="0"/>
              <a:t> light </a:t>
            </a:r>
            <a:r>
              <a:rPr lang="it-IT" b="1" dirty="0" err="1"/>
              <a:t>contribution</a:t>
            </a:r>
            <a:endParaRPr lang="it-IT" dirty="0"/>
          </a:p>
        </p:txBody>
      </p:sp>
      <p:pic>
        <p:nvPicPr>
          <p:cNvPr id="51" name="Graphic 50" descr="Badge Tick1 with solid fill">
            <a:extLst>
              <a:ext uri="{FF2B5EF4-FFF2-40B4-BE49-F238E27FC236}">
                <a16:creationId xmlns:a16="http://schemas.microsoft.com/office/drawing/2014/main" id="{285A3604-69ED-BA2F-D287-059161F027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89776" y="3198868"/>
            <a:ext cx="461665" cy="46166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780BE6C-0E3B-0614-8E41-BA0009D18AE4}"/>
              </a:ext>
            </a:extLst>
          </p:cNvPr>
          <p:cNvSpPr txBox="1"/>
          <p:nvPr/>
        </p:nvSpPr>
        <p:spPr>
          <a:xfrm>
            <a:off x="1956816" y="3244980"/>
            <a:ext cx="463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Deposition</a:t>
            </a:r>
            <a:r>
              <a:rPr lang="it-IT" dirty="0"/>
              <a:t> of </a:t>
            </a:r>
            <a:r>
              <a:rPr lang="it-IT" dirty="0" err="1"/>
              <a:t>Parylene</a:t>
            </a:r>
            <a:r>
              <a:rPr lang="it-IT" dirty="0"/>
              <a:t>-C </a:t>
            </a:r>
            <a:r>
              <a:rPr lang="it-IT" dirty="0" err="1"/>
              <a:t>encapsulation</a:t>
            </a:r>
            <a:r>
              <a:rPr lang="it-IT" dirty="0"/>
              <a:t> </a:t>
            </a:r>
            <a:r>
              <a:rPr lang="it-IT" dirty="0" err="1"/>
              <a:t>layer</a:t>
            </a:r>
            <a:r>
              <a:rPr lang="it-IT" dirty="0"/>
              <a:t> </a:t>
            </a:r>
          </a:p>
        </p:txBody>
      </p:sp>
      <p:pic>
        <p:nvPicPr>
          <p:cNvPr id="53" name="Graphic 52" descr="Badge Cross with solid fill">
            <a:extLst>
              <a:ext uri="{FF2B5EF4-FFF2-40B4-BE49-F238E27FC236}">
                <a16:creationId xmlns:a16="http://schemas.microsoft.com/office/drawing/2014/main" id="{40DA6DC0-AF71-D4AF-B5FB-12114C94EB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3370" y="3668844"/>
            <a:ext cx="459215" cy="459215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36F4B82E-B244-5C00-4E87-9AEF0B59C1FB}"/>
              </a:ext>
            </a:extLst>
          </p:cNvPr>
          <p:cNvSpPr txBox="1"/>
          <p:nvPr/>
        </p:nvSpPr>
        <p:spPr>
          <a:xfrm>
            <a:off x="862584" y="3704140"/>
            <a:ext cx="5492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 </a:t>
            </a:r>
            <a:r>
              <a:rPr lang="it-IT" b="1" dirty="0" err="1"/>
              <a:t>Poor</a:t>
            </a:r>
            <a:r>
              <a:rPr lang="it-IT" b="1" dirty="0"/>
              <a:t> </a:t>
            </a:r>
            <a:r>
              <a:rPr lang="el-GR" b="1" dirty="0"/>
              <a:t>γ</a:t>
            </a:r>
            <a:r>
              <a:rPr lang="it-IT" b="1" dirty="0"/>
              <a:t> </a:t>
            </a:r>
            <a:r>
              <a:rPr lang="it-IT" b="1" dirty="0" err="1"/>
              <a:t>absorption</a:t>
            </a:r>
            <a:endParaRPr lang="it-IT" dirty="0"/>
          </a:p>
        </p:txBody>
      </p:sp>
      <p:pic>
        <p:nvPicPr>
          <p:cNvPr id="55" name="Graphic 54" descr="Badge Tick1 with solid fill">
            <a:extLst>
              <a:ext uri="{FF2B5EF4-FFF2-40B4-BE49-F238E27FC236}">
                <a16:creationId xmlns:a16="http://schemas.microsoft.com/office/drawing/2014/main" id="{406F4FC5-0C2C-CDCD-35D1-6083F22D84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89776" y="4239477"/>
            <a:ext cx="461665" cy="46166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2BF1828-EB20-60B7-A959-0501A1D5A606}"/>
              </a:ext>
            </a:extLst>
          </p:cNvPr>
          <p:cNvSpPr txBox="1"/>
          <p:nvPr/>
        </p:nvSpPr>
        <p:spPr>
          <a:xfrm>
            <a:off x="2036064" y="4164092"/>
            <a:ext cx="4553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SJI / Metal </a:t>
            </a:r>
            <a:r>
              <a:rPr lang="it-IT" dirty="0" err="1"/>
              <a:t>Ink</a:t>
            </a:r>
            <a:r>
              <a:rPr lang="it-IT" dirty="0"/>
              <a:t> </a:t>
            </a:r>
            <a:r>
              <a:rPr lang="it-IT" dirty="0" err="1"/>
              <a:t>deposition</a:t>
            </a:r>
            <a:r>
              <a:rPr lang="it-IT" dirty="0"/>
              <a:t> for trenches </a:t>
            </a:r>
            <a:r>
              <a:rPr lang="it-IT" dirty="0" err="1"/>
              <a:t>height</a:t>
            </a:r>
            <a:r>
              <a:rPr lang="it-IT" dirty="0"/>
              <a:t> </a:t>
            </a:r>
            <a:r>
              <a:rPr lang="it-IT" dirty="0" err="1"/>
              <a:t>increased</a:t>
            </a:r>
            <a:r>
              <a:rPr lang="it-IT" dirty="0"/>
              <a:t> up to 500</a:t>
            </a:r>
            <a:r>
              <a:rPr lang="el-GR" dirty="0"/>
              <a:t>μ</a:t>
            </a:r>
            <a:r>
              <a:rPr lang="it-IT" dirty="0"/>
              <a:t>m.   </a:t>
            </a:r>
          </a:p>
        </p:txBody>
      </p:sp>
      <p:pic>
        <p:nvPicPr>
          <p:cNvPr id="57" name="Graphic 56" descr="Badge Cross with solid fill">
            <a:extLst>
              <a:ext uri="{FF2B5EF4-FFF2-40B4-BE49-F238E27FC236}">
                <a16:creationId xmlns:a16="http://schemas.microsoft.com/office/drawing/2014/main" id="{95421A37-9056-C0D9-5930-F1CE6417EA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3370" y="4855453"/>
            <a:ext cx="459215" cy="45921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79116DCD-B4EF-D6AF-17F5-03734372D77C}"/>
              </a:ext>
            </a:extLst>
          </p:cNvPr>
          <p:cNvSpPr txBox="1"/>
          <p:nvPr/>
        </p:nvSpPr>
        <p:spPr>
          <a:xfrm>
            <a:off x="862584" y="4890749"/>
            <a:ext cx="5986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 Interface </a:t>
            </a:r>
            <a:r>
              <a:rPr lang="it-IT" b="1" dirty="0" err="1"/>
              <a:t>losses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perovskite and </a:t>
            </a:r>
            <a:r>
              <a:rPr lang="it-IT" b="1" dirty="0" err="1"/>
              <a:t>scintillator</a:t>
            </a:r>
            <a:endParaRPr lang="it-IT" dirty="0"/>
          </a:p>
        </p:txBody>
      </p:sp>
      <p:pic>
        <p:nvPicPr>
          <p:cNvPr id="59" name="Graphic 58" descr="Badge Tick1 with solid fill">
            <a:extLst>
              <a:ext uri="{FF2B5EF4-FFF2-40B4-BE49-F238E27FC236}">
                <a16:creationId xmlns:a16="http://schemas.microsoft.com/office/drawing/2014/main" id="{B9A7AA2A-D338-69ED-8564-4886262167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89776" y="5280087"/>
            <a:ext cx="461665" cy="461665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BE70693-E416-9073-EECC-12618C26788F}"/>
              </a:ext>
            </a:extLst>
          </p:cNvPr>
          <p:cNvSpPr txBox="1"/>
          <p:nvPr/>
        </p:nvSpPr>
        <p:spPr>
          <a:xfrm>
            <a:off x="1150151" y="5329691"/>
            <a:ext cx="543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Dedicated</a:t>
            </a:r>
            <a:r>
              <a:rPr lang="it-IT" dirty="0"/>
              <a:t> </a:t>
            </a:r>
            <a:r>
              <a:rPr lang="it-IT" dirty="0" err="1"/>
              <a:t>resin</a:t>
            </a:r>
            <a:r>
              <a:rPr lang="it-IT" dirty="0"/>
              <a:t> / cement of </a:t>
            </a:r>
            <a:r>
              <a:rPr lang="it-IT" dirty="0" err="1"/>
              <a:t>matched</a:t>
            </a:r>
            <a:r>
              <a:rPr lang="it-IT" dirty="0"/>
              <a:t> </a:t>
            </a:r>
            <a:r>
              <a:rPr lang="it-IT" dirty="0" err="1"/>
              <a:t>refractive</a:t>
            </a:r>
            <a:r>
              <a:rPr lang="it-IT" dirty="0"/>
              <a:t> index </a:t>
            </a:r>
          </a:p>
        </p:txBody>
      </p:sp>
      <p:pic>
        <p:nvPicPr>
          <p:cNvPr id="61" name="Graphic 60" descr="Badge Cross with solid fill">
            <a:extLst>
              <a:ext uri="{FF2B5EF4-FFF2-40B4-BE49-F238E27FC236}">
                <a16:creationId xmlns:a16="http://schemas.microsoft.com/office/drawing/2014/main" id="{D98408B5-9CB7-3B17-233B-5C12617992E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3370" y="5811362"/>
            <a:ext cx="459215" cy="45921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164C9103-B2CA-4973-771E-6080508CD5CC}"/>
              </a:ext>
            </a:extLst>
          </p:cNvPr>
          <p:cNvSpPr txBox="1"/>
          <p:nvPr/>
        </p:nvSpPr>
        <p:spPr>
          <a:xfrm>
            <a:off x="862584" y="5846658"/>
            <a:ext cx="5986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 Delays in </a:t>
            </a:r>
            <a:r>
              <a:rPr lang="it-IT" b="1" dirty="0" err="1"/>
              <a:t>electronic</a:t>
            </a:r>
            <a:r>
              <a:rPr lang="it-IT" b="1" dirty="0"/>
              <a:t> </a:t>
            </a:r>
            <a:r>
              <a:rPr lang="it-IT" b="1" dirty="0" err="1"/>
              <a:t>instrumentation</a:t>
            </a:r>
            <a:r>
              <a:rPr lang="it-IT" b="1" dirty="0"/>
              <a:t> delivery</a:t>
            </a:r>
            <a:endParaRPr lang="it-IT" dirty="0"/>
          </a:p>
        </p:txBody>
      </p:sp>
      <p:pic>
        <p:nvPicPr>
          <p:cNvPr id="63" name="Graphic 62" descr="Badge Tick1 with solid fill">
            <a:extLst>
              <a:ext uri="{FF2B5EF4-FFF2-40B4-BE49-F238E27FC236}">
                <a16:creationId xmlns:a16="http://schemas.microsoft.com/office/drawing/2014/main" id="{929181F7-4EEF-E431-9A5C-73EE81F201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89776" y="6235996"/>
            <a:ext cx="461665" cy="461665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9DB7FAB1-778E-4C81-0EF4-72F60FFAECBD}"/>
              </a:ext>
            </a:extLst>
          </p:cNvPr>
          <p:cNvSpPr txBox="1"/>
          <p:nvPr/>
        </p:nvSpPr>
        <p:spPr>
          <a:xfrm>
            <a:off x="1956816" y="6285600"/>
            <a:ext cx="463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Analog</a:t>
            </a:r>
            <a:r>
              <a:rPr lang="it-IT" dirty="0"/>
              <a:t> </a:t>
            </a:r>
            <a:r>
              <a:rPr lang="it-IT" dirty="0" err="1"/>
              <a:t>spectroscopic</a:t>
            </a:r>
            <a:r>
              <a:rPr lang="it-IT" dirty="0"/>
              <a:t> chain / </a:t>
            </a:r>
            <a:r>
              <a:rPr lang="it-IT" dirty="0" err="1"/>
              <a:t>Electrometer</a:t>
            </a:r>
            <a:r>
              <a:rPr lang="it-IT" dirty="0"/>
              <a:t> …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9783C99-80FD-0ECE-1EC5-667465ABF9F2}"/>
              </a:ext>
            </a:extLst>
          </p:cNvPr>
          <p:cNvCxnSpPr/>
          <p:nvPr/>
        </p:nvCxnSpPr>
        <p:spPr>
          <a:xfrm>
            <a:off x="7333488" y="1323105"/>
            <a:ext cx="0" cy="535022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073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6545B-A306-276D-7CD1-5924FD5FE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C8E7F-1A82-FEBF-C671-187145B641B4}"/>
              </a:ext>
            </a:extLst>
          </p:cNvPr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1652F3-7E6C-63FE-FD1A-627D1875FA1B}"/>
              </a:ext>
            </a:extLst>
          </p:cNvPr>
          <p:cNvSpPr txBox="1"/>
          <p:nvPr/>
        </p:nvSpPr>
        <p:spPr>
          <a:xfrm>
            <a:off x="1045028" y="2704015"/>
            <a:ext cx="9941319" cy="3781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dirty="0"/>
              <a:t>PHASE-g </a:t>
            </a:r>
            <a:r>
              <a:rPr lang="en-US" sz="2200" dirty="0"/>
              <a:t>aims at validating a </a:t>
            </a:r>
            <a:r>
              <a:rPr lang="en-US" sz="2200" b="1" i="1" dirty="0"/>
              <a:t>novel approach</a:t>
            </a:r>
            <a:r>
              <a:rPr lang="en-US" sz="2200" b="1" dirty="0"/>
              <a:t> </a:t>
            </a:r>
            <a:r>
              <a:rPr lang="en-US" sz="2200" dirty="0"/>
              <a:t>to perovskite-based </a:t>
            </a:r>
            <a:r>
              <a:rPr lang="el-GR" sz="2200" dirty="0"/>
              <a:t>γ</a:t>
            </a:r>
            <a:r>
              <a:rPr lang="it-IT" sz="2200" dirty="0"/>
              <a:t>-ray detectors, </a:t>
            </a:r>
            <a:r>
              <a:rPr lang="it-IT" sz="2200" dirty="0" err="1"/>
              <a:t>which</a:t>
            </a:r>
            <a:r>
              <a:rPr lang="it-IT" sz="2200" dirty="0"/>
              <a:t> </a:t>
            </a:r>
            <a:r>
              <a:rPr lang="it-IT" sz="2200" dirty="0" err="1"/>
              <a:t>merges</a:t>
            </a:r>
            <a:r>
              <a:rPr lang="it-IT" sz="2200" dirty="0"/>
              <a:t> the bulk </a:t>
            </a:r>
            <a:r>
              <a:rPr lang="it-IT" sz="2200" dirty="0" err="1"/>
              <a:t>properties</a:t>
            </a:r>
            <a:r>
              <a:rPr lang="it-IT" sz="2200" dirty="0"/>
              <a:t> of Single Crystals with the major </a:t>
            </a:r>
            <a:r>
              <a:rPr lang="it-IT" sz="2200" dirty="0" err="1"/>
              <a:t>advantages</a:t>
            </a:r>
            <a:r>
              <a:rPr lang="it-IT" sz="2200" dirty="0"/>
              <a:t> of </a:t>
            </a:r>
            <a:r>
              <a:rPr lang="it-IT" sz="2200" dirty="0" err="1"/>
              <a:t>interdigitated</a:t>
            </a:r>
            <a:r>
              <a:rPr lang="it-IT" sz="2200" dirty="0"/>
              <a:t> </a:t>
            </a:r>
            <a:r>
              <a:rPr lang="it-IT" sz="2200" dirty="0" err="1"/>
              <a:t>structures</a:t>
            </a:r>
            <a:r>
              <a:rPr lang="it-IT" sz="22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2200" dirty="0" err="1"/>
              <a:t>It</a:t>
            </a:r>
            <a:r>
              <a:rPr lang="it-IT" sz="2200" dirty="0"/>
              <a:t> </a:t>
            </a:r>
            <a:r>
              <a:rPr lang="it-IT" sz="2200" dirty="0" err="1"/>
              <a:t>provides</a:t>
            </a:r>
            <a:r>
              <a:rPr lang="it-IT" sz="2200" dirty="0"/>
              <a:t>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➡ An Innovative dual structure which relies on </a:t>
            </a:r>
            <a:r>
              <a:rPr lang="en-US" sz="2200" b="1" dirty="0"/>
              <a:t>3D interdigitated electrodes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➡ A dedicated study on PMPS-based scintillating device for </a:t>
            </a:r>
            <a:r>
              <a:rPr lang="en-US" sz="2200" b="1" dirty="0"/>
              <a:t>photon counting</a:t>
            </a:r>
            <a:endParaRPr lang="en-US" sz="2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➡ A </a:t>
            </a:r>
            <a:r>
              <a:rPr lang="en-US" sz="2200" b="1" dirty="0"/>
              <a:t>spectroscopic device</a:t>
            </a:r>
            <a:r>
              <a:rPr lang="en-US" sz="2200" dirty="0"/>
              <a:t> for </a:t>
            </a:r>
            <a:r>
              <a:rPr lang="el-GR" sz="2200" dirty="0"/>
              <a:t>γ</a:t>
            </a:r>
            <a:r>
              <a:rPr lang="it-IT" sz="2200" dirty="0"/>
              <a:t>-rays of </a:t>
            </a:r>
            <a:r>
              <a:rPr lang="it-IT" sz="2200" dirty="0" err="1"/>
              <a:t>different</a:t>
            </a:r>
            <a:r>
              <a:rPr lang="it-IT" sz="2200" dirty="0"/>
              <a:t> </a:t>
            </a:r>
            <a:r>
              <a:rPr lang="it-IT" sz="2200" dirty="0" err="1"/>
              <a:t>doses</a:t>
            </a:r>
            <a:r>
              <a:rPr lang="it-IT" sz="2200" dirty="0"/>
              <a:t> and energies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➡ </a:t>
            </a:r>
            <a:r>
              <a:rPr lang="it-IT" sz="2200" dirty="0" err="1"/>
              <a:t>Tests</a:t>
            </a:r>
            <a:r>
              <a:rPr lang="it-IT" sz="2200" dirty="0"/>
              <a:t> with </a:t>
            </a:r>
            <a:r>
              <a:rPr lang="it-IT" sz="2200" b="1" dirty="0" err="1"/>
              <a:t>clinically</a:t>
            </a:r>
            <a:r>
              <a:rPr lang="it-IT" sz="2200" b="1" dirty="0"/>
              <a:t> </a:t>
            </a:r>
            <a:r>
              <a:rPr lang="it-IT" sz="2200" b="1" dirty="0" err="1"/>
              <a:t>relevant</a:t>
            </a:r>
            <a:r>
              <a:rPr lang="it-IT" sz="2200" b="1" dirty="0"/>
              <a:t> </a:t>
            </a:r>
            <a:r>
              <a:rPr lang="it-IT" sz="2200" dirty="0" err="1"/>
              <a:t>radiation</a:t>
            </a:r>
            <a:r>
              <a:rPr lang="it-IT" sz="2200" dirty="0"/>
              <a:t> energies </a:t>
            </a:r>
            <a:endParaRPr lang="en-US" sz="2200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It opens up new paradigms for detectors fabrication and thus scalability to </a:t>
            </a:r>
            <a:r>
              <a:rPr lang="en-US" sz="2200" b="1" dirty="0"/>
              <a:t>large-area</a:t>
            </a:r>
            <a:r>
              <a:rPr lang="en-US" sz="2200" dirty="0"/>
              <a:t>, </a:t>
            </a:r>
            <a:r>
              <a:rPr lang="en-US" sz="2200" b="1" dirty="0"/>
              <a:t>pixelated multielectrode arrays</a:t>
            </a:r>
            <a:r>
              <a:rPr lang="en-US" sz="2200" dirty="0"/>
              <a:t>.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C256DC4-2AE5-1F88-41D3-2C68DE94A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448" y="215602"/>
            <a:ext cx="3905451" cy="229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172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13660</TotalTime>
  <Words>1186</Words>
  <Application>Microsoft Office PowerPoint</Application>
  <PresentationFormat>Widescreen</PresentationFormat>
  <Paragraphs>235</Paragraphs>
  <Slides>16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Amasis MT Pro Medium</vt:lpstr>
      <vt:lpstr>Aptos</vt:lpstr>
      <vt:lpstr>Aptos Display</vt:lpstr>
      <vt:lpstr>Arial</vt:lpstr>
      <vt:lpstr>Arial Nova Cond</vt:lpstr>
      <vt:lpstr>Avenir Next LT Pro Light</vt:lpstr>
      <vt:lpstr>Gadugi</vt:lpstr>
      <vt:lpstr>HelveticaNeue Regular</vt:lpstr>
      <vt:lpstr>Wingdings</vt:lpstr>
      <vt:lpstr>Office Theme</vt:lpstr>
      <vt:lpstr>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Lorenzo Margotti</dc:creator>
  <cp:lastModifiedBy>Lorenzo Margotti</cp:lastModifiedBy>
  <cp:revision>1</cp:revision>
  <dcterms:created xsi:type="dcterms:W3CDTF">2025-11-21T13:44:05Z</dcterms:created>
  <dcterms:modified xsi:type="dcterms:W3CDTF">2025-12-01T16:36:46Z</dcterms:modified>
</cp:coreProperties>
</file>