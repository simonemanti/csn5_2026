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- Grant Giovani CSN5 2026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Sviluppo di una diagnostica fluorescence-XAS da laboratorio per campioni realistici</a:t>
            </a:r>
            <a:endParaRPr lang="en-US" sz="2200" dirty="0"/>
          </a:p>
          <a:p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dimostrativo: materiali per batterie in collaborazione con ENEA</a:t>
            </a:r>
            <a:endParaRPr lang="en-US" sz="2200" dirty="0"/>
          </a:p>
          <a:p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Obiettivo INFN: metodologia, strumentazione, simulazione, calibrazione e performance</a:t>
            </a:r>
            <a:endParaRPr lang="en-US" sz="2200" dirty="0"/>
          </a:p>
          <a:p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EuAPS: applicazione strategica futura, non obiettivo primario</a:t>
            </a:r>
            <a:endParaRPr lang="en-US" sz="2200" dirty="0"/>
          </a:p>
          <a:p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e acronimo ancora da definire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XAS operando e in-situ e cruciale per seguire stato di ossidazione e coordinazione locale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sincrotrone offre dati eccellenti ma accesso limitato e cicli di feedback lenti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XAS da laboratorio in trasmissione richiede campioni sottili e preparati ad hoc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campioni realistici per batterie sono spesso spessi, eterogenei e incompatibili con trasmissione ideale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fluorescence-XAS e piu adatta a campioni realistici ma soffre di flusso, background e rate detector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Domanda Scientifica e Tecnologica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Quale informazione chimica puo essere estratta con fluorescence-XAS da laboratorio su campioni realistici?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Quale risoluzione energetica, SNR e tempo di acquisizione sono necessari per distinguere stati redox?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flusso si puo accettare senza perdere risoluzione utile per XANES/EXAFS?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devono essere co-ottimizzati sorgente, cristallo, slit, campione, SDD e background?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Quale dominio operativo rende la misura utile prima di chiedere accesso a sincrotrone?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Primario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Realizzare e validare una piattaforma laboratory fluorescence-XAS per campioni realistici</a:t>
            </a:r>
            <a:endParaRPr lang="en-US" sz="2200" dirty="0"/>
          </a:p>
          <a:p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Dimostrare edge shift, variazioni di white line e indicatori EXAFS su materiali benchmark</a:t>
            </a:r>
            <a:endParaRPr lang="en-US" sz="2200" dirty="0"/>
          </a:p>
          <a:p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Passare da reference compounds a campioni batteria statici o ex-situ</a:t>
            </a:r>
            <a:endParaRPr lang="en-US" sz="2200" dirty="0"/>
          </a:p>
          <a:p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Arrivare a una dimostrazione operando-compatible se rate, stabilita e cella lo permettono</a:t>
            </a:r>
            <a:endParaRPr lang="en-US" sz="2200" dirty="0"/>
          </a:p>
          <a:p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Produrre una metodologia quantitativa riutilizzabile da INFN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Interdisciplinare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 per batterie come caso bandiera, non come unico scopo del progetto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Possibile collaborazione ENEA gia attiva per campioni, celle e competenza elettrochimica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preferenziali: catodi Fe/Mn/Ni-based per K-edge accessibili in laboratorio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Misure su reference compounds, materiali in stati di carica diversi e campioni realistici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stato di ossidazione, cambiamenti locali, degrado e reversibilita redox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e nuova la XAS da laboratorio in generale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novita e la validazione quantitativa della fluorescence-XAS su campioni realistici di batterie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progetto affronta insieme flusso, risoluzione, background, rate SDD e geometria del campione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risultato non e un componente singolo ma un dominio operativo misurato e predetto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piattaforma sara progettata per essere aperta, modulare e trasferibile a sorgenti INFN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 dell Arte da Superare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Synchrotron operando XAS: alto livello ma accesso limitato e non adatto a screening rapido</a:t>
            </a:r>
            <a:endParaRPr lang="en-US" sz="2000" dirty="0"/>
          </a:p>
          <a:p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transmission XAS: efficace su campioni preparati ma debole su campioni realistici</a:t>
            </a:r>
            <a:endParaRPr lang="en-US" sz="2000" dirty="0"/>
          </a:p>
          <a:p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fluorescence XAS commerciale: spesso black-box e poco adattabile a setup/celle non standard</a:t>
            </a:r>
            <a:endParaRPr lang="en-US" sz="2000" dirty="0"/>
          </a:p>
          <a:p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VOXES: competenza INFN su ottiche a cristallo e spettroscopia X, da estendere a fluorescence-XAS</a:t>
            </a:r>
            <a:endParaRPr lang="en-US" sz="2000" dirty="0"/>
          </a:p>
          <a:p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manca una piattaforma INFN validata per fluorescence-XAS su campioni reali e operando-compatible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Approccio Sperimentale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Ottica a cristallo e geometria di fluorescenza ottimizzate per il caso energetico scelto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 esistente, commerciale o custom solo se richiesto da rate, area, risoluzione o DAQ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Slit, collimazione e shielding progettati sul compromesso flusso-risoluzione-background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Sincronizzazione tra scansione energetica, acquisizione SDD e stato elettrochimico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continuo tra simulazioni, reference compounds e misure reali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Metriche di Successo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Risoluzione energetica sufficiente a risolvere variazioni XANES rilevanti</a:t>
            </a:r>
            <a:endParaRPr lang="en-US" sz="2200" dirty="0"/>
          </a:p>
          <a:p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Sensibilita a edge shift dell ordine di circa 1 eV su sistemi redox benchmark</a:t>
            </a:r>
            <a:endParaRPr lang="en-US" sz="2200" dirty="0"/>
          </a:p>
          <a:p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SNR e tempi di acquisizione compatibili con misure statiche e slow cycling</a:t>
            </a:r>
            <a:endParaRPr lang="en-US" sz="2200" dirty="0"/>
          </a:p>
          <a:p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Riproducibilita della scansione e stabilita del segnale di fluorescenza</a:t>
            </a:r>
            <a:endParaRPr lang="en-US" sz="2200" dirty="0"/>
          </a:p>
          <a:p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Accordo quantitativo tra simulazioni, calibrazione e spettri misurati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WP1 - Simulazione e Performance Budget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Definizione dei campioni e degli edge target con ENEA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Modello di sorgente, ottica, slit, campione, detector e background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Stima di flusso utile, risoluzione, rate SDD, pile-up e SNR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Selezione della geometria e dei componenti sulla base di numeri quantitativi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performance budget e design requirements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WP2 - Setup Fluorescence-XAS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Integrazione di cristalli, slit, motori, supporti campione e detector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Scelta SDD basata su solid angle, risoluzione, shaping time e rate capability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Sviluppo DAQ e procedure di calibrazione energetica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di background, stabilita meccanica e riproducibilita della scansione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piattaforma pronta per misure di validazione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WP3 - Validazione su Reference e Campioni Statici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Misure su reference compounds Fe/Mn/Ni/Cu secondo il sistema scelto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Misure su materiali batteria ex-situ o in stati di carica controllati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con letteratura, dati ENEA e se disponibili dati da sincrotrone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Quantificazione di edge shift, white line, SNR e stabilita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validazione chimica e strumentale della piattaforma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WP4 - Dimostrazione Operando-Compatible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Disegno o adattamento di una cella compatibile con geometria fluorescence-XAS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Misure durante condizioni elettrochimiche lente e controllate se compatibili con il rate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Fallback: serie ex-situ su stati di carica definiti da ENEA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 dei limiti reali per operando continuo in laboratorio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dimostrazione su campione realistico e roadmap operando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WP5 - EuAPS e Sorgenti Compatte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EuAPS non e il deliverable primario del progetto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di trasferibilita della metodologia a sorgenti compatte e pulsate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tubo X vs EuAPS: spettro, divergenza, spot, flusso utile e struttura temporale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Definizione dei requisiti per una misura XAS a EuAPS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test solo se EuAPS raggiunge condizioni operative compatibili nei tempi del progetto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Ruolo di EuAPS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Applicazione strategica futura della piattaforma sviluppata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di stress-test per sorgenti non convenzionali e compatte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Motivazione per progettare setup modulare e detector/DAQ con margine di rate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hardware richiesto solo per EuAPS se non serve anche al setup principale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 per INFN: preparare una diagnostica spettroscopica per future sorgenti laser-plasma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Richieste Economiche Possibili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 o modulo detector solo se necessario per fluorescence mode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Motori/stage per scansione energia e posizionamento campione-detector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Slit, collimatori, shielding e supporti meccanici modulari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Cristalli/ottiche se richiesti dagli edge selezionati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DAQ, sincronizzazione, consumabili, campioni, missioni ENEA e benchmark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Rischi e Mitigazioni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insufficiente per operando continuo: fallback su stati di carica ex-situ</a:t>
            </a:r>
            <a:endParaRPr lang="en-US" sz="2000" dirty="0"/>
          </a:p>
          <a:p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troppo alto: shielding, geometria, collimazione e finestre energetiche SDD</a:t>
            </a:r>
            <a:endParaRPr lang="en-US" sz="2000" dirty="0"/>
          </a:p>
          <a:p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 non adeguato: confronto tra detector esistente, commerciale e customizzazione mirata</a:t>
            </a:r>
            <a:endParaRPr lang="en-US" sz="2000" dirty="0"/>
          </a:p>
          <a:p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Cella operando non pronta: campioni statici e controlled electrochemical states da ENEA</a:t>
            </a:r>
            <a:endParaRPr lang="en-US" sz="2000" dirty="0"/>
          </a:p>
          <a:p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EuAPS non disponibile: deliverable limitato a studio di trasferibilita e requisiti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Perche Ora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domanda di diagnostiche rapide per energy materials e in crescita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INFN ha competenza su spettroscopia X, cristalli, detector e simulazioni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ENEA puo dare campioni realistici e competenza applicativa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progetto evita una proposta hardware-only e produce metodologia misurabile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risultato puo diventare piattaforma INFN per materiali, rivelatori e sorgenti compatte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Home Message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7780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89920" cy="5257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progetto non compra uno spettrometro: definisce cosa puo fare davvero la fluorescence-XAS da laboratorio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caso batterie rende la misura necessaria, concreta e interdisciplinare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novelty e nel dominio operativo validato: flusso, risoluzione, background, SNR e tempo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EuAPS resta una ricaduta strategica, non un rischio principale</a:t>
            </a:r>
            <a:endParaRPr lang="en-US" sz="2100" dirty="0"/>
          </a:p>
          <a:p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proposta deve essere giudicabile con metriche chiare a 12 e 24 mesi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INFN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- Laboratory fluorescence-XAS for realistic samples</dc:title>
  <dc:subject>CSN5 Grant Giovani 2026 project concept</dc:subject>
  <dc:creator>Simone Manti / Codex</dc:creator>
  <cp:lastModifiedBy>Simone Manti / Codex</cp:lastModifiedBy>
  <cp:revision>1</cp:revision>
  <dcterms:created xsi:type="dcterms:W3CDTF">2026-07-04T13:38:32Z</dcterms:created>
  <dcterms:modified xsi:type="dcterms:W3CDTF">2026-07-04T13:38:32Z</dcterms:modified>
</cp:coreProperties>
</file>