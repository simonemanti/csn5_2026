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for Grant Giovani CSN5 - Year 2026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Acronym: PROGETTO (placeholder, final acronym to be defined)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Full title: Laboratory fluorescence-XAS for realistic and operando-compatible energy-material samples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Applicant: Simone Manti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 unit: INFN Laboratori Nazionali di Frascati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External scientific case: battery materials, potentially with ENEA collaboration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Strategic extension: transferability to EuAPS and compact pulsed X-ray sources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project develops a laboratory fluorescence-XAS platform for realistic samples where transmission XAS is impractical or unrepresentative.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benchmark case is redox-active battery materials, with emphasis on Fe/Mn/Ni K-edge observables relevant to oxidation state and local coordination.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central challenge is the coupled trade-off between source acceptance, energy resolution, fluorescence efficiency, background, SDD rate capability, and scan time.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expected result is a validated operating domain for laboratory fluorescence-XAS, from reference compounds to battery samples in controlled electrochemical states.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EuAPS is treated as a strategic compact-source application: requirements and feasibility will be derived from the validated laboratory platform.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State of the Art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Synchrotron XAS provides high-quality operando data but is access-limited and poorly suited to rapid laboratory screening cycles.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Laboratory transmission XAS is established but usually requires thin, homogeneous, and carefully prepared samples.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Fluorescence XAS is better matched to realistic, thick, dilute, or cell-integrated samples, but laboratory implementations are constrained by low useful flux and background.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Commercial laboratory XAS systems exist, but they are often black-box instruments and are not optimized for INFN-specific modularity, detector studies, or compact-source transferability.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VOXES demonstrated INFN expertise in crystal-based X-ray spectroscopy with efficient use of laboratory sources.</a:t>
            </a:r>
            <a:endParaRPr lang="en-US" sz="1850" dirty="0"/>
          </a:p>
          <a:p>
            <a:pPr indent="0" marL="0">
              <a:buNone/>
            </a:pPr>
            <a:r>
              <a:rPr lang="en-US" sz="1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open gap is a quantitatively validated, modular fluorescence-XAS methodology for realistic energy-material samples.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State of the Art - Capability Gap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innovation is not generic laboratory XAS.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missing capability is fluorescence-XAS on realistic samples with measured limits on chemical sensitivity, acquisition time, and reproducibility.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key performance question is: how much source phase space can be accepted while preserving useful XANES/EXAFS information?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 successful platform must co-optimize crystal optics, slits, sample geometry, SDD solid angle, background suppression, and data analysis.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project will turn this trade-off into quantitative design rules and validated measurements.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Objectives and Expected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O1: Define target samples, absorption edges, and measurable XAS observables for battery-relevant materials.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ER1: Performance requirements for edge-shift sensitivity, SNR, energy resolution, and scan time.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O2: Design and integrate a modular laboratory fluorescence-XAS geometry.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ER2: Calibrated platform with controlled source, optics, sample, detector, and DAQ chain.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O3: Validate the platform on reference compounds and realistic static or ex-situ battery samples.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ER3: Demonstrated extraction of oxidation-state and local-structure indicators.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O4: Assess operando compatibility and EuAPS transferability.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ER4: Feasibility report, design requirements, and optional pilot test if conditions allow.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Methodology - Overall Strategy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Start from a specific scientific use case rather than from hardware procurement.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Use simulations to define the required flux, energy resolution, detector rate, and background rejection.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Build or adapt only the components required by the performance budget.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Validate progressively: reference compounds, realistic ex-situ samples, controlled electrochemical states, operando-compatible measurements.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Treat EuAPS as a transferability study based on measured requirements, not as the main success criterion.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Methodology - Work Packages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WP1 - Simulation and performance budget: source, crystal optics, slits, sample, fluorescence yield, detector rate, background, and SNR.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WP2 - Platform integration: crystal optics, stages, collimation, shielding, sample-detector geometry, SDD/DAQ, and calibration routines.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WP3 - Reference and static validation: Fe/Mn/Ni/Cu compounds and selected battery samples in known chemical states.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WP4 - Operando-compatible demonstration: slow electrochemical cycling if feasible; ex-situ state series as fallback.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WP5 - Compact-source transferability: EuAPS source model, layout requirements, timing/rate constraints, and optional pilot measurement.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Methodology - Measurable Performance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Energy calibration and resolution measured on reference foils or compounds.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Sensitivity to edge shifts of order 1 eV, depending on selected edge and sample system.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White-line and near-edge intensity variations quantified with repeatability tests.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SNR and acquisition time measured for each sample class.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Detector dead-time and pile-up characterized for fluorescence count rates.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Simulation-to-data agreement used as a design validation metric.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Organization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Applicant: responsible for spectroscopy design, simulations, integration, measurements, analysis, and project coordination.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INFN LNF: host structure, X-ray spectroscopy expertise, mechanical/electronics support, safety framework, and existing VOXES know-how.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ENEA or equivalent battery-material partner: sample selection, electrochemical preparation, cell know-how, and interpretation of battery-relevant results.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Possible advisors: crystal spectroscopy, detector/DAQ, electrochemistry, and compact-source instrumentation.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 team should remain small and credible, with clear FTEs and no dependence on undefined external labor.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Organization - Milestones and Deliverables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70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</a:rPr>
              <a:t>Year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63640" y="1170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</a:rPr>
              <a:t>Year 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349240" cy="4754880"/>
          </a:xfrm>
          <a:prstGeom prst="rect">
            <a:avLst/>
          </a:prstGeom>
          <a:solidFill>
            <a:srgbClr val="EEF4FA"/>
          </a:solidFill>
          <a:ln w="7620">
            <a:solidFill>
              <a:srgbClr val="D7E5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572768"/>
            <a:ext cx="5349240" cy="4754880"/>
          </a:xfrm>
          <a:prstGeom prst="rect">
            <a:avLst/>
          </a:prstGeom>
          <a:solidFill>
            <a:srgbClr val="EEF4FA"/>
          </a:solidFill>
          <a:ln w="7620">
            <a:solidFill>
              <a:srgbClr val="D7E5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83080"/>
            <a:ext cx="489204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- M1: sample and edge selection frozen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- M2: performance budget completed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- M3: detector and geometry requirements frozen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- D1: simulation/design report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- D2: integrated fluorescence-XAS platform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- D3: calibration and reference-measurement report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19088" y="1783080"/>
            <a:ext cx="489204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- M4: realistic battery-sample validation completed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- M5: operando-compatible geometry assessed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- M6: EuAPS transferability requirements defined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- D4: battery-material XAS demonstration report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- D5: compact-source feasibility report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- D6: manuscript or technical note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Synergies with External Projects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ENEA collaboration: battery materials, electrochemical states, possible cells, and interpretation of redox behavior.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VOXES/LNF know-how: HAPG crystals, crystal-spectrometer alignment, laboratory X-ray measurements, and analysis procedures.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EuAPS: possible future deployment of the validated methodology to compact pulsed X-ray sources.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DAFNE-Light or other LNF activities: possible benchmark and broader use of laboratory X-ray diagnostics.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Detector and electronics groups: SDD evaluation, DAQ integration, pile-up/dead-time studies, and synchronization.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Impact and Spin-offs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Scientific impact: routine pre-screening and mechanistic studies of redox-active materials before synchrotron campaigns.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INFN impact: reusable platform for fluorescence-XAS, detector/readout characterization, and compact-source diagnostics.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Interdisciplinary impact: stronger bridge between X-ray instrumentation and energy-material research.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Technology-transfer potential: modular laboratory diagnostics for battery, catalysis, and materials laboratories.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Long-term spin-off: design rules for XAS at compact laser-plasma sources, including EuAPS.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Costs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Budget principle: every requested item must support the primary laboratory fluorescence-XAS goal.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Year 1 likely items: SDD or detector module if required, motorized stages, collimators/slits, shielding, crystals or optics, mechanics, DAQ/control hardware.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Year 2 likely items: operando-cell adapters, sample holders, consumables, reference compounds, missions to ENEA or benchmark facilities, publication/conference costs.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hardware should be justified only by EuAPS unless it is also needed by the primary platform.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funds for research contracts or third-party appointments, in line with the call.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All equipment requests above 2 kEuro must be supported by detailed quotations.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Costs - Draft Budget Logic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Detector: existing SDD first; purchase only if active area, rate, energy resolution, or DAQ constraints require it.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Motion and mechanics: modular stages for energy scan, sample positioning, and detector geometry.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Optics and shielding: components selected from the performance budget, not from a generic setup wish list.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Electrochemical/sample environment: minimal cell and holder development for controlled sample states.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EuAPS: limited to compatibility design and possible mission/pilot test, unless shared hardware is justified.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Risk Assessment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Risk: fluorescence rate too low for operando measurements. Mitigation: static/ex-situ state series and longer integration on selected states.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Risk: background prevents useful XANES sensitivity. Mitigation: shielding, geometry optimization, SDD energy windows, and reference subtraction.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Risk: SDD rate capability or pile-up is inadequate. Mitigation: detector comparison, shaping-time optimization, collimation, and dead-time correction.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Risk: operando cell is not ready within the project timeline. Mitigation: controlled electrochemical states prepared with ENEA.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Risk: EuAPS is not available or not stable. Mitigation: EuAPS deliverable limited to transferability requirements and layout study.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Risk: novelty is perceived as generic lab XAS. Mitigation: emphasize quantified operating domain on realistic samples and measured chemical sensitivity.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Bibliography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5875">
            <a:solidFill>
              <a:srgbClr val="0B5C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70432"/>
            <a:ext cx="10881360" cy="5212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P. Zimmermann et al., Modern X-ray spectroscopy: XAS and XES in the laboratory, Coord. Chem. Rev. 423, 213466 (2020).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S. Manti et al., Enhancing Performances of the VOXES Bragg Spectrometer for XES Investigations, Condens. Matter 9, 19 (2024).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S. Manti and A. Scordo, Recent Developments of the VOXES Von Hamos X-Ray Spectrometer for Laboratory XES and XAS Studies, Eng. Innov. 19, 23-29 (2026).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F. Galdenzi et al., The EuAPS Betatron Radiation Source: Status Update and Photon Science Perspectives, Condens. Matter 9, 30 (2024).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Add selected battery-material XAS and operando-XAS references after choosing the ENEA sample system.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Add commercial/laboratory fluorescence-XAS references to define the exact state-of-the-art boundary.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Giovani CSN5 2026 - PROGETTO draft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INFN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- Template Sections</dc:title>
  <dc:subject>Grant Giovani CSN5 2026 proposal structure</dc:subject>
  <dc:creator>Simone Manti / Codex</dc:creator>
  <cp:lastModifiedBy>Simone Manti / Codex</cp:lastModifiedBy>
  <cp:revision>1</cp:revision>
  <dcterms:created xsi:type="dcterms:W3CDTF">2026-07-04T16:56:46Z</dcterms:created>
  <dcterms:modified xsi:type="dcterms:W3CDTF">2026-07-04T16:56:46Z</dcterms:modified>
</cp:coreProperties>
</file>