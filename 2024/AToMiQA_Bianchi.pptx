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66" r:id="rId5"/>
    <p:sldId id="259" r:id="rId6"/>
    <p:sldId id="273" r:id="rId7"/>
    <p:sldId id="301" r:id="rId8"/>
    <p:sldId id="286" r:id="rId9"/>
    <p:sldId id="299" r:id="rId10"/>
    <p:sldId id="285" r:id="rId11"/>
    <p:sldId id="294" r:id="rId12"/>
    <p:sldId id="271" r:id="rId13"/>
    <p:sldId id="304" r:id="rId14"/>
    <p:sldId id="293" r:id="rId15"/>
    <p:sldId id="297" r:id="rId16"/>
    <p:sldId id="291" r:id="rId17"/>
    <p:sldId id="303" r:id="rId18"/>
    <p:sldId id="296" r:id="rId19"/>
    <p:sldId id="295" r:id="rId20"/>
    <p:sldId id="276" r:id="rId21"/>
    <p:sldId id="302" r:id="rId22"/>
    <p:sldId id="290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AFAE"/>
    <a:srgbClr val="96D8EF"/>
    <a:srgbClr val="B21A16"/>
    <a:srgbClr val="EA5853"/>
    <a:srgbClr val="1B527E"/>
    <a:srgbClr val="402322"/>
    <a:srgbClr val="CC6F6D"/>
    <a:srgbClr val="FFFFFF"/>
    <a:srgbClr val="FDB800"/>
    <a:srgbClr val="0D43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FBC750-5E01-4228-9E81-CADABFDF27DE}" v="695" dt="2024-11-17T18:37:06.287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03" autoAdjust="0"/>
    <p:restoredTop sz="94274" autoAdjust="0"/>
  </p:normalViewPr>
  <p:slideViewPr>
    <p:cSldViewPr snapToGrid="0" showGuides="1">
      <p:cViewPr varScale="1">
        <p:scale>
          <a:sx n="78" d="100"/>
          <a:sy n="78" d="100"/>
        </p:scale>
        <p:origin x="82" y="163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 Bianchi" userId="1dd43a41-4e4c-4b62-897c-c402d57a5e85" providerId="ADAL" clId="{8EFBC750-5E01-4228-9E81-CADABFDF27DE}"/>
    <pc:docChg chg="undo redo custSel addSld delSld modSld sldOrd addMainMaster delMainMaster modMainMaster">
      <pc:chgData name="Anna Bianchi" userId="1dd43a41-4e4c-4b62-897c-c402d57a5e85" providerId="ADAL" clId="{8EFBC750-5E01-4228-9E81-CADABFDF27DE}" dt="2024-11-17T18:38:27.475" v="8990" actId="207"/>
      <pc:docMkLst>
        <pc:docMk/>
      </pc:docMkLst>
      <pc:sldChg chg="del">
        <pc:chgData name="Anna Bianchi" userId="1dd43a41-4e4c-4b62-897c-c402d57a5e85" providerId="ADAL" clId="{8EFBC750-5E01-4228-9E81-CADABFDF27DE}" dt="2024-10-28T08:55:56.467" v="408" actId="47"/>
        <pc:sldMkLst>
          <pc:docMk/>
          <pc:sldMk cId="2588331293" sldId="256"/>
        </pc:sldMkLst>
      </pc:sldChg>
      <pc:sldChg chg="addSp delSp modSp mod">
        <pc:chgData name="Anna Bianchi" userId="1dd43a41-4e4c-4b62-897c-c402d57a5e85" providerId="ADAL" clId="{8EFBC750-5E01-4228-9E81-CADABFDF27DE}" dt="2024-11-08T12:00:12.226" v="6690" actId="14100"/>
        <pc:sldMkLst>
          <pc:docMk/>
          <pc:sldMk cId="3953500455" sldId="259"/>
        </pc:sldMkLst>
        <pc:spChg chg="mod">
          <ac:chgData name="Anna Bianchi" userId="1dd43a41-4e4c-4b62-897c-c402d57a5e85" providerId="ADAL" clId="{8EFBC750-5E01-4228-9E81-CADABFDF27DE}" dt="2024-10-28T08:50:11.912" v="132" actId="20577"/>
          <ac:spMkLst>
            <pc:docMk/>
            <pc:sldMk cId="3953500455" sldId="259"/>
            <ac:spMk id="2" creationId="{F8139155-1F5E-4F48-B50E-F00D8FC535D9}"/>
          </ac:spMkLst>
        </pc:spChg>
        <pc:spChg chg="mod">
          <ac:chgData name="Anna Bianchi" userId="1dd43a41-4e4c-4b62-897c-c402d57a5e85" providerId="ADAL" clId="{8EFBC750-5E01-4228-9E81-CADABFDF27DE}" dt="2024-11-08T12:00:12.226" v="6690" actId="14100"/>
          <ac:spMkLst>
            <pc:docMk/>
            <pc:sldMk cId="3953500455" sldId="259"/>
            <ac:spMk id="3" creationId="{696B0235-671D-95D9-9DC9-F5EBE6AE9AFD}"/>
          </ac:spMkLst>
        </pc:spChg>
        <pc:spChg chg="add del mod">
          <ac:chgData name="Anna Bianchi" userId="1dd43a41-4e4c-4b62-897c-c402d57a5e85" providerId="ADAL" clId="{8EFBC750-5E01-4228-9E81-CADABFDF27DE}" dt="2024-10-28T08:53:53.127" v="372" actId="478"/>
          <ac:spMkLst>
            <pc:docMk/>
            <pc:sldMk cId="3953500455" sldId="259"/>
            <ac:spMk id="5" creationId="{0C81169C-003E-D752-09D9-7A0924399B1D}"/>
          </ac:spMkLst>
        </pc:spChg>
        <pc:spChg chg="del mod">
          <ac:chgData name="Anna Bianchi" userId="1dd43a41-4e4c-4b62-897c-c402d57a5e85" providerId="ADAL" clId="{8EFBC750-5E01-4228-9E81-CADABFDF27DE}" dt="2024-10-28T08:53:52.357" v="371" actId="478"/>
          <ac:spMkLst>
            <pc:docMk/>
            <pc:sldMk cId="3953500455" sldId="259"/>
            <ac:spMk id="6" creationId="{55C6D235-86D2-43F6-A7D1-0DD3DC936D3D}"/>
          </ac:spMkLst>
        </pc:spChg>
      </pc:sldChg>
      <pc:sldChg chg="addSp delSp modSp mod">
        <pc:chgData name="Anna Bianchi" userId="1dd43a41-4e4c-4b62-897c-c402d57a5e85" providerId="ADAL" clId="{8EFBC750-5E01-4228-9E81-CADABFDF27DE}" dt="2024-11-16T15:27:03.733" v="8896" actId="1037"/>
        <pc:sldMkLst>
          <pc:docMk/>
          <pc:sldMk cId="1650012627" sldId="266"/>
        </pc:sldMkLst>
        <pc:spChg chg="mod">
          <ac:chgData name="Anna Bianchi" userId="1dd43a41-4e4c-4b62-897c-c402d57a5e85" providerId="ADAL" clId="{8EFBC750-5E01-4228-9E81-CADABFDF27DE}" dt="2024-11-14T13:50:30.599" v="7830" actId="403"/>
          <ac:spMkLst>
            <pc:docMk/>
            <pc:sldMk cId="1650012627" sldId="266"/>
            <ac:spMk id="2" creationId="{0264C9CC-E38A-467A-8F1C-459375F5EDFF}"/>
          </ac:spMkLst>
        </pc:spChg>
        <pc:spChg chg="mod">
          <ac:chgData name="Anna Bianchi" userId="1dd43a41-4e4c-4b62-897c-c402d57a5e85" providerId="ADAL" clId="{8EFBC750-5E01-4228-9E81-CADABFDF27DE}" dt="2024-11-16T15:27:03.733" v="8896" actId="1037"/>
          <ac:spMkLst>
            <pc:docMk/>
            <pc:sldMk cId="1650012627" sldId="266"/>
            <ac:spMk id="3" creationId="{5ECCBAE3-CEA3-4EE0-83F6-41CFC54D2B4A}"/>
          </ac:spMkLst>
        </pc:spChg>
        <pc:spChg chg="add del mod">
          <ac:chgData name="Anna Bianchi" userId="1dd43a41-4e4c-4b62-897c-c402d57a5e85" providerId="ADAL" clId="{8EFBC750-5E01-4228-9E81-CADABFDF27DE}" dt="2024-10-28T08:47:07.362" v="106" actId="478"/>
          <ac:spMkLst>
            <pc:docMk/>
            <pc:sldMk cId="1650012627" sldId="266"/>
            <ac:spMk id="5" creationId="{07ECBC7A-1B08-4130-37A5-E97594C381B4}"/>
          </ac:spMkLst>
        </pc:spChg>
        <pc:spChg chg="mod">
          <ac:chgData name="Anna Bianchi" userId="1dd43a41-4e4c-4b62-897c-c402d57a5e85" providerId="ADAL" clId="{8EFBC750-5E01-4228-9E81-CADABFDF27DE}" dt="2024-11-14T13:50:45.165" v="7836" actId="1076"/>
          <ac:spMkLst>
            <pc:docMk/>
            <pc:sldMk cId="1650012627" sldId="266"/>
            <ac:spMk id="6" creationId="{CDD6760C-D868-43F4-99FB-1B78C91F8FE1}"/>
          </ac:spMkLst>
        </pc:spChg>
        <pc:spChg chg="add del mod">
          <ac:chgData name="Anna Bianchi" userId="1dd43a41-4e4c-4b62-897c-c402d57a5e85" providerId="ADAL" clId="{8EFBC750-5E01-4228-9E81-CADABFDF27DE}" dt="2024-10-29T11:12:08.396" v="610" actId="931"/>
          <ac:spMkLst>
            <pc:docMk/>
            <pc:sldMk cId="1650012627" sldId="266"/>
            <ac:spMk id="14" creationId="{F08C3825-033C-E239-7EB9-5DF0FE7C6B76}"/>
          </ac:spMkLst>
        </pc:spChg>
        <pc:spChg chg="add mod">
          <ac:chgData name="Anna Bianchi" userId="1dd43a41-4e4c-4b62-897c-c402d57a5e85" providerId="ADAL" clId="{8EFBC750-5E01-4228-9E81-CADABFDF27DE}" dt="2024-11-14T13:50:18.110" v="7829" actId="20577"/>
          <ac:spMkLst>
            <pc:docMk/>
            <pc:sldMk cId="1650012627" sldId="266"/>
            <ac:spMk id="19" creationId="{E563E3BC-8176-A402-46AB-F54504FEC957}"/>
          </ac:spMkLst>
        </pc:spChg>
        <pc:spChg chg="add mod">
          <ac:chgData name="Anna Bianchi" userId="1dd43a41-4e4c-4b62-897c-c402d57a5e85" providerId="ADAL" clId="{8EFBC750-5E01-4228-9E81-CADABFDF27DE}" dt="2024-10-29T12:52:35.088" v="1147" actId="571"/>
          <ac:spMkLst>
            <pc:docMk/>
            <pc:sldMk cId="1650012627" sldId="266"/>
            <ac:spMk id="20" creationId="{8AB94DB3-36B1-6BA6-FBD9-2AE5F6B9AD9E}"/>
          </ac:spMkLst>
        </pc:spChg>
        <pc:grpChg chg="add mod">
          <ac:chgData name="Anna Bianchi" userId="1dd43a41-4e4c-4b62-897c-c402d57a5e85" providerId="ADAL" clId="{8EFBC750-5E01-4228-9E81-CADABFDF27DE}" dt="2024-10-29T12:52:17.134" v="1144" actId="1076"/>
          <ac:grpSpMkLst>
            <pc:docMk/>
            <pc:sldMk cId="1650012627" sldId="266"/>
            <ac:grpSpMk id="9" creationId="{6A37FAED-42D0-539D-6D78-BC4777271310}"/>
          </ac:grpSpMkLst>
        </pc:grpChg>
        <pc:picChg chg="add del mod">
          <ac:chgData name="Anna Bianchi" userId="1dd43a41-4e4c-4b62-897c-c402d57a5e85" providerId="ADAL" clId="{8EFBC750-5E01-4228-9E81-CADABFDF27DE}" dt="2024-10-29T10:35:35.516" v="592" actId="478"/>
          <ac:picMkLst>
            <pc:docMk/>
            <pc:sldMk cId="1650012627" sldId="266"/>
            <ac:picMk id="4" creationId="{D6F7959A-A41A-CE16-82F1-D5EA0397B2B3}"/>
          </ac:picMkLst>
        </pc:picChg>
        <pc:picChg chg="add mod">
          <ac:chgData name="Anna Bianchi" userId="1dd43a41-4e4c-4b62-897c-c402d57a5e85" providerId="ADAL" clId="{8EFBC750-5E01-4228-9E81-CADABFDF27DE}" dt="2024-10-29T12:52:17.134" v="1144" actId="1076"/>
          <ac:picMkLst>
            <pc:docMk/>
            <pc:sldMk cId="1650012627" sldId="266"/>
            <ac:picMk id="5" creationId="{7A3FF3BD-DF6C-D212-4BBE-F9672E8955EE}"/>
          </ac:picMkLst>
        </pc:picChg>
        <pc:picChg chg="add mod">
          <ac:chgData name="Anna Bianchi" userId="1dd43a41-4e4c-4b62-897c-c402d57a5e85" providerId="ADAL" clId="{8EFBC750-5E01-4228-9E81-CADABFDF27DE}" dt="2024-10-29T12:52:17.134" v="1144" actId="1076"/>
          <ac:picMkLst>
            <pc:docMk/>
            <pc:sldMk cId="1650012627" sldId="266"/>
            <ac:picMk id="7" creationId="{93097D6A-3907-C1C4-BFAF-2844457F4856}"/>
          </ac:picMkLst>
        </pc:picChg>
        <pc:picChg chg="add mod">
          <ac:chgData name="Anna Bianchi" userId="1dd43a41-4e4c-4b62-897c-c402d57a5e85" providerId="ADAL" clId="{8EFBC750-5E01-4228-9E81-CADABFDF27DE}" dt="2024-10-29T12:52:17.134" v="1144" actId="1076"/>
          <ac:picMkLst>
            <pc:docMk/>
            <pc:sldMk cId="1650012627" sldId="266"/>
            <ac:picMk id="8" creationId="{8F37A39D-9722-A193-7E20-4CF1683B5908}"/>
          </ac:picMkLst>
        </pc:picChg>
        <pc:picChg chg="add del mod">
          <ac:chgData name="Anna Bianchi" userId="1dd43a41-4e4c-4b62-897c-c402d57a5e85" providerId="ADAL" clId="{8EFBC750-5E01-4228-9E81-CADABFDF27DE}" dt="2024-10-29T11:00:15.856" v="608" actId="21"/>
          <ac:picMkLst>
            <pc:docMk/>
            <pc:sldMk cId="1650012627" sldId="266"/>
            <ac:picMk id="11" creationId="{846A1B22-BDEE-6A3B-B668-48C118E87D0F}"/>
          </ac:picMkLst>
        </pc:picChg>
        <pc:picChg chg="del mod">
          <ac:chgData name="Anna Bianchi" userId="1dd43a41-4e4c-4b62-897c-c402d57a5e85" providerId="ADAL" clId="{8EFBC750-5E01-4228-9E81-CADABFDF27DE}" dt="2024-10-29T11:12:02.254" v="609" actId="478"/>
          <ac:picMkLst>
            <pc:docMk/>
            <pc:sldMk cId="1650012627" sldId="266"/>
            <ac:picMk id="12" creationId="{A93ACF4C-E9B0-426E-B719-A441974AD9CE}"/>
          </ac:picMkLst>
        </pc:picChg>
        <pc:picChg chg="add mod ord">
          <ac:chgData name="Anna Bianchi" userId="1dd43a41-4e4c-4b62-897c-c402d57a5e85" providerId="ADAL" clId="{8EFBC750-5E01-4228-9E81-CADABFDF27DE}" dt="2024-10-29T11:33:01.863" v="641" actId="14826"/>
          <ac:picMkLst>
            <pc:docMk/>
            <pc:sldMk cId="1650012627" sldId="266"/>
            <ac:picMk id="16" creationId="{E89088DC-59D9-6C06-05C5-0DBCDC89304F}"/>
          </ac:picMkLst>
        </pc:picChg>
        <pc:picChg chg="add del">
          <ac:chgData name="Anna Bianchi" userId="1dd43a41-4e4c-4b62-897c-c402d57a5e85" providerId="ADAL" clId="{8EFBC750-5E01-4228-9E81-CADABFDF27DE}" dt="2024-10-29T11:20:43.319" v="634" actId="478"/>
          <ac:picMkLst>
            <pc:docMk/>
            <pc:sldMk cId="1650012627" sldId="266"/>
            <ac:picMk id="18" creationId="{5770678B-07E0-991A-7DF7-DE83A0797820}"/>
          </ac:picMkLst>
        </pc:picChg>
        <pc:picChg chg="add del mod">
          <ac:chgData name="Anna Bianchi" userId="1dd43a41-4e4c-4b62-897c-c402d57a5e85" providerId="ADAL" clId="{8EFBC750-5E01-4228-9E81-CADABFDF27DE}" dt="2024-10-29T10:35:35.516" v="592" actId="478"/>
          <ac:picMkLst>
            <pc:docMk/>
            <pc:sldMk cId="1650012627" sldId="266"/>
            <ac:picMk id="1026" creationId="{00E2C85B-0B0F-C79B-B39B-76327A7F387A}"/>
          </ac:picMkLst>
        </pc:picChg>
        <pc:picChg chg="del mod">
          <ac:chgData name="Anna Bianchi" userId="1dd43a41-4e4c-4b62-897c-c402d57a5e85" providerId="ADAL" clId="{8EFBC750-5E01-4228-9E81-CADABFDF27DE}" dt="2024-10-29T10:35:35.516" v="592" actId="478"/>
          <ac:picMkLst>
            <pc:docMk/>
            <pc:sldMk cId="1650012627" sldId="266"/>
            <ac:picMk id="3074" creationId="{F3EB522A-077E-0CEF-B416-2B4FB23A2E56}"/>
          </ac:picMkLst>
        </pc:picChg>
      </pc:sldChg>
      <pc:sldChg chg="addSp delSp modSp del mod">
        <pc:chgData name="Anna Bianchi" userId="1dd43a41-4e4c-4b62-897c-c402d57a5e85" providerId="ADAL" clId="{8EFBC750-5E01-4228-9E81-CADABFDF27DE}" dt="2024-10-29T12:47:11.116" v="1026" actId="47"/>
        <pc:sldMkLst>
          <pc:docMk/>
          <pc:sldMk cId="1316663592" sldId="269"/>
        </pc:sldMkLst>
        <pc:spChg chg="mod">
          <ac:chgData name="Anna Bianchi" userId="1dd43a41-4e4c-4b62-897c-c402d57a5e85" providerId="ADAL" clId="{8EFBC750-5E01-4228-9E81-CADABFDF27DE}" dt="2024-10-28T08:58:17.461" v="565" actId="20577"/>
          <ac:spMkLst>
            <pc:docMk/>
            <pc:sldMk cId="1316663592" sldId="269"/>
            <ac:spMk id="2" creationId="{DE4D24B6-BECF-4BE6-9971-53768392C0BB}"/>
          </ac:spMkLst>
        </pc:spChg>
        <pc:spChg chg="add del mod">
          <ac:chgData name="Anna Bianchi" userId="1dd43a41-4e4c-4b62-897c-c402d57a5e85" providerId="ADAL" clId="{8EFBC750-5E01-4228-9E81-CADABFDF27DE}" dt="2024-10-28T08:58:46.409" v="575" actId="1076"/>
          <ac:spMkLst>
            <pc:docMk/>
            <pc:sldMk cId="1316663592" sldId="269"/>
            <ac:spMk id="3" creationId="{D46DC636-DB75-49A5-B764-91FF21804DA0}"/>
          </ac:spMkLst>
        </pc:spChg>
        <pc:spChg chg="add del mod">
          <ac:chgData name="Anna Bianchi" userId="1dd43a41-4e4c-4b62-897c-c402d57a5e85" providerId="ADAL" clId="{8EFBC750-5E01-4228-9E81-CADABFDF27DE}" dt="2024-10-28T08:58:50.438" v="576" actId="1076"/>
          <ac:spMkLst>
            <pc:docMk/>
            <pc:sldMk cId="1316663592" sldId="269"/>
            <ac:spMk id="7" creationId="{D10F5C8F-9E7F-4E64-9AF6-329D1654118B}"/>
          </ac:spMkLst>
        </pc:spChg>
        <pc:spChg chg="del">
          <ac:chgData name="Anna Bianchi" userId="1dd43a41-4e4c-4b62-897c-c402d57a5e85" providerId="ADAL" clId="{8EFBC750-5E01-4228-9E81-CADABFDF27DE}" dt="2024-10-28T08:57:16.365" v="527" actId="478"/>
          <ac:spMkLst>
            <pc:docMk/>
            <pc:sldMk cId="1316663592" sldId="269"/>
            <ac:spMk id="8" creationId="{0427B4F9-67D0-4A0A-2141-0CB168553EBA}"/>
          </ac:spMkLst>
        </pc:spChg>
        <pc:spChg chg="del">
          <ac:chgData name="Anna Bianchi" userId="1dd43a41-4e4c-4b62-897c-c402d57a5e85" providerId="ADAL" clId="{8EFBC750-5E01-4228-9E81-CADABFDF27DE}" dt="2024-10-28T08:57:17.305" v="528" actId="478"/>
          <ac:spMkLst>
            <pc:docMk/>
            <pc:sldMk cId="1316663592" sldId="269"/>
            <ac:spMk id="9" creationId="{4340D1D5-3549-484D-86D2-0EA98B44C9AD}"/>
          </ac:spMkLst>
        </pc:spChg>
        <pc:spChg chg="add mod">
          <ac:chgData name="Anna Bianchi" userId="1dd43a41-4e4c-4b62-897c-c402d57a5e85" providerId="ADAL" clId="{8EFBC750-5E01-4228-9E81-CADABFDF27DE}" dt="2024-10-28T08:57:55.345" v="537"/>
          <ac:spMkLst>
            <pc:docMk/>
            <pc:sldMk cId="1316663592" sldId="269"/>
            <ac:spMk id="10" creationId="{2F924B3E-6913-93C5-9FAB-1084976EDD92}"/>
          </ac:spMkLst>
        </pc:spChg>
        <pc:spChg chg="add mod">
          <ac:chgData name="Anna Bianchi" userId="1dd43a41-4e4c-4b62-897c-c402d57a5e85" providerId="ADAL" clId="{8EFBC750-5E01-4228-9E81-CADABFDF27DE}" dt="2024-10-28T08:59:00.682" v="580" actId="1076"/>
          <ac:spMkLst>
            <pc:docMk/>
            <pc:sldMk cId="1316663592" sldId="269"/>
            <ac:spMk id="12" creationId="{4531EF10-CC91-44B2-75B9-6683654CC046}"/>
          </ac:spMkLst>
        </pc:spChg>
        <pc:spChg chg="add del mod">
          <ac:chgData name="Anna Bianchi" userId="1dd43a41-4e4c-4b62-897c-c402d57a5e85" providerId="ADAL" clId="{8EFBC750-5E01-4228-9E81-CADABFDF27DE}" dt="2024-10-28T08:58:24.587" v="567" actId="21"/>
          <ac:spMkLst>
            <pc:docMk/>
            <pc:sldMk cId="1316663592" sldId="269"/>
            <ac:spMk id="14" creationId="{72FFD1D0-61AD-0B50-BBD2-5FF417D75D0F}"/>
          </ac:spMkLst>
        </pc:spChg>
        <pc:spChg chg="add del mod">
          <ac:chgData name="Anna Bianchi" userId="1dd43a41-4e4c-4b62-897c-c402d57a5e85" providerId="ADAL" clId="{8EFBC750-5E01-4228-9E81-CADABFDF27DE}" dt="2024-10-28T08:58:24.587" v="567" actId="21"/>
          <ac:spMkLst>
            <pc:docMk/>
            <pc:sldMk cId="1316663592" sldId="269"/>
            <ac:spMk id="17" creationId="{EE5C80D7-7C1D-19D1-8F01-FE0D31CF7243}"/>
          </ac:spMkLst>
        </pc:spChg>
        <pc:picChg chg="add mod">
          <ac:chgData name="Anna Bianchi" userId="1dd43a41-4e4c-4b62-897c-c402d57a5e85" providerId="ADAL" clId="{8EFBC750-5E01-4228-9E81-CADABFDF27DE}" dt="2024-10-29T10:40:45.617" v="595" actId="1076"/>
          <ac:picMkLst>
            <pc:docMk/>
            <pc:sldMk cId="1316663592" sldId="269"/>
            <ac:picMk id="4" creationId="{B3101A07-5AEB-EAF1-7C66-A80B358CEC2A}"/>
          </ac:picMkLst>
        </pc:picChg>
        <pc:picChg chg="add mod">
          <ac:chgData name="Anna Bianchi" userId="1dd43a41-4e4c-4b62-897c-c402d57a5e85" providerId="ADAL" clId="{8EFBC750-5E01-4228-9E81-CADABFDF27DE}" dt="2024-10-29T10:40:45.617" v="595" actId="1076"/>
          <ac:picMkLst>
            <pc:docMk/>
            <pc:sldMk cId="1316663592" sldId="269"/>
            <ac:picMk id="5" creationId="{E505822A-B9A2-EB39-43EC-5EAF27925B2F}"/>
          </ac:picMkLst>
        </pc:picChg>
        <pc:picChg chg="add mod">
          <ac:chgData name="Anna Bianchi" userId="1dd43a41-4e4c-4b62-897c-c402d57a5e85" providerId="ADAL" clId="{8EFBC750-5E01-4228-9E81-CADABFDF27DE}" dt="2024-10-29T10:40:45.617" v="595" actId="1076"/>
          <ac:picMkLst>
            <pc:docMk/>
            <pc:sldMk cId="1316663592" sldId="269"/>
            <ac:picMk id="6" creationId="{43852A70-88D1-A71B-01E1-29DA7676FAFA}"/>
          </ac:picMkLst>
        </pc:picChg>
        <pc:picChg chg="add">
          <ac:chgData name="Anna Bianchi" userId="1dd43a41-4e4c-4b62-897c-c402d57a5e85" providerId="ADAL" clId="{8EFBC750-5E01-4228-9E81-CADABFDF27DE}" dt="2024-10-28T08:57:55.361" v="538"/>
          <ac:picMkLst>
            <pc:docMk/>
            <pc:sldMk cId="1316663592" sldId="269"/>
            <ac:picMk id="11" creationId="{3426F1E1-8941-62A8-AB52-5960C9F58771}"/>
          </ac:picMkLst>
        </pc:picChg>
        <pc:picChg chg="del">
          <ac:chgData name="Anna Bianchi" userId="1dd43a41-4e4c-4b62-897c-c402d57a5e85" providerId="ADAL" clId="{8EFBC750-5E01-4228-9E81-CADABFDF27DE}" dt="2024-10-29T12:45:25.533" v="987" actId="478"/>
          <ac:picMkLst>
            <pc:docMk/>
            <pc:sldMk cId="1316663592" sldId="269"/>
            <ac:picMk id="16" creationId="{9AE9B74E-83A6-4E11-8B41-300A15318533}"/>
          </ac:picMkLst>
        </pc:picChg>
      </pc:sldChg>
      <pc:sldChg chg="modSp del mod">
        <pc:chgData name="Anna Bianchi" userId="1dd43a41-4e4c-4b62-897c-c402d57a5e85" providerId="ADAL" clId="{8EFBC750-5E01-4228-9E81-CADABFDF27DE}" dt="2024-10-29T13:11:54.165" v="1643" actId="47"/>
        <pc:sldMkLst>
          <pc:docMk/>
          <pc:sldMk cId="346773599" sldId="270"/>
        </pc:sldMkLst>
        <pc:spChg chg="mod">
          <ac:chgData name="Anna Bianchi" userId="1dd43a41-4e4c-4b62-897c-c402d57a5e85" providerId="ADAL" clId="{8EFBC750-5E01-4228-9E81-CADABFDF27DE}" dt="2024-10-28T08:56:02" v="423" actId="20577"/>
          <ac:spMkLst>
            <pc:docMk/>
            <pc:sldMk cId="346773599" sldId="270"/>
            <ac:spMk id="2" creationId="{F8139155-1F5E-4F48-B50E-F00D8FC535D9}"/>
          </ac:spMkLst>
        </pc:spChg>
      </pc:sldChg>
      <pc:sldChg chg="addSp delSp modSp mod">
        <pc:chgData name="Anna Bianchi" userId="1dd43a41-4e4c-4b62-897c-c402d57a5e85" providerId="ADAL" clId="{8EFBC750-5E01-4228-9E81-CADABFDF27DE}" dt="2024-11-08T15:46:04.646" v="7765" actId="20577"/>
        <pc:sldMkLst>
          <pc:docMk/>
          <pc:sldMk cId="3754297675" sldId="271"/>
        </pc:sldMkLst>
        <pc:spChg chg="mod">
          <ac:chgData name="Anna Bianchi" userId="1dd43a41-4e4c-4b62-897c-c402d57a5e85" providerId="ADAL" clId="{8EFBC750-5E01-4228-9E81-CADABFDF27DE}" dt="2024-11-08T15:46:04.646" v="7765" actId="20577"/>
          <ac:spMkLst>
            <pc:docMk/>
            <pc:sldMk cId="3754297675" sldId="271"/>
            <ac:spMk id="2" creationId="{F8139155-1F5E-4F48-B50E-F00D8FC535D9}"/>
          </ac:spMkLst>
        </pc:spChg>
        <pc:spChg chg="del">
          <ac:chgData name="Anna Bianchi" userId="1dd43a41-4e4c-4b62-897c-c402d57a5e85" providerId="ADAL" clId="{8EFBC750-5E01-4228-9E81-CADABFDF27DE}" dt="2024-11-08T15:22:06.901" v="7519" actId="478"/>
          <ac:spMkLst>
            <pc:docMk/>
            <pc:sldMk cId="3754297675" sldId="271"/>
            <ac:spMk id="3" creationId="{CB5AAE89-A705-B26B-DD5A-A2823108BC12}"/>
          </ac:spMkLst>
        </pc:spChg>
        <pc:spChg chg="del mod">
          <ac:chgData name="Anna Bianchi" userId="1dd43a41-4e4c-4b62-897c-c402d57a5e85" providerId="ADAL" clId="{8EFBC750-5E01-4228-9E81-CADABFDF27DE}" dt="2024-11-08T12:00:38.999" v="6703" actId="478"/>
          <ac:spMkLst>
            <pc:docMk/>
            <pc:sldMk cId="3754297675" sldId="271"/>
            <ac:spMk id="4" creationId="{7D5E878C-D9FD-53D9-C3CD-F4ACA4474B1B}"/>
          </ac:spMkLst>
        </pc:spChg>
        <pc:spChg chg="add mod">
          <ac:chgData name="Anna Bianchi" userId="1dd43a41-4e4c-4b62-897c-c402d57a5e85" providerId="ADAL" clId="{8EFBC750-5E01-4228-9E81-CADABFDF27DE}" dt="2024-11-08T12:00:39.265" v="6704"/>
          <ac:spMkLst>
            <pc:docMk/>
            <pc:sldMk cId="3754297675" sldId="271"/>
            <ac:spMk id="5" creationId="{0CEA4843-0C53-00FE-45C3-3F0415C3E5D5}"/>
          </ac:spMkLst>
        </pc:spChg>
        <pc:spChg chg="del">
          <ac:chgData name="Anna Bianchi" userId="1dd43a41-4e4c-4b62-897c-c402d57a5e85" providerId="ADAL" clId="{8EFBC750-5E01-4228-9E81-CADABFDF27DE}" dt="2024-10-28T08:54:20.198" v="398" actId="478"/>
          <ac:spMkLst>
            <pc:docMk/>
            <pc:sldMk cId="3754297675" sldId="271"/>
            <ac:spMk id="6" creationId="{55C6D235-86D2-43F6-A7D1-0DD3DC936D3D}"/>
          </ac:spMkLst>
        </pc:spChg>
        <pc:spChg chg="add del mod">
          <ac:chgData name="Anna Bianchi" userId="1dd43a41-4e4c-4b62-897c-c402d57a5e85" providerId="ADAL" clId="{8EFBC750-5E01-4228-9E81-CADABFDF27DE}" dt="2024-10-28T08:54:21.957" v="399" actId="478"/>
          <ac:spMkLst>
            <pc:docMk/>
            <pc:sldMk cId="3754297675" sldId="271"/>
            <ac:spMk id="7" creationId="{EBAC5396-3445-9DBF-143A-B78DD5DDFB1A}"/>
          </ac:spMkLst>
        </pc:spChg>
      </pc:sldChg>
      <pc:sldChg chg="del">
        <pc:chgData name="Anna Bianchi" userId="1dd43a41-4e4c-4b62-897c-c402d57a5e85" providerId="ADAL" clId="{8EFBC750-5E01-4228-9E81-CADABFDF27DE}" dt="2024-10-28T08:55:57.467" v="409" actId="47"/>
        <pc:sldMkLst>
          <pc:docMk/>
          <pc:sldMk cId="148903439" sldId="272"/>
        </pc:sldMkLst>
      </pc:sldChg>
      <pc:sldChg chg="addSp delSp modSp mod delAnim modAnim">
        <pc:chgData name="Anna Bianchi" userId="1dd43a41-4e4c-4b62-897c-c402d57a5e85" providerId="ADAL" clId="{8EFBC750-5E01-4228-9E81-CADABFDF27DE}" dt="2024-11-16T15:21:25.751" v="8871"/>
        <pc:sldMkLst>
          <pc:docMk/>
          <pc:sldMk cId="2463858005" sldId="273"/>
        </pc:sldMkLst>
        <pc:spChg chg="del">
          <ac:chgData name="Anna Bianchi" userId="1dd43a41-4e4c-4b62-897c-c402d57a5e85" providerId="ADAL" clId="{8EFBC750-5E01-4228-9E81-CADABFDF27DE}" dt="2024-10-29T13:17:37.401" v="1836" actId="478"/>
          <ac:spMkLst>
            <pc:docMk/>
            <pc:sldMk cId="2463858005" sldId="273"/>
            <ac:spMk id="2" creationId="{0326EC23-6266-F352-F08B-388F4A7FF2D2}"/>
          </ac:spMkLst>
        </pc:spChg>
        <pc:spChg chg="add mod">
          <ac:chgData name="Anna Bianchi" userId="1dd43a41-4e4c-4b62-897c-c402d57a5e85" providerId="ADAL" clId="{8EFBC750-5E01-4228-9E81-CADABFDF27DE}" dt="2024-11-08T12:00:21.246" v="6694"/>
          <ac:spMkLst>
            <pc:docMk/>
            <pc:sldMk cId="2463858005" sldId="273"/>
            <ac:spMk id="2" creationId="{D0BE221C-2F1F-65FD-3176-1B25C23F052D}"/>
          </ac:spMkLst>
        </pc:spChg>
        <pc:spChg chg="add del mod">
          <ac:chgData name="Anna Bianchi" userId="1dd43a41-4e4c-4b62-897c-c402d57a5e85" providerId="ADAL" clId="{8EFBC750-5E01-4228-9E81-CADABFDF27DE}" dt="2024-11-05T17:17:06.732" v="5511" actId="478"/>
          <ac:spMkLst>
            <pc:docMk/>
            <pc:sldMk cId="2463858005" sldId="273"/>
            <ac:spMk id="2" creationId="{F9CE84A9-604B-17B5-86C9-A49CCCEF9510}"/>
          </ac:spMkLst>
        </pc:spChg>
        <pc:spChg chg="mod">
          <ac:chgData name="Anna Bianchi" userId="1dd43a41-4e4c-4b62-897c-c402d57a5e85" providerId="ADAL" clId="{8EFBC750-5E01-4228-9E81-CADABFDF27DE}" dt="2024-11-14T15:03:25.716" v="8450" actId="1076"/>
          <ac:spMkLst>
            <pc:docMk/>
            <pc:sldMk cId="2463858005" sldId="273"/>
            <ac:spMk id="3" creationId="{AF19924C-9707-09F7-BD14-A90045E937FA}"/>
          </ac:spMkLst>
        </pc:spChg>
        <pc:spChg chg="mod">
          <ac:chgData name="Anna Bianchi" userId="1dd43a41-4e4c-4b62-897c-c402d57a5e85" providerId="ADAL" clId="{8EFBC750-5E01-4228-9E81-CADABFDF27DE}" dt="2024-11-05T17:15:18.918" v="5443" actId="20577"/>
          <ac:spMkLst>
            <pc:docMk/>
            <pc:sldMk cId="2463858005" sldId="273"/>
            <ac:spMk id="4" creationId="{AEBC1A8D-E693-4704-8E11-5AAB4B40BAEF}"/>
          </ac:spMkLst>
        </pc:spChg>
        <pc:spChg chg="mod">
          <ac:chgData name="Anna Bianchi" userId="1dd43a41-4e4c-4b62-897c-c402d57a5e85" providerId="ADAL" clId="{8EFBC750-5E01-4228-9E81-CADABFDF27DE}" dt="2024-11-14T15:03:36.890" v="8454" actId="1076"/>
          <ac:spMkLst>
            <pc:docMk/>
            <pc:sldMk cId="2463858005" sldId="273"/>
            <ac:spMk id="5" creationId="{36410FB6-F1C4-C37B-4271-3E36957A2560}"/>
          </ac:spMkLst>
        </pc:spChg>
        <pc:spChg chg="del">
          <ac:chgData name="Anna Bianchi" userId="1dd43a41-4e4c-4b62-897c-c402d57a5e85" providerId="ADAL" clId="{8EFBC750-5E01-4228-9E81-CADABFDF27DE}" dt="2024-10-28T08:52:44.238" v="237" actId="478"/>
          <ac:spMkLst>
            <pc:docMk/>
            <pc:sldMk cId="2463858005" sldId="273"/>
            <ac:spMk id="5" creationId="{5AF3B762-FF29-A317-7B17-D02FCA0BB80A}"/>
          </ac:spMkLst>
        </pc:spChg>
        <pc:spChg chg="add del mod">
          <ac:chgData name="Anna Bianchi" userId="1dd43a41-4e4c-4b62-897c-c402d57a5e85" providerId="ADAL" clId="{8EFBC750-5E01-4228-9E81-CADABFDF27DE}" dt="2024-11-08T12:00:20.964" v="6693" actId="478"/>
          <ac:spMkLst>
            <pc:docMk/>
            <pc:sldMk cId="2463858005" sldId="273"/>
            <ac:spMk id="5" creationId="{E0D48E79-B0D0-F0C5-CCEB-799AA75839B3}"/>
          </ac:spMkLst>
        </pc:spChg>
        <pc:spChg chg="add mod">
          <ac:chgData name="Anna Bianchi" userId="1dd43a41-4e4c-4b62-897c-c402d57a5e85" providerId="ADAL" clId="{8EFBC750-5E01-4228-9E81-CADABFDF27DE}" dt="2024-11-14T15:04:25.146" v="8468" actId="20577"/>
          <ac:spMkLst>
            <pc:docMk/>
            <pc:sldMk cId="2463858005" sldId="273"/>
            <ac:spMk id="6" creationId="{74981A7B-9825-9A03-25E5-E961E5F989AF}"/>
          </ac:spMkLst>
        </pc:spChg>
        <pc:spChg chg="del">
          <ac:chgData name="Anna Bianchi" userId="1dd43a41-4e4c-4b62-897c-c402d57a5e85" providerId="ADAL" clId="{8EFBC750-5E01-4228-9E81-CADABFDF27DE}" dt="2024-10-28T08:52:47.162" v="241" actId="478"/>
          <ac:spMkLst>
            <pc:docMk/>
            <pc:sldMk cId="2463858005" sldId="273"/>
            <ac:spMk id="6" creationId="{EDA4CB1D-3D78-E4DE-AC92-2F338EBE2723}"/>
          </ac:spMkLst>
        </pc:spChg>
        <pc:spChg chg="mod">
          <ac:chgData name="Anna Bianchi" userId="1dd43a41-4e4c-4b62-897c-c402d57a5e85" providerId="ADAL" clId="{8EFBC750-5E01-4228-9E81-CADABFDF27DE}" dt="2024-10-29T15:32:44.168" v="3218"/>
          <ac:spMkLst>
            <pc:docMk/>
            <pc:sldMk cId="2463858005" sldId="273"/>
            <ac:spMk id="10" creationId="{7580358A-1409-F255-0951-F4C7373ED5E8}"/>
          </ac:spMkLst>
        </pc:spChg>
        <pc:spChg chg="add del mod">
          <ac:chgData name="Anna Bianchi" userId="1dd43a41-4e4c-4b62-897c-c402d57a5e85" providerId="ADAL" clId="{8EFBC750-5E01-4228-9E81-CADABFDF27DE}" dt="2024-11-05T17:14:45.904" v="5430" actId="478"/>
          <ac:spMkLst>
            <pc:docMk/>
            <pc:sldMk cId="2463858005" sldId="273"/>
            <ac:spMk id="12" creationId="{5C9AE096-6BDF-ED10-0D1E-A96368F30658}"/>
          </ac:spMkLst>
        </pc:spChg>
        <pc:spChg chg="add del mod">
          <ac:chgData name="Anna Bianchi" userId="1dd43a41-4e4c-4b62-897c-c402d57a5e85" providerId="ADAL" clId="{8EFBC750-5E01-4228-9E81-CADABFDF27DE}" dt="2024-11-05T17:14:47.811" v="5432" actId="478"/>
          <ac:spMkLst>
            <pc:docMk/>
            <pc:sldMk cId="2463858005" sldId="273"/>
            <ac:spMk id="15" creationId="{F19BFC4E-C947-0908-DD46-9E35377D747C}"/>
          </ac:spMkLst>
        </pc:spChg>
        <pc:spChg chg="add mod">
          <ac:chgData name="Anna Bianchi" userId="1dd43a41-4e4c-4b62-897c-c402d57a5e85" providerId="ADAL" clId="{8EFBC750-5E01-4228-9E81-CADABFDF27DE}" dt="2024-11-14T15:03:25.716" v="8450" actId="1076"/>
          <ac:spMkLst>
            <pc:docMk/>
            <pc:sldMk cId="2463858005" sldId="273"/>
            <ac:spMk id="17" creationId="{0C31B016-699E-C725-12E9-AB0E0D119B55}"/>
          </ac:spMkLst>
        </pc:spChg>
        <pc:spChg chg="del">
          <ac:chgData name="Anna Bianchi" userId="1dd43a41-4e4c-4b62-897c-c402d57a5e85" providerId="ADAL" clId="{8EFBC750-5E01-4228-9E81-CADABFDF27DE}" dt="2024-10-28T08:52:43.128" v="235" actId="478"/>
          <ac:spMkLst>
            <pc:docMk/>
            <pc:sldMk cId="2463858005" sldId="273"/>
            <ac:spMk id="17" creationId="{62148231-BF6A-CF53-5284-D082B84D9079}"/>
          </ac:spMkLst>
        </pc:spChg>
        <pc:spChg chg="del">
          <ac:chgData name="Anna Bianchi" userId="1dd43a41-4e4c-4b62-897c-c402d57a5e85" providerId="ADAL" clId="{8EFBC750-5E01-4228-9E81-CADABFDF27DE}" dt="2024-10-28T08:52:46.270" v="240" actId="478"/>
          <ac:spMkLst>
            <pc:docMk/>
            <pc:sldMk cId="2463858005" sldId="273"/>
            <ac:spMk id="18" creationId="{5346C495-1DB0-0945-8E04-04B5A0E9023D}"/>
          </ac:spMkLst>
        </pc:spChg>
        <pc:spChg chg="add mod">
          <ac:chgData name="Anna Bianchi" userId="1dd43a41-4e4c-4b62-897c-c402d57a5e85" providerId="ADAL" clId="{8EFBC750-5E01-4228-9E81-CADABFDF27DE}" dt="2024-11-14T15:03:25.716" v="8450" actId="1076"/>
          <ac:spMkLst>
            <pc:docMk/>
            <pc:sldMk cId="2463858005" sldId="273"/>
            <ac:spMk id="19" creationId="{167675BB-706F-67AD-2D91-BDD671246B25}"/>
          </ac:spMkLst>
        </pc:spChg>
        <pc:spChg chg="del mod">
          <ac:chgData name="Anna Bianchi" userId="1dd43a41-4e4c-4b62-897c-c402d57a5e85" providerId="ADAL" clId="{8EFBC750-5E01-4228-9E81-CADABFDF27DE}" dt="2024-10-29T15:39:53.009" v="3242" actId="478"/>
          <ac:spMkLst>
            <pc:docMk/>
            <pc:sldMk cId="2463858005" sldId="273"/>
            <ac:spMk id="19" creationId="{529AA4C1-BB75-893B-C834-016BC636560A}"/>
          </ac:spMkLst>
        </pc:spChg>
        <pc:spChg chg="del">
          <ac:chgData name="Anna Bianchi" userId="1dd43a41-4e4c-4b62-897c-c402d57a5e85" providerId="ADAL" clId="{8EFBC750-5E01-4228-9E81-CADABFDF27DE}" dt="2024-10-28T08:52:47.756" v="242" actId="478"/>
          <ac:spMkLst>
            <pc:docMk/>
            <pc:sldMk cId="2463858005" sldId="273"/>
            <ac:spMk id="19" creationId="{AACF193F-B563-D9FA-6EF8-141F153D268E}"/>
          </ac:spMkLst>
        </pc:spChg>
        <pc:spChg chg="del mod topLvl">
          <ac:chgData name="Anna Bianchi" userId="1dd43a41-4e4c-4b62-897c-c402d57a5e85" providerId="ADAL" clId="{8EFBC750-5E01-4228-9E81-CADABFDF27DE}" dt="2024-10-29T15:39:56.556" v="3245" actId="478"/>
          <ac:spMkLst>
            <pc:docMk/>
            <pc:sldMk cId="2463858005" sldId="273"/>
            <ac:spMk id="20" creationId="{424ADB1E-E550-FD1F-D70F-AEB50C059348}"/>
          </ac:spMkLst>
        </pc:spChg>
        <pc:spChg chg="add del mod">
          <ac:chgData name="Anna Bianchi" userId="1dd43a41-4e4c-4b62-897c-c402d57a5e85" providerId="ADAL" clId="{8EFBC750-5E01-4228-9E81-CADABFDF27DE}" dt="2024-10-29T15:44:05.357" v="3306" actId="478"/>
          <ac:spMkLst>
            <pc:docMk/>
            <pc:sldMk cId="2463858005" sldId="273"/>
            <ac:spMk id="21" creationId="{A2681173-0EE1-2556-6264-B35E2C9C9D55}"/>
          </ac:spMkLst>
        </pc:spChg>
        <pc:spChg chg="add del mod">
          <ac:chgData name="Anna Bianchi" userId="1dd43a41-4e4c-4b62-897c-c402d57a5e85" providerId="ADAL" clId="{8EFBC750-5E01-4228-9E81-CADABFDF27DE}" dt="2024-10-29T16:17:56.751" v="4243" actId="478"/>
          <ac:spMkLst>
            <pc:docMk/>
            <pc:sldMk cId="2463858005" sldId="273"/>
            <ac:spMk id="22" creationId="{802EE45F-53ED-6171-CDA6-4A96E15DDAD3}"/>
          </ac:spMkLst>
        </pc:spChg>
        <pc:spChg chg="add del mod">
          <ac:chgData name="Anna Bianchi" userId="1dd43a41-4e4c-4b62-897c-c402d57a5e85" providerId="ADAL" clId="{8EFBC750-5E01-4228-9E81-CADABFDF27DE}" dt="2024-11-14T15:02:33.872" v="8390" actId="21"/>
          <ac:spMkLst>
            <pc:docMk/>
            <pc:sldMk cId="2463858005" sldId="273"/>
            <ac:spMk id="23" creationId="{8656BAD0-C22E-3BA8-04F8-9D44160989E3}"/>
          </ac:spMkLst>
        </pc:spChg>
        <pc:grpChg chg="del">
          <ac:chgData name="Anna Bianchi" userId="1dd43a41-4e4c-4b62-897c-c402d57a5e85" providerId="ADAL" clId="{8EFBC750-5E01-4228-9E81-CADABFDF27DE}" dt="2024-10-28T08:52:45.270" v="239" actId="478"/>
          <ac:grpSpMkLst>
            <pc:docMk/>
            <pc:sldMk cId="2463858005" sldId="273"/>
            <ac:grpSpMk id="7" creationId="{E89FCAD5-0B30-A7DF-FC7F-8F66C0150D6E}"/>
          </ac:grpSpMkLst>
        </pc:grpChg>
        <pc:grpChg chg="add del mod">
          <ac:chgData name="Anna Bianchi" userId="1dd43a41-4e4c-4b62-897c-c402d57a5e85" providerId="ADAL" clId="{8EFBC750-5E01-4228-9E81-CADABFDF27DE}" dt="2024-11-05T17:14:43.453" v="5429" actId="478"/>
          <ac:grpSpMkLst>
            <pc:docMk/>
            <pc:sldMk cId="2463858005" sldId="273"/>
            <ac:grpSpMk id="8" creationId="{01D8D4BA-11C8-93D5-9C31-6E264802CE85}"/>
          </ac:grpSpMkLst>
        </pc:grpChg>
        <pc:grpChg chg="del">
          <ac:chgData name="Anna Bianchi" userId="1dd43a41-4e4c-4b62-897c-c402d57a5e85" providerId="ADAL" clId="{8EFBC750-5E01-4228-9E81-CADABFDF27DE}" dt="2024-10-28T08:52:43.628" v="236" actId="478"/>
          <ac:grpSpMkLst>
            <pc:docMk/>
            <pc:sldMk cId="2463858005" sldId="273"/>
            <ac:grpSpMk id="11" creationId="{9281E334-9E90-2CC5-9426-2E1F791CD80F}"/>
          </ac:grpSpMkLst>
        </pc:grpChg>
        <pc:grpChg chg="del">
          <ac:chgData name="Anna Bianchi" userId="1dd43a41-4e4c-4b62-897c-c402d57a5e85" providerId="ADAL" clId="{8EFBC750-5E01-4228-9E81-CADABFDF27DE}" dt="2024-10-28T08:52:42.019" v="234" actId="478"/>
          <ac:grpSpMkLst>
            <pc:docMk/>
            <pc:sldMk cId="2463858005" sldId="273"/>
            <ac:grpSpMk id="14" creationId="{C0DB938F-AAFC-E2B8-50DC-5B1C17486494}"/>
          </ac:grpSpMkLst>
        </pc:grpChg>
        <pc:grpChg chg="add del mod">
          <ac:chgData name="Anna Bianchi" userId="1dd43a41-4e4c-4b62-897c-c402d57a5e85" providerId="ADAL" clId="{8EFBC750-5E01-4228-9E81-CADABFDF27DE}" dt="2024-10-29T15:39:56.556" v="3245" actId="478"/>
          <ac:grpSpMkLst>
            <pc:docMk/>
            <pc:sldMk cId="2463858005" sldId="273"/>
            <ac:grpSpMk id="17" creationId="{85650815-26D5-A4E3-A839-7CB7BBC55937}"/>
          </ac:grpSpMkLst>
        </pc:grpChg>
        <pc:picChg chg="add del mod">
          <ac:chgData name="Anna Bianchi" userId="1dd43a41-4e4c-4b62-897c-c402d57a5e85" providerId="ADAL" clId="{8EFBC750-5E01-4228-9E81-CADABFDF27DE}" dt="2024-11-05T17:15:00.864" v="5435" actId="21"/>
          <ac:picMkLst>
            <pc:docMk/>
            <pc:sldMk cId="2463858005" sldId="273"/>
            <ac:picMk id="6" creationId="{3184A397-A9DB-E604-29A8-89FBA8BD8841}"/>
          </ac:picMkLst>
        </pc:picChg>
        <pc:picChg chg="add mod">
          <ac:chgData name="Anna Bianchi" userId="1dd43a41-4e4c-4b62-897c-c402d57a5e85" providerId="ADAL" clId="{8EFBC750-5E01-4228-9E81-CADABFDF27DE}" dt="2024-10-29T15:32:17.989" v="3214"/>
          <ac:picMkLst>
            <pc:docMk/>
            <pc:sldMk cId="2463858005" sldId="273"/>
            <ac:picMk id="6" creationId="{483C5E93-F3F7-13C8-BA77-2F9CAA6549A7}"/>
          </ac:picMkLst>
        </pc:picChg>
        <pc:picChg chg="add del mod">
          <ac:chgData name="Anna Bianchi" userId="1dd43a41-4e4c-4b62-897c-c402d57a5e85" providerId="ADAL" clId="{8EFBC750-5E01-4228-9E81-CADABFDF27DE}" dt="2024-11-05T17:15:00.864" v="5435" actId="21"/>
          <ac:picMkLst>
            <pc:docMk/>
            <pc:sldMk cId="2463858005" sldId="273"/>
            <ac:picMk id="7" creationId="{BDBECC42-4B6A-3092-C8EF-F6FE4D93D628}"/>
          </ac:picMkLst>
        </pc:picChg>
        <pc:picChg chg="add mod">
          <ac:chgData name="Anna Bianchi" userId="1dd43a41-4e4c-4b62-897c-c402d57a5e85" providerId="ADAL" clId="{8EFBC750-5E01-4228-9E81-CADABFDF27DE}" dt="2024-11-14T15:03:27.669" v="8452" actId="571"/>
          <ac:picMkLst>
            <pc:docMk/>
            <pc:sldMk cId="2463858005" sldId="273"/>
            <ac:picMk id="7" creationId="{C89DE1F2-F417-E6D8-64D1-450C3AE7CBDD}"/>
          </ac:picMkLst>
        </pc:picChg>
        <pc:picChg chg="add mod">
          <ac:chgData name="Anna Bianchi" userId="1dd43a41-4e4c-4b62-897c-c402d57a5e85" providerId="ADAL" clId="{8EFBC750-5E01-4228-9E81-CADABFDF27DE}" dt="2024-10-29T15:32:19.271" v="3215"/>
          <ac:picMkLst>
            <pc:docMk/>
            <pc:sldMk cId="2463858005" sldId="273"/>
            <ac:picMk id="7" creationId="{F10912A9-D042-6CF4-4086-851BE0B0A5B8}"/>
          </ac:picMkLst>
        </pc:picChg>
        <pc:picChg chg="mod">
          <ac:chgData name="Anna Bianchi" userId="1dd43a41-4e4c-4b62-897c-c402d57a5e85" providerId="ADAL" clId="{8EFBC750-5E01-4228-9E81-CADABFDF27DE}" dt="2024-10-29T15:32:44.168" v="3218"/>
          <ac:picMkLst>
            <pc:docMk/>
            <pc:sldMk cId="2463858005" sldId="273"/>
            <ac:picMk id="9" creationId="{F7644D00-A242-E2B2-A782-9D84F2A18642}"/>
          </ac:picMkLst>
        </pc:picChg>
        <pc:picChg chg="del">
          <ac:chgData name="Anna Bianchi" userId="1dd43a41-4e4c-4b62-897c-c402d57a5e85" providerId="ADAL" clId="{8EFBC750-5E01-4228-9E81-CADABFDF27DE}" dt="2024-10-28T08:52:44.723" v="238" actId="478"/>
          <ac:picMkLst>
            <pc:docMk/>
            <pc:sldMk cId="2463858005" sldId="273"/>
            <ac:picMk id="10" creationId="{6F425F87-6101-0010-0276-C3A0EC4CDB2D}"/>
          </ac:picMkLst>
        </pc:picChg>
        <pc:picChg chg="add del mod">
          <ac:chgData name="Anna Bianchi" userId="1dd43a41-4e4c-4b62-897c-c402d57a5e85" providerId="ADAL" clId="{8EFBC750-5E01-4228-9E81-CADABFDF27DE}" dt="2024-11-05T17:14:41.995" v="5428" actId="478"/>
          <ac:picMkLst>
            <pc:docMk/>
            <pc:sldMk cId="2463858005" sldId="273"/>
            <ac:picMk id="11" creationId="{BBEA11C6-9BB7-7B39-A4E5-0C909FECD6B5}"/>
          </ac:picMkLst>
        </pc:picChg>
        <pc:picChg chg="add mod">
          <ac:chgData name="Anna Bianchi" userId="1dd43a41-4e4c-4b62-897c-c402d57a5e85" providerId="ADAL" clId="{8EFBC750-5E01-4228-9E81-CADABFDF27DE}" dt="2024-11-14T15:03:25.716" v="8450" actId="1076"/>
          <ac:picMkLst>
            <pc:docMk/>
            <pc:sldMk cId="2463858005" sldId="273"/>
            <ac:picMk id="13" creationId="{3184A397-A9DB-E604-29A8-89FBA8BD8841}"/>
          </ac:picMkLst>
        </pc:picChg>
        <pc:picChg chg="add mod">
          <ac:chgData name="Anna Bianchi" userId="1dd43a41-4e4c-4b62-897c-c402d57a5e85" providerId="ADAL" clId="{8EFBC750-5E01-4228-9E81-CADABFDF27DE}" dt="2024-11-14T15:03:25.716" v="8450" actId="1076"/>
          <ac:picMkLst>
            <pc:docMk/>
            <pc:sldMk cId="2463858005" sldId="273"/>
            <ac:picMk id="16" creationId="{BDBECC42-4B6A-3092-C8EF-F6FE4D93D628}"/>
          </ac:picMkLst>
        </pc:picChg>
        <pc:picChg chg="mod topLvl">
          <ac:chgData name="Anna Bianchi" userId="1dd43a41-4e4c-4b62-897c-c402d57a5e85" providerId="ADAL" clId="{8EFBC750-5E01-4228-9E81-CADABFDF27DE}" dt="2024-10-29T15:40:00.134" v="3246" actId="1076"/>
          <ac:picMkLst>
            <pc:docMk/>
            <pc:sldMk cId="2463858005" sldId="273"/>
            <ac:picMk id="18" creationId="{CEC0C4E4-4963-111A-E99F-7C992963967A}"/>
          </ac:picMkLst>
        </pc:picChg>
        <pc:cxnChg chg="add del mod">
          <ac:chgData name="Anna Bianchi" userId="1dd43a41-4e4c-4b62-897c-c402d57a5e85" providerId="ADAL" clId="{8EFBC750-5E01-4228-9E81-CADABFDF27DE}" dt="2024-11-05T17:14:46.431" v="5431" actId="478"/>
          <ac:cxnSpMkLst>
            <pc:docMk/>
            <pc:sldMk cId="2463858005" sldId="273"/>
            <ac:cxnSpMk id="14" creationId="{A631CA95-666F-F514-DBAC-F68D654F615A}"/>
          </ac:cxnSpMkLst>
        </pc:cxnChg>
      </pc:sldChg>
      <pc:sldChg chg="del">
        <pc:chgData name="Anna Bianchi" userId="1dd43a41-4e4c-4b62-897c-c402d57a5e85" providerId="ADAL" clId="{8EFBC750-5E01-4228-9E81-CADABFDF27DE}" dt="2024-10-28T08:53:18.831" v="293" actId="47"/>
        <pc:sldMkLst>
          <pc:docMk/>
          <pc:sldMk cId="1403111392" sldId="274"/>
        </pc:sldMkLst>
      </pc:sldChg>
      <pc:sldChg chg="addSp delSp modSp del mod delAnim">
        <pc:chgData name="Anna Bianchi" userId="1dd43a41-4e4c-4b62-897c-c402d57a5e85" providerId="ADAL" clId="{8EFBC750-5E01-4228-9E81-CADABFDF27DE}" dt="2024-10-29T14:29:53.675" v="2218" actId="47"/>
        <pc:sldMkLst>
          <pc:docMk/>
          <pc:sldMk cId="4204870643" sldId="275"/>
        </pc:sldMkLst>
        <pc:spChg chg="del">
          <ac:chgData name="Anna Bianchi" userId="1dd43a41-4e4c-4b62-897c-c402d57a5e85" providerId="ADAL" clId="{8EFBC750-5E01-4228-9E81-CADABFDF27DE}" dt="2024-10-29T13:12:29.653" v="1663" actId="478"/>
          <ac:spMkLst>
            <pc:docMk/>
            <pc:sldMk cId="4204870643" sldId="275"/>
            <ac:spMk id="2" creationId="{0326EC23-6266-F352-F08B-388F4A7FF2D2}"/>
          </ac:spMkLst>
        </pc:spChg>
        <pc:spChg chg="mod">
          <ac:chgData name="Anna Bianchi" userId="1dd43a41-4e4c-4b62-897c-c402d57a5e85" providerId="ADAL" clId="{8EFBC750-5E01-4228-9E81-CADABFDF27DE}" dt="2024-10-29T13:11:42.937" v="1642" actId="20577"/>
          <ac:spMkLst>
            <pc:docMk/>
            <pc:sldMk cId="4204870643" sldId="275"/>
            <ac:spMk id="4" creationId="{AEBC1A8D-E693-4704-8E11-5AAB4B40BAEF}"/>
          </ac:spMkLst>
        </pc:spChg>
        <pc:spChg chg="add mod">
          <ac:chgData name="Anna Bianchi" userId="1dd43a41-4e4c-4b62-897c-c402d57a5e85" providerId="ADAL" clId="{8EFBC750-5E01-4228-9E81-CADABFDF27DE}" dt="2024-10-29T13:11:16.720" v="1618" actId="1036"/>
          <ac:spMkLst>
            <pc:docMk/>
            <pc:sldMk cId="4204870643" sldId="275"/>
            <ac:spMk id="9" creationId="{F1A9D757-1317-4D7C-7AD9-29E1F15D6E5C}"/>
          </ac:spMkLst>
        </pc:spChg>
        <pc:spChg chg="add mod">
          <ac:chgData name="Anna Bianchi" userId="1dd43a41-4e4c-4b62-897c-c402d57a5e85" providerId="ADAL" clId="{8EFBC750-5E01-4228-9E81-CADABFDF27DE}" dt="2024-10-29T13:12:29.872" v="1664"/>
          <ac:spMkLst>
            <pc:docMk/>
            <pc:sldMk cId="4204870643" sldId="275"/>
            <ac:spMk id="18" creationId="{78A668A8-060A-D34C-A4DB-1A05607326D0}"/>
          </ac:spMkLst>
        </pc:spChg>
        <pc:spChg chg="add del mod">
          <ac:chgData name="Anna Bianchi" userId="1dd43a41-4e4c-4b62-897c-c402d57a5e85" providerId="ADAL" clId="{8EFBC750-5E01-4228-9E81-CADABFDF27DE}" dt="2024-10-29T14:15:34.700" v="2117" actId="21"/>
          <ac:spMkLst>
            <pc:docMk/>
            <pc:sldMk cId="4204870643" sldId="275"/>
            <ac:spMk id="22" creationId="{26790F90-6DEA-472F-C8F6-59031CA2D01C}"/>
          </ac:spMkLst>
        </pc:spChg>
        <pc:grpChg chg="del">
          <ac:chgData name="Anna Bianchi" userId="1dd43a41-4e4c-4b62-897c-c402d57a5e85" providerId="ADAL" clId="{8EFBC750-5E01-4228-9E81-CADABFDF27DE}" dt="2024-10-28T08:56:13.975" v="442" actId="478"/>
          <ac:grpSpMkLst>
            <pc:docMk/>
            <pc:sldMk cId="4204870643" sldId="275"/>
            <ac:grpSpMk id="7" creationId="{350A8E1F-2CEA-8239-869D-505CFB5FC311}"/>
          </ac:grpSpMkLst>
        </pc:grpChg>
        <pc:grpChg chg="add del mod">
          <ac:chgData name="Anna Bianchi" userId="1dd43a41-4e4c-4b62-897c-c402d57a5e85" providerId="ADAL" clId="{8EFBC750-5E01-4228-9E81-CADABFDF27DE}" dt="2024-10-29T13:10:05.221" v="1565" actId="165"/>
          <ac:grpSpMkLst>
            <pc:docMk/>
            <pc:sldMk cId="4204870643" sldId="275"/>
            <ac:grpSpMk id="13" creationId="{6EFD2286-F9ED-3086-402A-E0A539E34CFE}"/>
          </ac:grpSpMkLst>
        </pc:grpChg>
        <pc:grpChg chg="add mod">
          <ac:chgData name="Anna Bianchi" userId="1dd43a41-4e4c-4b62-897c-c402d57a5e85" providerId="ADAL" clId="{8EFBC750-5E01-4228-9E81-CADABFDF27DE}" dt="2024-10-29T14:17:52.341" v="2185" actId="1036"/>
          <ac:grpSpMkLst>
            <pc:docMk/>
            <pc:sldMk cId="4204870643" sldId="275"/>
            <ac:grpSpMk id="17" creationId="{0BB27168-1D4B-F61D-0077-58DCA8A677E9}"/>
          </ac:grpSpMkLst>
        </pc:grpChg>
        <pc:grpChg chg="del">
          <ac:chgData name="Anna Bianchi" userId="1dd43a41-4e4c-4b62-897c-c402d57a5e85" providerId="ADAL" clId="{8EFBC750-5E01-4228-9E81-CADABFDF27DE}" dt="2024-10-28T08:56:14.444" v="443" actId="478"/>
          <ac:grpSpMkLst>
            <pc:docMk/>
            <pc:sldMk cId="4204870643" sldId="275"/>
            <ac:grpSpMk id="47" creationId="{01BBF61B-FA9D-3AA2-BDD2-5FE384CBE5F0}"/>
          </ac:grpSpMkLst>
        </pc:grpChg>
        <pc:grpChg chg="del">
          <ac:chgData name="Anna Bianchi" userId="1dd43a41-4e4c-4b62-897c-c402d57a5e85" providerId="ADAL" clId="{8EFBC750-5E01-4228-9E81-CADABFDF27DE}" dt="2024-10-28T08:56:14.897" v="444" actId="478"/>
          <ac:grpSpMkLst>
            <pc:docMk/>
            <pc:sldMk cId="4204870643" sldId="275"/>
            <ac:grpSpMk id="50" creationId="{16D92913-E324-BED8-009F-58A8C5DC4AAE}"/>
          </ac:grpSpMkLst>
        </pc:grpChg>
        <pc:graphicFrameChg chg="add del mod modGraphic">
          <ac:chgData name="Anna Bianchi" userId="1dd43a41-4e4c-4b62-897c-c402d57a5e85" providerId="ADAL" clId="{8EFBC750-5E01-4228-9E81-CADABFDF27DE}" dt="2024-10-29T12:57:31.330" v="1226" actId="478"/>
          <ac:graphicFrameMkLst>
            <pc:docMk/>
            <pc:sldMk cId="4204870643" sldId="275"/>
            <ac:graphicFrameMk id="3" creationId="{506BCB89-ECC5-EE83-2A7B-3E358AA378DD}"/>
          </ac:graphicFrameMkLst>
        </pc:graphicFrameChg>
        <pc:graphicFrameChg chg="add del mod modGraphic">
          <ac:chgData name="Anna Bianchi" userId="1dd43a41-4e4c-4b62-897c-c402d57a5e85" providerId="ADAL" clId="{8EFBC750-5E01-4228-9E81-CADABFDF27DE}" dt="2024-10-29T12:57:12.709" v="1209" actId="478"/>
          <ac:graphicFrameMkLst>
            <pc:docMk/>
            <pc:sldMk cId="4204870643" sldId="275"/>
            <ac:graphicFrameMk id="6" creationId="{8C91F179-C2CA-A5C1-78B4-D77FFF926EF6}"/>
          </ac:graphicFrameMkLst>
        </pc:graphicFrameChg>
        <pc:graphicFrameChg chg="add del mod">
          <ac:chgData name="Anna Bianchi" userId="1dd43a41-4e4c-4b62-897c-c402d57a5e85" providerId="ADAL" clId="{8EFBC750-5E01-4228-9E81-CADABFDF27DE}" dt="2024-10-29T12:57:14.256" v="1210" actId="478"/>
          <ac:graphicFrameMkLst>
            <pc:docMk/>
            <pc:sldMk cId="4204870643" sldId="275"/>
            <ac:graphicFrameMk id="7" creationId="{C39CBA49-F16B-6FBB-9288-E588B9424C3C}"/>
          </ac:graphicFrameMkLst>
        </pc:graphicFrameChg>
        <pc:graphicFrameChg chg="add mod modGraphic">
          <ac:chgData name="Anna Bianchi" userId="1dd43a41-4e4c-4b62-897c-c402d57a5e85" providerId="ADAL" clId="{8EFBC750-5E01-4228-9E81-CADABFDF27DE}" dt="2024-10-29T13:11:16.720" v="1618" actId="1036"/>
          <ac:graphicFrameMkLst>
            <pc:docMk/>
            <pc:sldMk cId="4204870643" sldId="275"/>
            <ac:graphicFrameMk id="8" creationId="{253BD635-9033-2921-EC5C-318C363A9C66}"/>
          </ac:graphicFrameMkLst>
        </pc:graphicFrameChg>
        <pc:graphicFrameChg chg="add mod">
          <ac:chgData name="Anna Bianchi" userId="1dd43a41-4e4c-4b62-897c-c402d57a5e85" providerId="ADAL" clId="{8EFBC750-5E01-4228-9E81-CADABFDF27DE}" dt="2024-10-29T14:17:52.341" v="2185" actId="1036"/>
          <ac:graphicFrameMkLst>
            <pc:docMk/>
            <pc:sldMk cId="4204870643" sldId="275"/>
            <ac:graphicFrameMk id="12" creationId="{1A1AE124-03B6-8440-5081-8713AB179C7E}"/>
          </ac:graphicFrameMkLst>
        </pc:graphicFrameChg>
        <pc:graphicFrameChg chg="add del mod">
          <ac:chgData name="Anna Bianchi" userId="1dd43a41-4e4c-4b62-897c-c402d57a5e85" providerId="ADAL" clId="{8EFBC750-5E01-4228-9E81-CADABFDF27DE}" dt="2024-10-29T14:17:32.879" v="2180" actId="478"/>
          <ac:graphicFrameMkLst>
            <pc:docMk/>
            <pc:sldMk cId="4204870643" sldId="275"/>
            <ac:graphicFrameMk id="21" creationId="{10DF1A5D-BA09-5FF1-C047-B36DDA3BACD7}"/>
          </ac:graphicFrameMkLst>
        </pc:graphicFrameChg>
        <pc:picChg chg="del">
          <ac:chgData name="Anna Bianchi" userId="1dd43a41-4e4c-4b62-897c-c402d57a5e85" providerId="ADAL" clId="{8EFBC750-5E01-4228-9E81-CADABFDF27DE}" dt="2024-10-28T08:56:13.599" v="441" actId="478"/>
          <ac:picMkLst>
            <pc:docMk/>
            <pc:sldMk cId="4204870643" sldId="275"/>
            <ac:picMk id="6" creationId="{96F38939-64FE-71F0-C3BE-7DE48D5AAE68}"/>
          </ac:picMkLst>
        </pc:picChg>
        <pc:picChg chg="mod topLvl">
          <ac:chgData name="Anna Bianchi" userId="1dd43a41-4e4c-4b62-897c-c402d57a5e85" providerId="ADAL" clId="{8EFBC750-5E01-4228-9E81-CADABFDF27DE}" dt="2024-10-29T14:17:52.341" v="2185" actId="1036"/>
          <ac:picMkLst>
            <pc:docMk/>
            <pc:sldMk cId="4204870643" sldId="275"/>
            <ac:picMk id="14" creationId="{FA2BC862-0294-0EB3-93C7-60E51CAFC8A2}"/>
          </ac:picMkLst>
        </pc:picChg>
        <pc:picChg chg="mod topLvl">
          <ac:chgData name="Anna Bianchi" userId="1dd43a41-4e4c-4b62-897c-c402d57a5e85" providerId="ADAL" clId="{8EFBC750-5E01-4228-9E81-CADABFDF27DE}" dt="2024-10-29T14:17:52.341" v="2185" actId="1036"/>
          <ac:picMkLst>
            <pc:docMk/>
            <pc:sldMk cId="4204870643" sldId="275"/>
            <ac:picMk id="15" creationId="{7142C522-E93C-DC9C-C5D6-083A2FE708D6}"/>
          </ac:picMkLst>
        </pc:picChg>
        <pc:picChg chg="mod topLvl">
          <ac:chgData name="Anna Bianchi" userId="1dd43a41-4e4c-4b62-897c-c402d57a5e85" providerId="ADAL" clId="{8EFBC750-5E01-4228-9E81-CADABFDF27DE}" dt="2024-10-29T14:17:52.341" v="2185" actId="1036"/>
          <ac:picMkLst>
            <pc:docMk/>
            <pc:sldMk cId="4204870643" sldId="275"/>
            <ac:picMk id="16" creationId="{AC798654-BEFF-9BDF-BE4B-18180187EE01}"/>
          </ac:picMkLst>
        </pc:picChg>
      </pc:sldChg>
      <pc:sldChg chg="addSp delSp modSp mod delAnim modAnim">
        <pc:chgData name="Anna Bianchi" userId="1dd43a41-4e4c-4b62-897c-c402d57a5e85" providerId="ADAL" clId="{8EFBC750-5E01-4228-9E81-CADABFDF27DE}" dt="2024-11-14T14:30:36.553" v="8092"/>
        <pc:sldMkLst>
          <pc:docMk/>
          <pc:sldMk cId="3675225814" sldId="276"/>
        </pc:sldMkLst>
        <pc:spChg chg="del">
          <ac:chgData name="Anna Bianchi" userId="1dd43a41-4e4c-4b62-897c-c402d57a5e85" providerId="ADAL" clId="{8EFBC750-5E01-4228-9E81-CADABFDF27DE}" dt="2024-10-29T13:12:32.388" v="1665" actId="478"/>
          <ac:spMkLst>
            <pc:docMk/>
            <pc:sldMk cId="3675225814" sldId="276"/>
            <ac:spMk id="2" creationId="{0326EC23-6266-F352-F08B-388F4A7FF2D2}"/>
          </ac:spMkLst>
        </pc:spChg>
        <pc:spChg chg="add mod">
          <ac:chgData name="Anna Bianchi" userId="1dd43a41-4e4c-4b62-897c-c402d57a5e85" providerId="ADAL" clId="{8EFBC750-5E01-4228-9E81-CADABFDF27DE}" dt="2024-11-08T12:01:04.819" v="6720"/>
          <ac:spMkLst>
            <pc:docMk/>
            <pc:sldMk cId="3675225814" sldId="276"/>
            <ac:spMk id="2" creationId="{B08DA59E-CA50-C937-17D7-6AA582E3B95B}"/>
          </ac:spMkLst>
        </pc:spChg>
        <pc:spChg chg="add del mod">
          <ac:chgData name="Anna Bianchi" userId="1dd43a41-4e4c-4b62-897c-c402d57a5e85" providerId="ADAL" clId="{8EFBC750-5E01-4228-9E81-CADABFDF27DE}" dt="2024-11-08T12:01:04.663" v="6719" actId="478"/>
          <ac:spMkLst>
            <pc:docMk/>
            <pc:sldMk cId="3675225814" sldId="276"/>
            <ac:spMk id="3" creationId="{1204C552-F2C8-26D4-2189-48FF681EF7F9}"/>
          </ac:spMkLst>
        </pc:spChg>
        <pc:spChg chg="add mod">
          <ac:chgData name="Anna Bianchi" userId="1dd43a41-4e4c-4b62-897c-c402d57a5e85" providerId="ADAL" clId="{8EFBC750-5E01-4228-9E81-CADABFDF27DE}" dt="2024-11-14T14:29:25.842" v="8027" actId="1076"/>
          <ac:spMkLst>
            <pc:docMk/>
            <pc:sldMk cId="3675225814" sldId="276"/>
            <ac:spMk id="3" creationId="{E5244EC3-169D-D2BE-5071-848B83255ABB}"/>
          </ac:spMkLst>
        </pc:spChg>
        <pc:spChg chg="mod">
          <ac:chgData name="Anna Bianchi" userId="1dd43a41-4e4c-4b62-897c-c402d57a5e85" providerId="ADAL" clId="{8EFBC750-5E01-4228-9E81-CADABFDF27DE}" dt="2024-10-29T13:56:26.922" v="1932" actId="20577"/>
          <ac:spMkLst>
            <pc:docMk/>
            <pc:sldMk cId="3675225814" sldId="276"/>
            <ac:spMk id="4" creationId="{AEBC1A8D-E693-4704-8E11-5AAB4B40BAEF}"/>
          </ac:spMkLst>
        </pc:spChg>
        <pc:spChg chg="add mod">
          <ac:chgData name="Anna Bianchi" userId="1dd43a41-4e4c-4b62-897c-c402d57a5e85" providerId="ADAL" clId="{8EFBC750-5E01-4228-9E81-CADABFDF27DE}" dt="2024-11-14T14:30:00.470" v="8084"/>
          <ac:spMkLst>
            <pc:docMk/>
            <pc:sldMk cId="3675225814" sldId="276"/>
            <ac:spMk id="5" creationId="{B2459D9E-8F3C-545D-6342-8965282B1766}"/>
          </ac:spMkLst>
        </pc:spChg>
        <pc:spChg chg="add mod">
          <ac:chgData name="Anna Bianchi" userId="1dd43a41-4e4c-4b62-897c-c402d57a5e85" providerId="ADAL" clId="{8EFBC750-5E01-4228-9E81-CADABFDF27DE}" dt="2024-11-14T14:30:07.801" v="8087" actId="6549"/>
          <ac:spMkLst>
            <pc:docMk/>
            <pc:sldMk cId="3675225814" sldId="276"/>
            <ac:spMk id="6" creationId="{E087559D-9414-308E-264B-AAFDC473DFA1}"/>
          </ac:spMkLst>
        </pc:spChg>
        <pc:spChg chg="del">
          <ac:chgData name="Anna Bianchi" userId="1dd43a41-4e4c-4b62-897c-c402d57a5e85" providerId="ADAL" clId="{8EFBC750-5E01-4228-9E81-CADABFDF27DE}" dt="2024-10-28T08:56:34.864" v="490" actId="478"/>
          <ac:spMkLst>
            <pc:docMk/>
            <pc:sldMk cId="3675225814" sldId="276"/>
            <ac:spMk id="8" creationId="{10B3E6A0-7D5C-6232-9061-FC309ED727E4}"/>
          </ac:spMkLst>
        </pc:spChg>
        <pc:spChg chg="mod">
          <ac:chgData name="Anna Bianchi" userId="1dd43a41-4e4c-4b62-897c-c402d57a5e85" providerId="ADAL" clId="{8EFBC750-5E01-4228-9E81-CADABFDF27DE}" dt="2024-11-08T15:23:24.006" v="7542" actId="20577"/>
          <ac:spMkLst>
            <pc:docMk/>
            <pc:sldMk cId="3675225814" sldId="276"/>
            <ac:spMk id="9" creationId="{213AE000-BBE1-9C5C-EB14-3A1CDA94A7E3}"/>
          </ac:spMkLst>
        </pc:spChg>
        <pc:spChg chg="add mod">
          <ac:chgData name="Anna Bianchi" userId="1dd43a41-4e4c-4b62-897c-c402d57a5e85" providerId="ADAL" clId="{8EFBC750-5E01-4228-9E81-CADABFDF27DE}" dt="2024-10-29T14:02:00.563" v="2014" actId="122"/>
          <ac:spMkLst>
            <pc:docMk/>
            <pc:sldMk cId="3675225814" sldId="276"/>
            <ac:spMk id="11" creationId="{D832F6D4-321A-317B-B01B-2791BBC8E026}"/>
          </ac:spMkLst>
        </pc:spChg>
        <pc:spChg chg="add mod">
          <ac:chgData name="Anna Bianchi" userId="1dd43a41-4e4c-4b62-897c-c402d57a5e85" providerId="ADAL" clId="{8EFBC750-5E01-4228-9E81-CADABFDF27DE}" dt="2024-10-29T14:02:13.918" v="2021" actId="404"/>
          <ac:spMkLst>
            <pc:docMk/>
            <pc:sldMk cId="3675225814" sldId="276"/>
            <ac:spMk id="12" creationId="{7FC891EC-DEEE-DB51-0BE1-24469DF3B028}"/>
          </ac:spMkLst>
        </pc:spChg>
        <pc:graphicFrameChg chg="add mod">
          <ac:chgData name="Anna Bianchi" userId="1dd43a41-4e4c-4b62-897c-c402d57a5e85" providerId="ADAL" clId="{8EFBC750-5E01-4228-9E81-CADABFDF27DE}" dt="2024-10-29T13:13:04.656" v="1669"/>
          <ac:graphicFrameMkLst>
            <pc:docMk/>
            <pc:sldMk cId="3675225814" sldId="276"/>
            <ac:graphicFrameMk id="5" creationId="{981F51CE-37D7-B153-081E-CE05A414CF0A}"/>
          </ac:graphicFrameMkLst>
        </pc:graphicFrameChg>
        <pc:graphicFrameChg chg="add del mod">
          <ac:chgData name="Anna Bianchi" userId="1dd43a41-4e4c-4b62-897c-c402d57a5e85" providerId="ADAL" clId="{8EFBC750-5E01-4228-9E81-CADABFDF27DE}" dt="2024-10-29T14:03:49.222" v="2030" actId="113"/>
          <ac:graphicFrameMkLst>
            <pc:docMk/>
            <pc:sldMk cId="3675225814" sldId="276"/>
            <ac:graphicFrameMk id="8" creationId="{79943027-BD55-3662-DDF0-00F1986663CF}"/>
          </ac:graphicFrameMkLst>
        </pc:graphicFrameChg>
        <pc:graphicFrameChg chg="add mod">
          <ac:chgData name="Anna Bianchi" userId="1dd43a41-4e4c-4b62-897c-c402d57a5e85" providerId="ADAL" clId="{8EFBC750-5E01-4228-9E81-CADABFDF27DE}" dt="2024-10-29T14:03:46.798" v="2029" actId="113"/>
          <ac:graphicFrameMkLst>
            <pc:docMk/>
            <pc:sldMk cId="3675225814" sldId="276"/>
            <ac:graphicFrameMk id="10" creationId="{E2792A4F-8EF8-6608-9566-D6AD22B57C6F}"/>
          </ac:graphicFrameMkLst>
        </pc:graphicFrameChg>
        <pc:picChg chg="del">
          <ac:chgData name="Anna Bianchi" userId="1dd43a41-4e4c-4b62-897c-c402d57a5e85" providerId="ADAL" clId="{8EFBC750-5E01-4228-9E81-CADABFDF27DE}" dt="2024-10-28T08:56:36.397" v="493" actId="478"/>
          <ac:picMkLst>
            <pc:docMk/>
            <pc:sldMk cId="3675225814" sldId="276"/>
            <ac:picMk id="5" creationId="{85209837-FEF6-B4CD-B743-E4B289B305C6}"/>
          </ac:picMkLst>
        </pc:picChg>
        <pc:picChg chg="del">
          <ac:chgData name="Anna Bianchi" userId="1dd43a41-4e4c-4b62-897c-c402d57a5e85" providerId="ADAL" clId="{8EFBC750-5E01-4228-9E81-CADABFDF27DE}" dt="2024-10-28T08:56:35.803" v="492" actId="478"/>
          <ac:picMkLst>
            <pc:docMk/>
            <pc:sldMk cId="3675225814" sldId="276"/>
            <ac:picMk id="6" creationId="{E38B3B31-355C-FAA3-9D67-9779B8A1090A}"/>
          </ac:picMkLst>
        </pc:picChg>
        <pc:picChg chg="del">
          <ac:chgData name="Anna Bianchi" userId="1dd43a41-4e4c-4b62-897c-c402d57a5e85" providerId="ADAL" clId="{8EFBC750-5E01-4228-9E81-CADABFDF27DE}" dt="2024-10-28T08:56:35.208" v="491" actId="478"/>
          <ac:picMkLst>
            <pc:docMk/>
            <pc:sldMk cId="3675225814" sldId="276"/>
            <ac:picMk id="7" creationId="{841865D5-463D-0424-C1F9-AC08BA40B9BE}"/>
          </ac:picMkLst>
        </pc:picChg>
        <pc:picChg chg="add">
          <ac:chgData name="Anna Bianchi" userId="1dd43a41-4e4c-4b62-897c-c402d57a5e85" providerId="ADAL" clId="{8EFBC750-5E01-4228-9E81-CADABFDF27DE}" dt="2024-10-28T08:56:38.586" v="494"/>
          <ac:picMkLst>
            <pc:docMk/>
            <pc:sldMk cId="3675225814" sldId="276"/>
            <ac:picMk id="2050" creationId="{8D0ECB63-584A-C8AD-6C14-F44D715A4C7D}"/>
          </ac:picMkLst>
        </pc:picChg>
      </pc:sldChg>
      <pc:sldChg chg="del">
        <pc:chgData name="Anna Bianchi" userId="1dd43a41-4e4c-4b62-897c-c402d57a5e85" providerId="ADAL" clId="{8EFBC750-5E01-4228-9E81-CADABFDF27DE}" dt="2024-10-28T08:53:20.149" v="294" actId="47"/>
        <pc:sldMkLst>
          <pc:docMk/>
          <pc:sldMk cId="935442176" sldId="277"/>
        </pc:sldMkLst>
      </pc:sldChg>
      <pc:sldChg chg="del">
        <pc:chgData name="Anna Bianchi" userId="1dd43a41-4e4c-4b62-897c-c402d57a5e85" providerId="ADAL" clId="{8EFBC750-5E01-4228-9E81-CADABFDF27DE}" dt="2024-10-28T08:54:03.576" v="373" actId="47"/>
        <pc:sldMkLst>
          <pc:docMk/>
          <pc:sldMk cId="3427248642" sldId="278"/>
        </pc:sldMkLst>
      </pc:sldChg>
      <pc:sldChg chg="del">
        <pc:chgData name="Anna Bianchi" userId="1dd43a41-4e4c-4b62-897c-c402d57a5e85" providerId="ADAL" clId="{8EFBC750-5E01-4228-9E81-CADABFDF27DE}" dt="2024-10-28T08:54:06.641" v="375" actId="47"/>
        <pc:sldMkLst>
          <pc:docMk/>
          <pc:sldMk cId="1824073787" sldId="279"/>
        </pc:sldMkLst>
      </pc:sldChg>
      <pc:sldChg chg="add del">
        <pc:chgData name="Anna Bianchi" userId="1dd43a41-4e4c-4b62-897c-c402d57a5e85" providerId="ADAL" clId="{8EFBC750-5E01-4228-9E81-CADABFDF27DE}" dt="2024-10-29T13:17:28.241" v="1832" actId="47"/>
        <pc:sldMkLst>
          <pc:docMk/>
          <pc:sldMk cId="3607111463" sldId="280"/>
        </pc:sldMkLst>
      </pc:sldChg>
      <pc:sldChg chg="del">
        <pc:chgData name="Anna Bianchi" userId="1dd43a41-4e4c-4b62-897c-c402d57a5e85" providerId="ADAL" clId="{8EFBC750-5E01-4228-9E81-CADABFDF27DE}" dt="2024-10-28T08:54:05.304" v="374" actId="47"/>
        <pc:sldMkLst>
          <pc:docMk/>
          <pc:sldMk cId="2082206198" sldId="281"/>
        </pc:sldMkLst>
      </pc:sldChg>
      <pc:sldChg chg="del">
        <pc:chgData name="Anna Bianchi" userId="1dd43a41-4e4c-4b62-897c-c402d57a5e85" providerId="ADAL" clId="{8EFBC750-5E01-4228-9E81-CADABFDF27DE}" dt="2024-10-29T13:17:26.569" v="1831" actId="47"/>
        <pc:sldMkLst>
          <pc:docMk/>
          <pc:sldMk cId="1487344095" sldId="282"/>
        </pc:sldMkLst>
      </pc:sldChg>
      <pc:sldChg chg="modSp del mod">
        <pc:chgData name="Anna Bianchi" userId="1dd43a41-4e4c-4b62-897c-c402d57a5e85" providerId="ADAL" clId="{8EFBC750-5E01-4228-9E81-CADABFDF27DE}" dt="2024-10-28T08:57:12.886" v="526" actId="47"/>
        <pc:sldMkLst>
          <pc:docMk/>
          <pc:sldMk cId="4130087932" sldId="283"/>
        </pc:sldMkLst>
        <pc:spChg chg="mod">
          <ac:chgData name="Anna Bianchi" userId="1dd43a41-4e4c-4b62-897c-c402d57a5e85" providerId="ADAL" clId="{8EFBC750-5E01-4228-9E81-CADABFDF27DE}" dt="2024-10-28T08:56:53.013" v="507" actId="20577"/>
          <ac:spMkLst>
            <pc:docMk/>
            <pc:sldMk cId="4130087932" sldId="283"/>
            <ac:spMk id="4" creationId="{AEBC1A8D-E693-4704-8E11-5AAB4B40BAEF}"/>
          </ac:spMkLst>
        </pc:spChg>
      </pc:sldChg>
      <pc:sldChg chg="del">
        <pc:chgData name="Anna Bianchi" userId="1dd43a41-4e4c-4b62-897c-c402d57a5e85" providerId="ADAL" clId="{8EFBC750-5E01-4228-9E81-CADABFDF27DE}" dt="2024-10-28T08:56:46.681" v="497" actId="47"/>
        <pc:sldMkLst>
          <pc:docMk/>
          <pc:sldMk cId="3308077206" sldId="284"/>
        </pc:sldMkLst>
      </pc:sldChg>
      <pc:sldChg chg="addSp delSp modSp mod modAnim">
        <pc:chgData name="Anna Bianchi" userId="1dd43a41-4e4c-4b62-897c-c402d57a5e85" providerId="ADAL" clId="{8EFBC750-5E01-4228-9E81-CADABFDF27DE}" dt="2024-11-08T15:45:55.577" v="7764" actId="20577"/>
        <pc:sldMkLst>
          <pc:docMk/>
          <pc:sldMk cId="845364900" sldId="285"/>
        </pc:sldMkLst>
        <pc:spChg chg="mod">
          <ac:chgData name="Anna Bianchi" userId="1dd43a41-4e4c-4b62-897c-c402d57a5e85" providerId="ADAL" clId="{8EFBC750-5E01-4228-9E81-CADABFDF27DE}" dt="2024-11-08T15:45:55.577" v="7764" actId="20577"/>
          <ac:spMkLst>
            <pc:docMk/>
            <pc:sldMk cId="845364900" sldId="285"/>
            <ac:spMk id="2" creationId="{F8139155-1F5E-4F48-B50E-F00D8FC535D9}"/>
          </ac:spMkLst>
        </pc:spChg>
        <pc:spChg chg="del mod">
          <ac:chgData name="Anna Bianchi" userId="1dd43a41-4e4c-4b62-897c-c402d57a5e85" providerId="ADAL" clId="{8EFBC750-5E01-4228-9E81-CADABFDF27DE}" dt="2024-11-08T12:00:30.871" v="6699" actId="478"/>
          <ac:spMkLst>
            <pc:docMk/>
            <pc:sldMk cId="845364900" sldId="285"/>
            <ac:spMk id="3" creationId="{AF88C23C-F13B-EEC9-EAD2-A5AA8DDEC46A}"/>
          </ac:spMkLst>
        </pc:spChg>
        <pc:spChg chg="add mod">
          <ac:chgData name="Anna Bianchi" userId="1dd43a41-4e4c-4b62-897c-c402d57a5e85" providerId="ADAL" clId="{8EFBC750-5E01-4228-9E81-CADABFDF27DE}" dt="2024-11-08T12:00:31.121" v="6700"/>
          <ac:spMkLst>
            <pc:docMk/>
            <pc:sldMk cId="845364900" sldId="285"/>
            <ac:spMk id="4" creationId="{6DE1C731-D322-76A0-821C-CE814A56108F}"/>
          </ac:spMkLst>
        </pc:spChg>
        <pc:spChg chg="add del mod">
          <ac:chgData name="Anna Bianchi" userId="1dd43a41-4e4c-4b62-897c-c402d57a5e85" providerId="ADAL" clId="{8EFBC750-5E01-4228-9E81-CADABFDF27DE}" dt="2024-10-28T08:53:48.026" v="370" actId="478"/>
          <ac:spMkLst>
            <pc:docMk/>
            <pc:sldMk cId="845364900" sldId="285"/>
            <ac:spMk id="5" creationId="{136ED1CA-89E2-00ED-201D-FC64B15FF11D}"/>
          </ac:spMkLst>
        </pc:spChg>
        <pc:spChg chg="del mod">
          <ac:chgData name="Anna Bianchi" userId="1dd43a41-4e4c-4b62-897c-c402d57a5e85" providerId="ADAL" clId="{8EFBC750-5E01-4228-9E81-CADABFDF27DE}" dt="2024-10-28T08:53:46.586" v="369" actId="478"/>
          <ac:spMkLst>
            <pc:docMk/>
            <pc:sldMk cId="845364900" sldId="285"/>
            <ac:spMk id="6" creationId="{55C6D235-86D2-43F6-A7D1-0DD3DC936D3D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9" creationId="{F91B2B0A-9934-373A-9B13-E39A63F93CF8}"/>
          </ac:spMkLst>
        </pc:spChg>
        <pc:spChg chg="del mod">
          <ac:chgData name="Anna Bianchi" userId="1dd43a41-4e4c-4b62-897c-c402d57a5e85" providerId="ADAL" clId="{8EFBC750-5E01-4228-9E81-CADABFDF27DE}" dt="2024-11-08T15:21:49.430" v="7514" actId="478"/>
          <ac:spMkLst>
            <pc:docMk/>
            <pc:sldMk cId="845364900" sldId="285"/>
            <ac:spMk id="11" creationId="{111C6CF2-34DC-6A10-072B-23AE7528439D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9" creationId="{F5297168-42DE-DD0C-C997-8E0AA09016C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30" creationId="{1D0DAEF2-62B4-ACF2-C638-5E09E0D5C8A1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31" creationId="{13BB4B4E-396A-7150-F706-171459E4A3C7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32" creationId="{752AAEE2-A3BC-5BDA-4C3A-E761E00E1A0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33" creationId="{D8445318-01AC-20FD-AE19-95D8A777582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34" creationId="{FB711917-628D-6F03-3806-84A2F4263CD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35" creationId="{78A54F32-21FA-9CC0-3403-5E02128770EC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36" creationId="{4E69DF51-8B99-1A2C-12B6-998FD2CD6FC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37" creationId="{68AB0320-5157-8AAA-5D75-E0C423DB3BA6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38" creationId="{B04F908A-F0D8-ABFA-22E0-8DA24AD8CDC5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39" creationId="{44B86534-DB87-E6C8-9997-96B3A125482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40" creationId="{AAAC4DED-781D-D2B1-DB6B-39D72EFB32EC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41" creationId="{17D2975F-0CEF-7C50-8141-0F87BFCEDAB5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42" creationId="{1C315B96-B44B-510D-7797-17E34E3FD315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43" creationId="{244FBC3C-61B2-9DAA-E06B-8A5A6FD1C406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44" creationId="{B3A3933E-91E8-B95D-F892-AC16231DD2AC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45" creationId="{575F3C4B-1F24-6B9F-660B-BC6C7451BE27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46" creationId="{4017BF44-E3A6-B313-5281-EBBF0FF3B503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47" creationId="{7384E541-E0F6-1CDA-D192-2572E0E9D181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48" creationId="{A80E4372-1640-4B41-F64F-B823F0FF4B1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49" creationId="{808777A9-057A-1D03-5549-10BB562EED5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50" creationId="{2C7D7EC8-15B4-15BE-318F-4D25DA773DD3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51" creationId="{517031EE-1AF7-F438-CCAE-6DD5709AE445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52" creationId="{7359061D-FB68-867C-A977-17A29E7E57B5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53" creationId="{C3E5EC0D-F9D3-FE3C-871A-CEC36962E1D9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54" creationId="{7E4E9BB5-64C8-6262-7551-2D63BCA171C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55" creationId="{9ED37A33-BFC3-6E74-301C-C145EAF6475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56" creationId="{9FABDA9B-03F5-CC76-076F-485C8D2D0164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57" creationId="{2BE5C553-BAFD-B688-6DD5-CC81B4C010EF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58" creationId="{5A67D484-49A7-A3FE-588C-5A04ADBCCE63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59" creationId="{CA2F9E82-E6E1-5B07-50A4-DC6D420AE4D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60" creationId="{2E2123E7-88C9-0F78-2760-E7C90D52A321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63" creationId="{4A7AC119-2128-9288-9D8C-F27A76BD2A51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64" creationId="{D181ABB1-8964-3136-275E-8705EFCF58D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81" creationId="{5AD7D413-94A5-AC7A-A45E-6F8366DA12D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82" creationId="{3CCFA33E-BBC6-12B4-3C37-B658F502ED7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83" creationId="{EC1692AD-3B2B-09BB-091D-E3AEF35A238F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84" creationId="{52B4C8B1-6B3C-6322-3730-4DB7100204C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85" creationId="{7C8B6784-AEFB-FD2F-F553-1171DB50D501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86" creationId="{63F0C8BC-E267-3C28-74C4-CF4449015759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87" creationId="{51439DA2-BDA2-8CE1-DD29-33124ADC476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88" creationId="{1F6AE968-626F-C9EF-2622-E79DE5133D6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89" creationId="{2A9B8452-C8F6-D306-DBC7-CA61347F9E3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90" creationId="{759417DF-7E66-E58A-C763-74328B36B753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91" creationId="{0838C768-484F-09F9-3AE5-B569A3706F27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92" creationId="{8AB6902F-60C2-886B-9A34-B09F37EA16BC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93" creationId="{2AD4EF30-72D5-0B95-D2D7-2F47070822D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94" creationId="{AC77638D-BA15-EB5E-4325-40767D0710D6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95" creationId="{85493A90-FB33-6B35-6ADF-B8DBA2BC62C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96" creationId="{C61EAAF0-B951-5F3D-7566-92981C14A2ED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97" creationId="{607663F8-43AF-85E1-1A5D-93EF6586F42F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98" creationId="{33153745-BF14-92C1-E89D-CE35F295B0A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99" creationId="{D4716BB2-5333-BDFF-6808-9FE2F8157E3F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00" creationId="{A93CB9D8-94F9-580E-1740-66F8C76C39D6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01" creationId="{709AF43E-E071-B975-B164-FBA92D3F41FC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02" creationId="{26211120-2793-8C51-BB0D-7D76F973AC5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03" creationId="{8D75B745-1B81-654E-7BF6-FD191ACB5BF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04" creationId="{23B75691-C32A-1666-EF6E-DB52C4C4FA1C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05" creationId="{BD106ABB-C270-FA7F-0627-A5E7D7B1ECA7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06" creationId="{D9551DA8-6545-2C30-7033-79A6075799C3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07" creationId="{7A37EBF1-0AE5-A5F1-40CB-F85A40A1900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08" creationId="{EEAE9D67-64DD-BACF-BAB3-2A0BB9A959C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09" creationId="{FC89C00B-304F-0BDD-437D-DB3B982E8744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10" creationId="{8A2E7127-6B6E-CAE9-6006-944846C63AC3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11" creationId="{28257AB9-FBEC-F494-01FD-FCCCF91615F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12" creationId="{97834DD1-CC19-4A58-9DEF-D11BB0561984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13" creationId="{4FE7CD69-68A6-F04F-84DC-FA74232E1BE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16" creationId="{8171EAAA-0AB9-FE20-3ED0-C37F6CC79E49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17" creationId="{846557E1-2495-193D-1A53-0F65EB39E43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18" creationId="{D846A3E6-2A9F-B09E-6A7F-7AF8253A994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19" creationId="{B64223DF-ACE7-60A2-4958-55037BCBD71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20" creationId="{B1FE956D-4AFF-48C4-4119-C588B3AA993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42" creationId="{B3D910E2-EA0D-7843-6A9F-39262180A316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43" creationId="{4934423D-0E8E-2A8F-1448-5538531F8A76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44" creationId="{177EB344-CCEC-4E78-B38C-B99849C89117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45" creationId="{8553CE7C-E12D-7391-8680-43F43798573F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46" creationId="{DB58889F-8445-51AA-C380-5DBD6224ECD4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47" creationId="{8C0D44E6-587B-17ED-C43A-8E8BFE6F3D81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48" creationId="{4DBB114F-C537-07DE-0D2A-5CB1BE9781D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49" creationId="{D6DF800E-D92C-999A-70C6-0FCB8A964BC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50" creationId="{9D4AAD05-9894-9627-39E7-13B558BEED4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51" creationId="{E2C28921-AFAA-4FFD-809A-A80ED44F79D7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52" creationId="{80B8A8D1-DB12-1441-3135-B1799314DAFD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53" creationId="{3D9168F7-7238-FD65-0C06-16159D12C767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54" creationId="{8BD0FBD4-3B2A-9775-A506-641BB790DEEC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55" creationId="{637CA261-00DC-BB95-B484-BFC5CBD147D1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56" creationId="{09D58AAC-0D0D-DC98-5223-8133A357830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57" creationId="{78352570-C3F8-4720-854F-24727170962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58" creationId="{77F3E71B-4E21-A0F5-5816-D8B3F93C4BE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59" creationId="{DF6BC90B-9B85-41D9-B082-629B06CAAA1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60" creationId="{F5B99C32-7AC2-DFE7-DF63-A749AB772A99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61" creationId="{71BFF47F-D542-EC0B-B23A-936124B6962F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62" creationId="{7F49BA23-BE62-4874-F9BD-E402223A5E5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63" creationId="{22DD8922-36EA-F520-3B9A-EC5998859DE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64" creationId="{D6F6D502-2492-AA21-C630-AF869E557707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65" creationId="{476D7FB5-E800-BE5D-0BAC-4337BA56893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66" creationId="{2848A109-FA20-B654-2A11-F31B25D68BF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67" creationId="{F9FD3635-D333-11C1-1D88-C332BAF70D4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68" creationId="{EC5365BD-D035-8C8F-CE4E-FE4655AEAEA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69" creationId="{73A34F39-0515-90A0-63E6-01E42A52A2D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70" creationId="{18EDEB47-39AC-2709-893B-B6DC115058D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71" creationId="{BC71B35C-831C-A69A-670E-62919A4EEE56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72" creationId="{562C80BD-6CBA-9C25-6245-44D1E40260E3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73" creationId="{7763188D-EACE-C715-D820-EE0EF8A7D52C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74" creationId="{17F27D6D-71B4-900A-B2E4-0448E4FB4721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75" creationId="{85FDFF08-036B-7368-AA3E-9388353D10C4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76" creationId="{000A0EE8-7A7C-177D-D372-00C6268597AF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77" creationId="{F49C082C-52EB-300F-DC1C-41446A495D51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78" creationId="{307EAD31-0830-4BC5-3359-6F30F99F9284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79" creationId="{A0F68D8A-3D1F-D625-761E-CF04591F041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80" creationId="{836244B6-FE2D-1023-8A68-4BCEDBE1ECF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81" creationId="{F3E402C6-527D-48B6-896D-F57804D350E5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82" creationId="{8616106D-9EE8-4DAE-99B4-F187A5C2C3B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83" creationId="{96E1625B-05F4-464E-6A3A-9297E5512E6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84" creationId="{37FC774D-261A-B3F1-BE9E-0828BEC47DF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85" creationId="{D23B09B2-E319-1AFD-ABCF-C59A642CDC0C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86" creationId="{0567D42B-ADE2-D008-FE3C-46E416292A0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87" creationId="{E7030857-68BF-E0C8-C639-BBBCE69A2BA9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88" creationId="{11827931-F39F-C431-3D54-E8BAF6261551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89" creationId="{1B457522-9389-1010-A154-5C6FC2BA7BC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90" creationId="{25157E40-E2F9-19E5-1B82-6A51779E8EE1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91" creationId="{8CCC501F-2993-A535-724E-A0455A52D3B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92" creationId="{B10592E7-A4DF-FE4D-9300-97ADDE2E33B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93" creationId="{84FDE130-97C2-3F4F-7637-6DBFAB6BB71C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94" creationId="{83C17B25-0A39-BAAB-2AE1-9F476470B48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95" creationId="{3DC22F9F-C455-9829-ECAE-313E338CCE47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96" creationId="{9CCE97D9-7F85-DEED-1FF5-E8AFBF28BDD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97" creationId="{C4038E0A-06B9-9EFB-6CD5-862F71C079C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98" creationId="{B0259E1E-4D11-4FBC-67AC-9C13A6959D51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199" creationId="{5CE39876-BC58-DEC7-61CC-ED9ED0C6870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00" creationId="{C30864D5-1603-A364-6184-C773C04B3C5F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01" creationId="{56B7F2CC-4627-2DD1-9FFB-20026013FD74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03" creationId="{775400B2-1CF5-1FF4-9320-C7F523150B8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05" creationId="{587A952E-0147-554C-B609-40ABEED7148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06" creationId="{8140709B-41E3-DE52-EFC7-44C6F019E8A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07" creationId="{17E8797B-2212-2A31-0D6C-979E94227303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08" creationId="{397D31A8-CDC6-EBA3-9BA1-1FA7FA827CB5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09" creationId="{E1BC7843-F6A6-A723-AF11-97A1C1549479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10" creationId="{57355BDF-C749-6C84-1378-2AB136A8D77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11" creationId="{4CB6DC76-044C-544B-DB5C-F96ACD05052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12" creationId="{09E79DCC-9EC5-6104-3CA3-71F4668E3E9D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13" creationId="{BB256CC8-8F60-101E-6D45-234776D329ED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14" creationId="{1EA0D6C1-F8AF-0546-B93C-50B57A14CBD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15" creationId="{9EC56296-9DCD-DB0B-BE7B-051E22E95C05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16" creationId="{6B884DC2-7C70-DD63-ACB0-78503FC9D29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17" creationId="{61ADBEA0-67C7-077F-603F-4600AD96EE5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18" creationId="{936B1F3A-2C51-4E9E-7E70-A9C1B87DD2DE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19" creationId="{2F30C5C4-6916-6544-ED57-0CAC0E575645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20" creationId="{78A03726-6E11-BCA9-3260-418162E836E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21" creationId="{3A0AE5CF-145E-6038-012F-DA47226324A4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22" creationId="{37718C0B-B372-38F4-D5C8-BD7332299F5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23" creationId="{39E34D7E-7990-C335-896C-026924CB2E7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24" creationId="{DFF9E0B5-3DEA-8912-7528-81B63B4A7A15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25" creationId="{15C7DD30-FB40-4154-5222-BE0676404AE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26" creationId="{EE1EA1AD-714A-0EC9-0B30-A44DD7647E5C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27" creationId="{AE69D65A-876B-64FF-39AB-0D6FF9D9F9D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28" creationId="{F45EC7B7-EF42-C354-A0D9-801E0DBA34CF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29" creationId="{31333943-A208-5106-7BC8-CD398095271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30" creationId="{3F421BBC-5B23-3D9D-C480-A380DBD329F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31" creationId="{3D958242-15D1-8701-495B-97CA9FFC132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32" creationId="{DD4B3AEB-F72A-EAB6-8DD1-B0F3C837BD7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33" creationId="{C290D4E6-68EF-7BE2-8DB5-1008490A602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34" creationId="{31EBA489-7662-22CE-259A-BBAEE2284CEC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35" creationId="{ADAD1628-3EBD-140D-3ED6-A925C4FB828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36" creationId="{104CCD0E-1A27-C820-9FF4-761945DAD3E5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37" creationId="{A5E032DA-78C6-1008-93F2-D8EBA85D0183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38" creationId="{90EC74ED-29AB-12AA-06DA-4BC5E7DFC296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39" creationId="{24FF5EAF-E280-7CAD-2ED3-C4D52F770E0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40" creationId="{E4538CBF-887C-63AD-9C80-55A13A9F76C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41" creationId="{CBE1A550-1E8A-6B58-99D4-D360A7DA9D9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42" creationId="{C03F6538-6CFD-6317-E5B3-9626CBB21C9D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43" creationId="{9B6FB1DA-55BA-E135-F0F3-3D346D2D7AC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44" creationId="{085A774F-D17B-8EB3-DC2A-8FF4146D5EC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45" creationId="{C83C5FF8-CABF-F06F-9B57-FF7795A7F818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46" creationId="{F8F0EC1B-E35C-5EEF-6A3D-7E9A4700F934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47" creationId="{204249CA-0886-45E5-A38E-684066F00CC5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48" creationId="{30A052C3-1D17-D4AA-BCB8-452D8F3D5D5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49" creationId="{4B34264A-47A6-FD23-7947-122112EB4E9F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50" creationId="{5F7AC0FE-71A6-7926-BC31-ACB265BA0737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51" creationId="{CB4F4638-B4DB-4E45-2997-C09F523FEC55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52" creationId="{30AB5C6C-E685-2E01-4F5F-DBD42C6CE451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53" creationId="{D690C5A3-24AE-7774-4CC6-0775A80FFF60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54" creationId="{524CE646-9166-CC10-B174-18301524D177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55" creationId="{9FB8BE56-C43F-A3BF-C204-A49E19020E5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56" creationId="{78B7959D-1D52-77D3-6240-FD2CF9D1FC57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57" creationId="{484FEA16-94A7-5D53-F721-D4D96E4ED1BC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58" creationId="{F3E698CD-F94C-C50D-9440-C3560A79859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59" creationId="{2549AED3-614E-FE68-C689-5A1CE9563917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60" creationId="{14FD037B-E159-82E3-D615-CA721DF3519F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61" creationId="{BD1741EF-5C0D-F1EC-5C60-2B3FAAFA38F2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62" creationId="{1C4BE45A-B1B5-EEFF-A7B8-27FBABB8910A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63" creationId="{926ADBA0-20FD-14FA-33C8-63FDD402B586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64" creationId="{A2DA0676-77BF-41C8-E19F-7EB172FBC146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65" creationId="{C8D53B82-5CEB-6AA0-2C92-359619CF8B7B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66" creationId="{1E3DFD88-821D-2E33-CAEA-7FAC131A390F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67" creationId="{2BF4F0C9-84B5-91EC-70AC-1917F264AF13}"/>
          </ac:spMkLst>
        </pc:spChg>
        <pc:spChg chg="mod">
          <ac:chgData name="Anna Bianchi" userId="1dd43a41-4e4c-4b62-897c-c402d57a5e85" providerId="ADAL" clId="{8EFBC750-5E01-4228-9E81-CADABFDF27DE}" dt="2024-11-04T10:09:34.195" v="4413"/>
          <ac:spMkLst>
            <pc:docMk/>
            <pc:sldMk cId="845364900" sldId="285"/>
            <ac:spMk id="268" creationId="{F6943F00-7427-0B29-E948-59E2F4337C8E}"/>
          </ac:spMkLst>
        </pc:spChg>
        <pc:grpChg chg="add 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4" creationId="{FB206D7F-5898-8BEC-9996-CE07C5D28347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5" creationId="{CC7D33F8-EDA2-7854-6EA0-F3C4D59CFEA4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6" creationId="{89FA4987-7C5E-1389-0117-778A7F1B1717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7" creationId="{4D0ED80D-E924-8C1F-EB5A-3B53EE65A85D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8" creationId="{D58D4081-B363-9980-7F14-7AFD7435D25B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0" creationId="{194F4729-79D8-B0A4-0C95-0F73D531528F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2" creationId="{156F80FB-24EF-CA42-1794-0D8F76B6296C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3" creationId="{8D75E147-2452-C711-6841-0F88505B15FF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4" creationId="{958BC0EA-20FD-CD46-4854-E3F32E4A9036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5" creationId="{C33CD234-BB17-D973-D3B7-0694B73CA3BD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6" creationId="{23D4EC59-1B63-E2CC-0343-F82967EAA107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7" creationId="{7B5D122A-2393-EE96-F30C-22FF77E4E312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8" creationId="{851ACC9A-81E4-A456-9827-A6A0D5D7F93E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9" creationId="{01ACD029-B3CE-D6D6-7DA6-C30139F0EA93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20" creationId="{2F2E62F6-4267-8A45-84E2-E47403C89570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21" creationId="{A407745F-6740-A7C5-9CD8-2E30D7FA5F86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22" creationId="{02633B85-DBA1-5B23-780C-73F4C9ADB26D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23" creationId="{E9BED965-860E-1F7A-D796-D789147926D3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24" creationId="{9A5C14FE-EDD6-8A25-6D8D-856B7C98D3BB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25" creationId="{7D590F18-47AD-EA72-C90B-6EFC044FA3EB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26" creationId="{875BEA22-BD54-4814-CEE8-73A76983722B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27" creationId="{0CEE514A-9BB9-2B56-4475-7663D6C18D9C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28" creationId="{A5FEB77A-8D4D-2A4E-18B9-1B9E276E42EC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61" creationId="{3702C354-E311-6F69-C737-2AE6FC37A13A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62" creationId="{93BEA2B0-52D2-5044-D213-41670E3EDB20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66" creationId="{D2B6C314-5DF8-2BBE-593F-F299A15D3F4B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67" creationId="{ED242B34-A555-928A-16E7-6572F3212C6E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68" creationId="{308F0B1C-1287-0C15-EBC7-D22A5F83AA24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69" creationId="{BB5A7665-1643-3033-EEA3-38B702EF93F0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70" creationId="{2CE0107A-ABF1-2380-7035-1FF5359F06F8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71" creationId="{BBD1C7A1-967C-60CC-F89D-C7FF15352ACC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72" creationId="{4C8D3006-7AFE-F027-B476-4D25A422B7EF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73" creationId="{B682119A-B6B1-253C-2A5F-FFF6EB8E23E5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74" creationId="{1124FCAD-2290-D544-E689-A85CFCF51809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75" creationId="{6C40A526-AE5E-3C0B-695C-32D3F733A532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76" creationId="{6F89C321-8FF6-BB72-725D-E5B0F85B0946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77" creationId="{550EEEE2-6823-F2A8-DEEE-5C356C390BBB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78" creationId="{C0B19F18-2B53-3FB6-ADEE-533D81ECEBB7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79" creationId="{D112C8F7-5F96-375D-2D45-A366AAA438A7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80" creationId="{F9B949DD-CC87-F7AA-DDD5-931C463F2273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14" creationId="{50A4FAC2-DFE9-92A0-F1D0-D04F282F22FA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15" creationId="{09FE34AD-71E3-BE73-52A6-11AE60D98063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21" creationId="{0CDC0514-1C9F-726F-E27F-D1AAA3548B45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23" creationId="{92E6B146-A579-E671-AA92-1CAB72703626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24" creationId="{D87A2045-9D43-103E-86D5-5A9B90EBF67D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25" creationId="{D212823B-C6EB-4D58-757E-E9A39FCD70D0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26" creationId="{5D8FB664-ADA5-88EE-13D1-CC82D17D78D2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27" creationId="{AB8DEABE-DF04-3AE7-A291-5F826AD99485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28" creationId="{EFF93AA9-9E54-A953-F08C-E73259CAFB2F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29" creationId="{96D75AAB-3693-5152-7029-7FF1CDF81047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30" creationId="{884C6213-78BC-D2F9-4B95-C67D5EE030F1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31" creationId="{321C11EB-7868-113F-CB4D-4CB8865AFC85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32" creationId="{04ECCAB5-A239-07E0-76B6-A823A5EC3CE0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33" creationId="{245D8E66-5D0B-6D92-BF4C-06254209A23A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34" creationId="{3529CA21-F0DF-C0A3-1F5B-A61C086BB6AA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35" creationId="{97E7CE2F-FD28-80B4-A1F6-09C0E65303E7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36" creationId="{A603B8B2-694F-711F-BDDD-CA4C6873D1B3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37" creationId="{C5F7E5FB-506C-4149-2D37-77F09D31A447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38" creationId="{EF6219B8-5A6F-6461-BC06-A612F8CB3C92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39" creationId="{CD389787-787F-A4B6-C38F-934C39053FE8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40" creationId="{E60AB9C4-637D-1D0A-0029-9245AE8AB557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141" creationId="{D429927B-01A4-D8AA-8F47-B6882939B07B}"/>
          </ac:grpSpMkLst>
        </pc:grpChg>
        <pc:grpChg chg="mod">
          <ac:chgData name="Anna Bianchi" userId="1dd43a41-4e4c-4b62-897c-c402d57a5e85" providerId="ADAL" clId="{8EFBC750-5E01-4228-9E81-CADABFDF27DE}" dt="2024-11-04T10:09:34.195" v="4413"/>
          <ac:grpSpMkLst>
            <pc:docMk/>
            <pc:sldMk cId="845364900" sldId="285"/>
            <ac:grpSpMk id="202" creationId="{977E86AC-93D5-D667-8A97-F8F9542AA607}"/>
          </ac:grpSpMkLst>
        </pc:grpChg>
        <pc:picChg chg="mod">
          <ac:chgData name="Anna Bianchi" userId="1dd43a41-4e4c-4b62-897c-c402d57a5e85" providerId="ADAL" clId="{8EFBC750-5E01-4228-9E81-CADABFDF27DE}" dt="2024-11-04T10:09:34.195" v="4413"/>
          <ac:picMkLst>
            <pc:docMk/>
            <pc:sldMk cId="845364900" sldId="285"/>
            <ac:picMk id="65" creationId="{0EDF07E5-167E-E857-0FDD-960D7F099566}"/>
          </ac:picMkLst>
        </pc:picChg>
        <pc:picChg chg="mod">
          <ac:chgData name="Anna Bianchi" userId="1dd43a41-4e4c-4b62-897c-c402d57a5e85" providerId="ADAL" clId="{8EFBC750-5E01-4228-9E81-CADABFDF27DE}" dt="2024-11-04T10:09:34.195" v="4413"/>
          <ac:picMkLst>
            <pc:docMk/>
            <pc:sldMk cId="845364900" sldId="285"/>
            <ac:picMk id="122" creationId="{C7A64594-2542-8A70-7874-41E7284F3A32}"/>
          </ac:picMkLst>
        </pc:picChg>
        <pc:picChg chg="mod">
          <ac:chgData name="Anna Bianchi" userId="1dd43a41-4e4c-4b62-897c-c402d57a5e85" providerId="ADAL" clId="{8EFBC750-5E01-4228-9E81-CADABFDF27DE}" dt="2024-11-04T10:09:34.195" v="4413"/>
          <ac:picMkLst>
            <pc:docMk/>
            <pc:sldMk cId="845364900" sldId="285"/>
            <ac:picMk id="204" creationId="{60C0239C-D944-FCEB-0238-3896A070CD11}"/>
          </ac:picMkLst>
        </pc:picChg>
        <pc:picChg chg="add mod">
          <ac:chgData name="Anna Bianchi" userId="1dd43a41-4e4c-4b62-897c-c402d57a5e85" providerId="ADAL" clId="{8EFBC750-5E01-4228-9E81-CADABFDF27DE}" dt="2024-11-04T10:09:34.195" v="4413"/>
          <ac:picMkLst>
            <pc:docMk/>
            <pc:sldMk cId="845364900" sldId="285"/>
            <ac:picMk id="269" creationId="{714C1BD1-FF41-C8A7-2326-28F8977EBA9E}"/>
          </ac:picMkLst>
        </pc:picChg>
      </pc:sldChg>
      <pc:sldChg chg="addSp delSp modSp add mod addAnim delAnim modAnim">
        <pc:chgData name="Anna Bianchi" userId="1dd43a41-4e4c-4b62-897c-c402d57a5e85" providerId="ADAL" clId="{8EFBC750-5E01-4228-9E81-CADABFDF27DE}" dt="2024-11-16T15:33:33.521" v="8933" actId="1076"/>
        <pc:sldMkLst>
          <pc:docMk/>
          <pc:sldMk cId="3342166183" sldId="286"/>
        </pc:sldMkLst>
        <pc:spChg chg="add mod">
          <ac:chgData name="Anna Bianchi" userId="1dd43a41-4e4c-4b62-897c-c402d57a5e85" providerId="ADAL" clId="{8EFBC750-5E01-4228-9E81-CADABFDF27DE}" dt="2024-11-16T15:33:33.521" v="8933" actId="1076"/>
          <ac:spMkLst>
            <pc:docMk/>
            <pc:sldMk cId="3342166183" sldId="286"/>
            <ac:spMk id="2" creationId="{14C5FCA0-9D16-94F1-0070-C12A600CB1D1}"/>
          </ac:spMkLst>
        </pc:spChg>
        <pc:spChg chg="del">
          <ac:chgData name="Anna Bianchi" userId="1dd43a41-4e4c-4b62-897c-c402d57a5e85" providerId="ADAL" clId="{8EFBC750-5E01-4228-9E81-CADABFDF27DE}" dt="2024-10-29T13:17:31.210" v="1833" actId="478"/>
          <ac:spMkLst>
            <pc:docMk/>
            <pc:sldMk cId="3342166183" sldId="286"/>
            <ac:spMk id="2" creationId="{92D11EBA-C7AB-C4DE-558D-FF9A8F0C91D7}"/>
          </ac:spMkLst>
        </pc:spChg>
        <pc:spChg chg="mod">
          <ac:chgData name="Anna Bianchi" userId="1dd43a41-4e4c-4b62-897c-c402d57a5e85" providerId="ADAL" clId="{8EFBC750-5E01-4228-9E81-CADABFDF27DE}" dt="2024-11-08T15:21:21.905" v="7512" actId="20577"/>
          <ac:spMkLst>
            <pc:docMk/>
            <pc:sldMk cId="3342166183" sldId="286"/>
            <ac:spMk id="3" creationId="{80946EE1-9F6A-FBB2-7044-B6CCA1DEF0ED}"/>
          </ac:spMkLst>
        </pc:spChg>
        <pc:spChg chg="mod">
          <ac:chgData name="Anna Bianchi" userId="1dd43a41-4e4c-4b62-897c-c402d57a5e85" providerId="ADAL" clId="{8EFBC750-5E01-4228-9E81-CADABFDF27DE}" dt="2024-10-29T16:19:18.630" v="4318" actId="20577"/>
          <ac:spMkLst>
            <pc:docMk/>
            <pc:sldMk cId="3342166183" sldId="286"/>
            <ac:spMk id="4" creationId="{3C15553E-F6A1-4050-D758-EA6AF947B21F}"/>
          </ac:spMkLst>
        </pc:spChg>
        <pc:spChg chg="add mod">
          <ac:chgData name="Anna Bianchi" userId="1dd43a41-4e4c-4b62-897c-c402d57a5e85" providerId="ADAL" clId="{8EFBC750-5E01-4228-9E81-CADABFDF27DE}" dt="2024-11-08T12:00:24.480" v="6696"/>
          <ac:spMkLst>
            <pc:docMk/>
            <pc:sldMk cId="3342166183" sldId="286"/>
            <ac:spMk id="5" creationId="{4A2220AD-74B9-B360-E517-CCC0054F0BBE}"/>
          </ac:spMkLst>
        </pc:spChg>
        <pc:spChg chg="mod">
          <ac:chgData name="Anna Bianchi" userId="1dd43a41-4e4c-4b62-897c-c402d57a5e85" providerId="ADAL" clId="{8EFBC750-5E01-4228-9E81-CADABFDF27DE}" dt="2024-10-29T13:17:22.268" v="1830"/>
          <ac:spMkLst>
            <pc:docMk/>
            <pc:sldMk cId="3342166183" sldId="286"/>
            <ac:spMk id="7" creationId="{5FD39CD1-3ABE-90A9-E0F4-6CE5A639E7D2}"/>
          </ac:spMkLst>
        </pc:spChg>
        <pc:spChg chg="mod">
          <ac:chgData name="Anna Bianchi" userId="1dd43a41-4e4c-4b62-897c-c402d57a5e85" providerId="ADAL" clId="{8EFBC750-5E01-4228-9E81-CADABFDF27DE}" dt="2024-10-29T13:17:22.268" v="1830"/>
          <ac:spMkLst>
            <pc:docMk/>
            <pc:sldMk cId="3342166183" sldId="286"/>
            <ac:spMk id="9" creationId="{7B58A374-2C31-B0A7-C2AA-C80C274552C0}"/>
          </ac:spMkLst>
        </pc:spChg>
        <pc:spChg chg="add del mod">
          <ac:chgData name="Anna Bianchi" userId="1dd43a41-4e4c-4b62-897c-c402d57a5e85" providerId="ADAL" clId="{8EFBC750-5E01-4228-9E81-CADABFDF27DE}" dt="2024-11-08T12:00:24.183" v="6695" actId="478"/>
          <ac:spMkLst>
            <pc:docMk/>
            <pc:sldMk cId="3342166183" sldId="286"/>
            <ac:spMk id="11" creationId="{4A8D456A-139E-9AE1-622A-E4F72435F4E5}"/>
          </ac:spMkLst>
        </pc:spChg>
        <pc:spChg chg="add del mod">
          <ac:chgData name="Anna Bianchi" userId="1dd43a41-4e4c-4b62-897c-c402d57a5e85" providerId="ADAL" clId="{8EFBC750-5E01-4228-9E81-CADABFDF27DE}" dt="2024-10-29T15:45:15.410" v="3408" actId="478"/>
          <ac:spMkLst>
            <pc:docMk/>
            <pc:sldMk cId="3342166183" sldId="286"/>
            <ac:spMk id="12" creationId="{0EF3A39A-B28C-2DEB-15A7-3B5B0AD424DD}"/>
          </ac:spMkLst>
        </pc:spChg>
        <pc:spChg chg="add del mod">
          <ac:chgData name="Anna Bianchi" userId="1dd43a41-4e4c-4b62-897c-c402d57a5e85" providerId="ADAL" clId="{8EFBC750-5E01-4228-9E81-CADABFDF27DE}" dt="2024-10-29T15:49:48.285" v="3688" actId="478"/>
          <ac:spMkLst>
            <pc:docMk/>
            <pc:sldMk cId="3342166183" sldId="286"/>
            <ac:spMk id="13" creationId="{B1C745A1-7E54-C4E8-448C-951856391A23}"/>
          </ac:spMkLst>
        </pc:spChg>
        <pc:spChg chg="add del mod">
          <ac:chgData name="Anna Bianchi" userId="1dd43a41-4e4c-4b62-897c-c402d57a5e85" providerId="ADAL" clId="{8EFBC750-5E01-4228-9E81-CADABFDF27DE}" dt="2024-10-29T15:49:46.322" v="3687" actId="478"/>
          <ac:spMkLst>
            <pc:docMk/>
            <pc:sldMk cId="3342166183" sldId="286"/>
            <ac:spMk id="14" creationId="{227800E3-F054-7D29-D6CC-922ED43BCC1D}"/>
          </ac:spMkLst>
        </pc:spChg>
        <pc:spChg chg="add del mod">
          <ac:chgData name="Anna Bianchi" userId="1dd43a41-4e4c-4b62-897c-c402d57a5e85" providerId="ADAL" clId="{8EFBC750-5E01-4228-9E81-CADABFDF27DE}" dt="2024-10-29T15:49:45.350" v="3686" actId="478"/>
          <ac:spMkLst>
            <pc:docMk/>
            <pc:sldMk cId="3342166183" sldId="286"/>
            <ac:spMk id="15" creationId="{3B00FEC8-B4EE-3621-6271-48EDDB079199}"/>
          </ac:spMkLst>
        </pc:spChg>
        <pc:spChg chg="add del mod">
          <ac:chgData name="Anna Bianchi" userId="1dd43a41-4e4c-4b62-897c-c402d57a5e85" providerId="ADAL" clId="{8EFBC750-5E01-4228-9E81-CADABFDF27DE}" dt="2024-10-29T15:49:44.659" v="3685" actId="478"/>
          <ac:spMkLst>
            <pc:docMk/>
            <pc:sldMk cId="3342166183" sldId="286"/>
            <ac:spMk id="16" creationId="{AC6E243B-DE52-49FD-E101-B3FB09F81FB5}"/>
          </ac:spMkLst>
        </pc:spChg>
        <pc:spChg chg="add del mod">
          <ac:chgData name="Anna Bianchi" userId="1dd43a41-4e4c-4b62-897c-c402d57a5e85" providerId="ADAL" clId="{8EFBC750-5E01-4228-9E81-CADABFDF27DE}" dt="2024-10-29T16:04:21.759" v="4025" actId="478"/>
          <ac:spMkLst>
            <pc:docMk/>
            <pc:sldMk cId="3342166183" sldId="286"/>
            <ac:spMk id="21" creationId="{D030FEBD-2259-8A8D-2E2E-DEF7D6CDF66E}"/>
          </ac:spMkLst>
        </pc:spChg>
        <pc:spChg chg="mod">
          <ac:chgData name="Anna Bianchi" userId="1dd43a41-4e4c-4b62-897c-c402d57a5e85" providerId="ADAL" clId="{8EFBC750-5E01-4228-9E81-CADABFDF27DE}" dt="2024-10-29T16:07:08.537" v="4041" actId="18245"/>
          <ac:spMkLst>
            <pc:docMk/>
            <pc:sldMk cId="3342166183" sldId="286"/>
            <ac:spMk id="23" creationId="{07BD092A-1352-B2C0-C8D1-ED983A12F513}"/>
          </ac:spMkLst>
        </pc:spChg>
        <pc:spChg chg="mod">
          <ac:chgData name="Anna Bianchi" userId="1dd43a41-4e4c-4b62-897c-c402d57a5e85" providerId="ADAL" clId="{8EFBC750-5E01-4228-9E81-CADABFDF27DE}" dt="2024-10-29T16:07:08.537" v="4041" actId="18245"/>
          <ac:spMkLst>
            <pc:docMk/>
            <pc:sldMk cId="3342166183" sldId="286"/>
            <ac:spMk id="24" creationId="{8C55C820-2D4A-888C-6E57-FF3F93397173}"/>
          </ac:spMkLst>
        </pc:spChg>
        <pc:spChg chg="mod">
          <ac:chgData name="Anna Bianchi" userId="1dd43a41-4e4c-4b62-897c-c402d57a5e85" providerId="ADAL" clId="{8EFBC750-5E01-4228-9E81-CADABFDF27DE}" dt="2024-10-29T16:07:08.537" v="4041" actId="18245"/>
          <ac:spMkLst>
            <pc:docMk/>
            <pc:sldMk cId="3342166183" sldId="286"/>
            <ac:spMk id="25" creationId="{999EA398-52A4-69DA-25BC-0A30DEC175D7}"/>
          </ac:spMkLst>
        </pc:spChg>
        <pc:spChg chg="mod">
          <ac:chgData name="Anna Bianchi" userId="1dd43a41-4e4c-4b62-897c-c402d57a5e85" providerId="ADAL" clId="{8EFBC750-5E01-4228-9E81-CADABFDF27DE}" dt="2024-10-29T16:19:54.511" v="4344" actId="207"/>
          <ac:spMkLst>
            <pc:docMk/>
            <pc:sldMk cId="3342166183" sldId="286"/>
            <ac:spMk id="26" creationId="{1C2C8A9A-FEC1-9C79-3DB1-63F09A730C4A}"/>
          </ac:spMkLst>
        </pc:spChg>
        <pc:spChg chg="mod ord">
          <ac:chgData name="Anna Bianchi" userId="1dd43a41-4e4c-4b62-897c-c402d57a5e85" providerId="ADAL" clId="{8EFBC750-5E01-4228-9E81-CADABFDF27DE}" dt="2024-10-29T16:08:05.544" v="4058" actId="171"/>
          <ac:spMkLst>
            <pc:docMk/>
            <pc:sldMk cId="3342166183" sldId="286"/>
            <ac:spMk id="27" creationId="{67DCE373-D333-46C4-D865-24966A506CAB}"/>
          </ac:spMkLst>
        </pc:spChg>
        <pc:spChg chg="mod ord">
          <ac:chgData name="Anna Bianchi" userId="1dd43a41-4e4c-4b62-897c-c402d57a5e85" providerId="ADAL" clId="{8EFBC750-5E01-4228-9E81-CADABFDF27DE}" dt="2024-10-29T16:08:00.861" v="4054" actId="171"/>
          <ac:spMkLst>
            <pc:docMk/>
            <pc:sldMk cId="3342166183" sldId="286"/>
            <ac:spMk id="28" creationId="{7A88A8BE-21DC-985A-59DD-F81DBF6F9B3B}"/>
          </ac:spMkLst>
        </pc:spChg>
        <pc:spChg chg="mod ord">
          <ac:chgData name="Anna Bianchi" userId="1dd43a41-4e4c-4b62-897c-c402d57a5e85" providerId="ADAL" clId="{8EFBC750-5E01-4228-9E81-CADABFDF27DE}" dt="2024-10-29T16:08:03.427" v="4056" actId="171"/>
          <ac:spMkLst>
            <pc:docMk/>
            <pc:sldMk cId="3342166183" sldId="286"/>
            <ac:spMk id="29" creationId="{4E1F0DF9-3291-7DA9-7E0F-CC8702D3114D}"/>
          </ac:spMkLst>
        </pc:spChg>
        <pc:spChg chg="mod ord">
          <ac:chgData name="Anna Bianchi" userId="1dd43a41-4e4c-4b62-897c-c402d57a5e85" providerId="ADAL" clId="{8EFBC750-5E01-4228-9E81-CADABFDF27DE}" dt="2024-10-29T16:07:24.013" v="4046" actId="171"/>
          <ac:spMkLst>
            <pc:docMk/>
            <pc:sldMk cId="3342166183" sldId="286"/>
            <ac:spMk id="30" creationId="{F6277181-4B43-23F2-32D2-ACDA98FAA9E9}"/>
          </ac:spMkLst>
        </pc:spChg>
        <pc:spChg chg="add mod">
          <ac:chgData name="Anna Bianchi" userId="1dd43a41-4e4c-4b62-897c-c402d57a5e85" providerId="ADAL" clId="{8EFBC750-5E01-4228-9E81-CADABFDF27DE}" dt="2024-10-29T16:20:05.280" v="4366" actId="1038"/>
          <ac:spMkLst>
            <pc:docMk/>
            <pc:sldMk cId="3342166183" sldId="286"/>
            <ac:spMk id="31" creationId="{EB6E6CAB-B159-ACF5-7FD2-110A14DDDB86}"/>
          </ac:spMkLst>
        </pc:spChg>
        <pc:grpChg chg="add del mod">
          <ac:chgData name="Anna Bianchi" userId="1dd43a41-4e4c-4b62-897c-c402d57a5e85" providerId="ADAL" clId="{8EFBC750-5E01-4228-9E81-CADABFDF27DE}" dt="2024-10-29T15:40:22.932" v="3272" actId="478"/>
          <ac:grpSpMkLst>
            <pc:docMk/>
            <pc:sldMk cId="3342166183" sldId="286"/>
            <ac:grpSpMk id="5" creationId="{ACA88C3E-E106-FD03-8775-0C2055CF7B2A}"/>
          </ac:grpSpMkLst>
        </pc:grpChg>
        <pc:grpChg chg="mod">
          <ac:chgData name="Anna Bianchi" userId="1dd43a41-4e4c-4b62-897c-c402d57a5e85" providerId="ADAL" clId="{8EFBC750-5E01-4228-9E81-CADABFDF27DE}" dt="2024-10-29T13:17:22.268" v="1830"/>
          <ac:grpSpMkLst>
            <pc:docMk/>
            <pc:sldMk cId="3342166183" sldId="286"/>
            <ac:grpSpMk id="8" creationId="{860BE0FD-FB9C-0F21-672D-EEF87E99CDB6}"/>
          </ac:grpSpMkLst>
        </pc:grpChg>
        <pc:grpChg chg="mod">
          <ac:chgData name="Anna Bianchi" userId="1dd43a41-4e4c-4b62-897c-c402d57a5e85" providerId="ADAL" clId="{8EFBC750-5E01-4228-9E81-CADABFDF27DE}" dt="2024-10-29T16:19:26.656" v="4337" actId="1038"/>
          <ac:grpSpMkLst>
            <pc:docMk/>
            <pc:sldMk cId="3342166183" sldId="286"/>
            <ac:grpSpMk id="22" creationId="{1F62E454-B26B-147F-E202-5DB988E3F145}"/>
          </ac:grpSpMkLst>
        </pc:grpChg>
        <pc:graphicFrameChg chg="mod">
          <ac:chgData name="Anna Bianchi" userId="1dd43a41-4e4c-4b62-897c-c402d57a5e85" providerId="ADAL" clId="{8EFBC750-5E01-4228-9E81-CADABFDF27DE}" dt="2024-11-14T15:00:24.873" v="8353" actId="14100"/>
          <ac:graphicFrameMkLst>
            <pc:docMk/>
            <pc:sldMk cId="3342166183" sldId="286"/>
            <ac:graphicFrameMk id="8" creationId="{5D768B22-F755-6531-DB75-22C2D010A631}"/>
          </ac:graphicFrameMkLst>
        </pc:graphicFrameChg>
        <pc:graphicFrameChg chg="add del mod modGraphic">
          <ac:chgData name="Anna Bianchi" userId="1dd43a41-4e4c-4b62-897c-c402d57a5e85" providerId="ADAL" clId="{8EFBC750-5E01-4228-9E81-CADABFDF27DE}" dt="2024-10-29T15:48:13.294" v="3617" actId="478"/>
          <ac:graphicFrameMkLst>
            <pc:docMk/>
            <pc:sldMk cId="3342166183" sldId="286"/>
            <ac:graphicFrameMk id="17" creationId="{528B57A3-D7B8-1580-6AF7-D7F0602F1666}"/>
          </ac:graphicFrameMkLst>
        </pc:graphicFrameChg>
        <pc:graphicFrameChg chg="add del mod modGraphic">
          <ac:chgData name="Anna Bianchi" userId="1dd43a41-4e4c-4b62-897c-c402d57a5e85" providerId="ADAL" clId="{8EFBC750-5E01-4228-9E81-CADABFDF27DE}" dt="2024-10-29T15:51:48.480" v="3766" actId="478"/>
          <ac:graphicFrameMkLst>
            <pc:docMk/>
            <pc:sldMk cId="3342166183" sldId="286"/>
            <ac:graphicFrameMk id="18" creationId="{93CDDD89-BE9D-C647-3EE3-CACD667CD2FA}"/>
          </ac:graphicFrameMkLst>
        </pc:graphicFrameChg>
        <pc:graphicFrameChg chg="add del mod modGraphic">
          <ac:chgData name="Anna Bianchi" userId="1dd43a41-4e4c-4b62-897c-c402d57a5e85" providerId="ADAL" clId="{8EFBC750-5E01-4228-9E81-CADABFDF27DE}" dt="2024-10-29T16:07:08.537" v="4041" actId="18245"/>
          <ac:graphicFrameMkLst>
            <pc:docMk/>
            <pc:sldMk cId="3342166183" sldId="286"/>
            <ac:graphicFrameMk id="19" creationId="{02251526-C175-79C1-B150-D08307F3370E}"/>
          </ac:graphicFrameMkLst>
        </pc:graphicFrameChg>
        <pc:graphicFrameChg chg="add del mod modGraphic">
          <ac:chgData name="Anna Bianchi" userId="1dd43a41-4e4c-4b62-897c-c402d57a5e85" providerId="ADAL" clId="{8EFBC750-5E01-4228-9E81-CADABFDF27DE}" dt="2024-11-14T15:00:48.976" v="8376" actId="14100"/>
          <ac:graphicFrameMkLst>
            <pc:docMk/>
            <pc:sldMk cId="3342166183" sldId="286"/>
            <ac:graphicFrameMk id="20" creationId="{E8BDAE0B-F1B1-DE5D-C61D-1E5B59A03493}"/>
          </ac:graphicFrameMkLst>
        </pc:graphicFrameChg>
        <pc:picChg chg="mod">
          <ac:chgData name="Anna Bianchi" userId="1dd43a41-4e4c-4b62-897c-c402d57a5e85" providerId="ADAL" clId="{8EFBC750-5E01-4228-9E81-CADABFDF27DE}" dt="2024-10-29T13:17:22.268" v="1830"/>
          <ac:picMkLst>
            <pc:docMk/>
            <pc:sldMk cId="3342166183" sldId="286"/>
            <ac:picMk id="6" creationId="{9C8AAB58-6809-4995-0FC6-754E38C2DE1C}"/>
          </ac:picMkLst>
        </pc:picChg>
        <pc:picChg chg="add del">
          <ac:chgData name="Anna Bianchi" userId="1dd43a41-4e4c-4b62-897c-c402d57a5e85" providerId="ADAL" clId="{8EFBC750-5E01-4228-9E81-CADABFDF27DE}" dt="2024-10-29T16:04:39.806" v="4027" actId="478"/>
          <ac:picMkLst>
            <pc:docMk/>
            <pc:sldMk cId="3342166183" sldId="286"/>
            <ac:picMk id="1026" creationId="{76A6E3A9-9989-6234-99E2-37518FD32388}"/>
          </ac:picMkLst>
        </pc:picChg>
        <pc:picChg chg="add del mod">
          <ac:chgData name="Anna Bianchi" userId="1dd43a41-4e4c-4b62-897c-c402d57a5e85" providerId="ADAL" clId="{8EFBC750-5E01-4228-9E81-CADABFDF27DE}" dt="2024-10-29T16:05:20.065" v="4032" actId="478"/>
          <ac:picMkLst>
            <pc:docMk/>
            <pc:sldMk cId="3342166183" sldId="286"/>
            <ac:picMk id="1028" creationId="{7E2F0ACB-5055-D306-5619-82E0C5EA0DD5}"/>
          </ac:picMkLst>
        </pc:picChg>
        <pc:cxnChg chg="mod">
          <ac:chgData name="Anna Bianchi" userId="1dd43a41-4e4c-4b62-897c-c402d57a5e85" providerId="ADAL" clId="{8EFBC750-5E01-4228-9E81-CADABFDF27DE}" dt="2024-10-29T15:40:22.932" v="3272" actId="478"/>
          <ac:cxnSpMkLst>
            <pc:docMk/>
            <pc:sldMk cId="3342166183" sldId="286"/>
            <ac:cxnSpMk id="10" creationId="{18EF5E79-B7BB-41F6-176E-B3AAB5CC09E4}"/>
          </ac:cxnSpMkLst>
        </pc:cxnChg>
      </pc:sldChg>
      <pc:sldChg chg="addSp delSp modSp add del mod">
        <pc:chgData name="Anna Bianchi" userId="1dd43a41-4e4c-4b62-897c-c402d57a5e85" providerId="ADAL" clId="{8EFBC750-5E01-4228-9E81-CADABFDF27DE}" dt="2024-10-29T14:04:02.900" v="2031" actId="47"/>
        <pc:sldMkLst>
          <pc:docMk/>
          <pc:sldMk cId="1875636262" sldId="287"/>
        </pc:sldMkLst>
        <pc:spChg chg="del">
          <ac:chgData name="Anna Bianchi" userId="1dd43a41-4e4c-4b62-897c-c402d57a5e85" providerId="ADAL" clId="{8EFBC750-5E01-4228-9E81-CADABFDF27DE}" dt="2024-10-29T13:12:36.607" v="1667" actId="478"/>
          <ac:spMkLst>
            <pc:docMk/>
            <pc:sldMk cId="1875636262" sldId="287"/>
            <ac:spMk id="2" creationId="{1D9E08CE-F8C8-FE18-EB94-0837A4AD8C01}"/>
          </ac:spMkLst>
        </pc:spChg>
        <pc:spChg chg="add mod">
          <ac:chgData name="Anna Bianchi" userId="1dd43a41-4e4c-4b62-897c-c402d57a5e85" providerId="ADAL" clId="{8EFBC750-5E01-4228-9E81-CADABFDF27DE}" dt="2024-10-29T13:12:36.857" v="1668"/>
          <ac:spMkLst>
            <pc:docMk/>
            <pc:sldMk cId="1875636262" sldId="287"/>
            <ac:spMk id="3" creationId="{87D79B4B-74F2-FF8F-E810-8289EBC508A0}"/>
          </ac:spMkLst>
        </pc:spChg>
        <pc:spChg chg="mod">
          <ac:chgData name="Anna Bianchi" userId="1dd43a41-4e4c-4b62-897c-c402d57a5e85" providerId="ADAL" clId="{8EFBC750-5E01-4228-9E81-CADABFDF27DE}" dt="2024-10-28T08:56:44.524" v="496" actId="20577"/>
          <ac:spMkLst>
            <pc:docMk/>
            <pc:sldMk cId="1875636262" sldId="287"/>
            <ac:spMk id="4" creationId="{AA6F2399-1BD6-A0A5-464A-7BFBACB862C6}"/>
          </ac:spMkLst>
        </pc:spChg>
      </pc:sldChg>
      <pc:sldChg chg="addSp delSp modSp add del mod">
        <pc:chgData name="Anna Bianchi" userId="1dd43a41-4e4c-4b62-897c-c402d57a5e85" providerId="ADAL" clId="{8EFBC750-5E01-4228-9E81-CADABFDF27DE}" dt="2024-10-29T15:25:41.518" v="3198" actId="47"/>
        <pc:sldMkLst>
          <pc:docMk/>
          <pc:sldMk cId="1794650225" sldId="288"/>
        </pc:sldMkLst>
        <pc:spChg chg="del">
          <ac:chgData name="Anna Bianchi" userId="1dd43a41-4e4c-4b62-897c-c402d57a5e85" providerId="ADAL" clId="{8EFBC750-5E01-4228-9E81-CADABFDF27DE}" dt="2024-10-29T13:12:21.164" v="1657" actId="478"/>
          <ac:spMkLst>
            <pc:docMk/>
            <pc:sldMk cId="1794650225" sldId="288"/>
            <ac:spMk id="2" creationId="{EE9C5091-3B27-75A0-9C88-04C747F41E68}"/>
          </ac:spMkLst>
        </pc:spChg>
        <pc:spChg chg="add mod">
          <ac:chgData name="Anna Bianchi" userId="1dd43a41-4e4c-4b62-897c-c402d57a5e85" providerId="ADAL" clId="{8EFBC750-5E01-4228-9E81-CADABFDF27DE}" dt="2024-10-29T13:12:22.085" v="1658"/>
          <ac:spMkLst>
            <pc:docMk/>
            <pc:sldMk cId="1794650225" sldId="288"/>
            <ac:spMk id="3" creationId="{B5228B58-6675-59E7-C008-2373C41FDE63}"/>
          </ac:spMkLst>
        </pc:spChg>
        <pc:spChg chg="mod">
          <ac:chgData name="Anna Bianchi" userId="1dd43a41-4e4c-4b62-897c-c402d57a5e85" providerId="ADAL" clId="{8EFBC750-5E01-4228-9E81-CADABFDF27DE}" dt="2024-10-29T15:18:22.228" v="3121" actId="5793"/>
          <ac:spMkLst>
            <pc:docMk/>
            <pc:sldMk cId="1794650225" sldId="288"/>
            <ac:spMk id="4" creationId="{A27AA3DF-DFD9-6DE5-ECC5-E23032DDF14B}"/>
          </ac:spMkLst>
        </pc:spChg>
        <pc:spChg chg="del">
          <ac:chgData name="Anna Bianchi" userId="1dd43a41-4e4c-4b62-897c-c402d57a5e85" providerId="ADAL" clId="{8EFBC750-5E01-4228-9E81-CADABFDF27DE}" dt="2024-10-28T08:57:08.680" v="524" actId="478"/>
          <ac:spMkLst>
            <pc:docMk/>
            <pc:sldMk cId="1794650225" sldId="288"/>
            <ac:spMk id="8" creationId="{B71DFAA3-82FC-041C-B588-126CBD0F0104}"/>
          </ac:spMkLst>
        </pc:spChg>
        <pc:spChg chg="del">
          <ac:chgData name="Anna Bianchi" userId="1dd43a41-4e4c-4b62-897c-c402d57a5e85" providerId="ADAL" clId="{8EFBC750-5E01-4228-9E81-CADABFDF27DE}" dt="2024-10-28T08:57:09.634" v="525" actId="478"/>
          <ac:spMkLst>
            <pc:docMk/>
            <pc:sldMk cId="1794650225" sldId="288"/>
            <ac:spMk id="10" creationId="{D3C4B22A-448F-C0BB-5139-A3C318F9D17F}"/>
          </ac:spMkLst>
        </pc:spChg>
        <pc:picChg chg="del">
          <ac:chgData name="Anna Bianchi" userId="1dd43a41-4e4c-4b62-897c-c402d57a5e85" providerId="ADAL" clId="{8EFBC750-5E01-4228-9E81-CADABFDF27DE}" dt="2024-10-28T08:57:07.367" v="523" actId="478"/>
          <ac:picMkLst>
            <pc:docMk/>
            <pc:sldMk cId="1794650225" sldId="288"/>
            <ac:picMk id="9" creationId="{A87C548D-361B-3DAF-1E63-E933C28D3E44}"/>
          </ac:picMkLst>
        </pc:picChg>
      </pc:sldChg>
      <pc:sldChg chg="new del">
        <pc:chgData name="Anna Bianchi" userId="1dd43a41-4e4c-4b62-897c-c402d57a5e85" providerId="ADAL" clId="{8EFBC750-5E01-4228-9E81-CADABFDF27DE}" dt="2024-10-29T12:47:14.008" v="1027" actId="47"/>
        <pc:sldMkLst>
          <pc:docMk/>
          <pc:sldMk cId="3870493050" sldId="289"/>
        </pc:sldMkLst>
      </pc:sldChg>
      <pc:sldChg chg="addSp delSp modSp new mod">
        <pc:chgData name="Anna Bianchi" userId="1dd43a41-4e4c-4b62-897c-c402d57a5e85" providerId="ADAL" clId="{8EFBC750-5E01-4228-9E81-CADABFDF27DE}" dt="2024-11-16T15:27:16.780" v="8899"/>
        <pc:sldMkLst>
          <pc:docMk/>
          <pc:sldMk cId="705726129" sldId="290"/>
        </pc:sldMkLst>
        <pc:spChg chg="del mod">
          <ac:chgData name="Anna Bianchi" userId="1dd43a41-4e4c-4b62-897c-c402d57a5e85" providerId="ADAL" clId="{8EFBC750-5E01-4228-9E81-CADABFDF27DE}" dt="2024-10-29T12:47:48.150" v="1043" actId="478"/>
          <ac:spMkLst>
            <pc:docMk/>
            <pc:sldMk cId="705726129" sldId="290"/>
            <ac:spMk id="2" creationId="{8A5839E7-AC53-58B2-D80F-5073DCB0FD4D}"/>
          </ac:spMkLst>
        </pc:spChg>
        <pc:spChg chg="add del mod">
          <ac:chgData name="Anna Bianchi" userId="1dd43a41-4e4c-4b62-897c-c402d57a5e85" providerId="ADAL" clId="{8EFBC750-5E01-4228-9E81-CADABFDF27DE}" dt="2024-11-16T15:27:15.838" v="8898" actId="478"/>
          <ac:spMkLst>
            <pc:docMk/>
            <pc:sldMk cId="705726129" sldId="290"/>
            <ac:spMk id="3" creationId="{7B409170-0528-59B9-997A-62F9E36E9EE1}"/>
          </ac:spMkLst>
        </pc:spChg>
        <pc:spChg chg="add del">
          <ac:chgData name="Anna Bianchi" userId="1dd43a41-4e4c-4b62-897c-c402d57a5e85" providerId="ADAL" clId="{8EFBC750-5E01-4228-9E81-CADABFDF27DE}" dt="2024-10-29T12:51:02.133" v="1133" actId="931"/>
          <ac:spMkLst>
            <pc:docMk/>
            <pc:sldMk cId="705726129" sldId="290"/>
            <ac:spMk id="3" creationId="{9C354529-02BD-993E-28FA-5459AE8ED4AC}"/>
          </ac:spMkLst>
        </pc:spChg>
        <pc:spChg chg="add mod">
          <ac:chgData name="Anna Bianchi" userId="1dd43a41-4e4c-4b62-897c-c402d57a5e85" providerId="ADAL" clId="{8EFBC750-5E01-4228-9E81-CADABFDF27DE}" dt="2024-11-16T15:27:16.780" v="8899"/>
          <ac:spMkLst>
            <pc:docMk/>
            <pc:sldMk cId="705726129" sldId="290"/>
            <ac:spMk id="4" creationId="{729565CD-655B-658F-E1BA-DA98400472AD}"/>
          </ac:spMkLst>
        </pc:spChg>
        <pc:spChg chg="del mod ord">
          <ac:chgData name="Anna Bianchi" userId="1dd43a41-4e4c-4b62-897c-c402d57a5e85" providerId="ADAL" clId="{8EFBC750-5E01-4228-9E81-CADABFDF27DE}" dt="2024-10-29T12:47:04.693" v="1024" actId="21"/>
          <ac:spMkLst>
            <pc:docMk/>
            <pc:sldMk cId="705726129" sldId="290"/>
            <ac:spMk id="4" creationId="{E563E3BC-8176-A402-46AB-F54504FEC957}"/>
          </ac:spMkLst>
        </pc:spChg>
        <pc:spChg chg="mod">
          <ac:chgData name="Anna Bianchi" userId="1dd43a41-4e4c-4b62-897c-c402d57a5e85" providerId="ADAL" clId="{8EFBC750-5E01-4228-9E81-CADABFDF27DE}" dt="2024-10-29T14:04:36.495" v="2056" actId="20577"/>
          <ac:spMkLst>
            <pc:docMk/>
            <pc:sldMk cId="705726129" sldId="290"/>
            <ac:spMk id="5" creationId="{F153B584-5B5C-4C81-E37F-5D18A29CE499}"/>
          </ac:spMkLst>
        </pc:spChg>
        <pc:spChg chg="mod">
          <ac:chgData name="Anna Bianchi" userId="1dd43a41-4e4c-4b62-897c-c402d57a5e85" providerId="ADAL" clId="{8EFBC750-5E01-4228-9E81-CADABFDF27DE}" dt="2024-11-15T09:42:25.593" v="8594" actId="1036"/>
          <ac:spMkLst>
            <pc:docMk/>
            <pc:sldMk cId="705726129" sldId="290"/>
            <ac:spMk id="6" creationId="{11F0CC3B-2055-2944-FB1C-DCE7571A85EE}"/>
          </ac:spMkLst>
        </pc:spChg>
        <pc:spChg chg="mod">
          <ac:chgData name="Anna Bianchi" userId="1dd43a41-4e4c-4b62-897c-c402d57a5e85" providerId="ADAL" clId="{8EFBC750-5E01-4228-9E81-CADABFDF27DE}" dt="2024-11-15T09:42:15.354" v="8568" actId="1076"/>
          <ac:spMkLst>
            <pc:docMk/>
            <pc:sldMk cId="705726129" sldId="290"/>
            <ac:spMk id="7" creationId="{2F705A85-6434-84C6-B6E5-5E8698512528}"/>
          </ac:spMkLst>
        </pc:spChg>
        <pc:spChg chg="add del mod">
          <ac:chgData name="Anna Bianchi" userId="1dd43a41-4e4c-4b62-897c-c402d57a5e85" providerId="ADAL" clId="{8EFBC750-5E01-4228-9E81-CADABFDF27DE}" dt="2024-10-29T12:47:08.989" v="1025" actId="478"/>
          <ac:spMkLst>
            <pc:docMk/>
            <pc:sldMk cId="705726129" sldId="290"/>
            <ac:spMk id="9" creationId="{650B2653-19B9-5D86-9CD4-82BB2179DF8E}"/>
          </ac:spMkLst>
        </pc:spChg>
        <pc:spChg chg="add del mod">
          <ac:chgData name="Anna Bianchi" userId="1dd43a41-4e4c-4b62-897c-c402d57a5e85" providerId="ADAL" clId="{8EFBC750-5E01-4228-9E81-CADABFDF27DE}" dt="2024-11-16T15:27:11.567" v="8897" actId="478"/>
          <ac:spMkLst>
            <pc:docMk/>
            <pc:sldMk cId="705726129" sldId="290"/>
            <ac:spMk id="18" creationId="{E900BDAD-6E03-2964-CF61-AB87CC6105A0}"/>
          </ac:spMkLst>
        </pc:spChg>
        <pc:grpChg chg="add mod">
          <ac:chgData name="Anna Bianchi" userId="1dd43a41-4e4c-4b62-897c-c402d57a5e85" providerId="ADAL" clId="{8EFBC750-5E01-4228-9E81-CADABFDF27DE}" dt="2024-10-29T12:52:23.014" v="1145"/>
          <ac:grpSpMkLst>
            <pc:docMk/>
            <pc:sldMk cId="705726129" sldId="290"/>
            <ac:grpSpMk id="14" creationId="{8A474BC6-3C37-47E1-D565-01523AB2C282}"/>
          </ac:grpSpMkLst>
        </pc:grpChg>
        <pc:picChg chg="add mod">
          <ac:chgData name="Anna Bianchi" userId="1dd43a41-4e4c-4b62-897c-c402d57a5e85" providerId="ADAL" clId="{8EFBC750-5E01-4228-9E81-CADABFDF27DE}" dt="2024-10-29T12:48:22.828" v="1098" actId="931"/>
          <ac:picMkLst>
            <pc:docMk/>
            <pc:sldMk cId="705726129" sldId="290"/>
            <ac:picMk id="11" creationId="{57E477D5-8DD5-3048-8F2B-AF380C95FAB1}"/>
          </ac:picMkLst>
        </pc:picChg>
        <pc:picChg chg="add mod">
          <ac:chgData name="Anna Bianchi" userId="1dd43a41-4e4c-4b62-897c-c402d57a5e85" providerId="ADAL" clId="{8EFBC750-5E01-4228-9E81-CADABFDF27DE}" dt="2024-10-29T12:51:03.165" v="1135" actId="962"/>
          <ac:picMkLst>
            <pc:docMk/>
            <pc:sldMk cId="705726129" sldId="290"/>
            <ac:picMk id="13" creationId="{656BB8CC-FE10-1A68-A9CE-ECB5F68E66ED}"/>
          </ac:picMkLst>
        </pc:picChg>
        <pc:picChg chg="mod">
          <ac:chgData name="Anna Bianchi" userId="1dd43a41-4e4c-4b62-897c-c402d57a5e85" providerId="ADAL" clId="{8EFBC750-5E01-4228-9E81-CADABFDF27DE}" dt="2024-10-29T12:52:23.014" v="1145"/>
          <ac:picMkLst>
            <pc:docMk/>
            <pc:sldMk cId="705726129" sldId="290"/>
            <ac:picMk id="15" creationId="{3E7947BE-8FA1-4E71-67CA-DD8A4F83DB3F}"/>
          </ac:picMkLst>
        </pc:picChg>
        <pc:picChg chg="mod">
          <ac:chgData name="Anna Bianchi" userId="1dd43a41-4e4c-4b62-897c-c402d57a5e85" providerId="ADAL" clId="{8EFBC750-5E01-4228-9E81-CADABFDF27DE}" dt="2024-10-29T12:52:23.014" v="1145"/>
          <ac:picMkLst>
            <pc:docMk/>
            <pc:sldMk cId="705726129" sldId="290"/>
            <ac:picMk id="16" creationId="{71B9D1D7-A226-C737-6E6B-4FEDF8E8F10D}"/>
          </ac:picMkLst>
        </pc:picChg>
        <pc:picChg chg="mod">
          <ac:chgData name="Anna Bianchi" userId="1dd43a41-4e4c-4b62-897c-c402d57a5e85" providerId="ADAL" clId="{8EFBC750-5E01-4228-9E81-CADABFDF27DE}" dt="2024-10-29T12:52:23.014" v="1145"/>
          <ac:picMkLst>
            <pc:docMk/>
            <pc:sldMk cId="705726129" sldId="290"/>
            <ac:picMk id="17" creationId="{37560E39-DBE7-C654-50FF-CA0F7942EB96}"/>
          </ac:picMkLst>
        </pc:picChg>
      </pc:sldChg>
      <pc:sldChg chg="addSp delSp modSp add mod delAnim modAnim">
        <pc:chgData name="Anna Bianchi" userId="1dd43a41-4e4c-4b62-897c-c402d57a5e85" providerId="ADAL" clId="{8EFBC750-5E01-4228-9E81-CADABFDF27DE}" dt="2024-11-08T15:22:43.150" v="7532" actId="20577"/>
        <pc:sldMkLst>
          <pc:docMk/>
          <pc:sldMk cId="3311715100" sldId="291"/>
        </pc:sldMkLst>
        <pc:spChg chg="add mod">
          <ac:chgData name="Anna Bianchi" userId="1dd43a41-4e4c-4b62-897c-c402d57a5e85" providerId="ADAL" clId="{8EFBC750-5E01-4228-9E81-CADABFDF27DE}" dt="2024-11-08T12:00:52.223" v="6712"/>
          <ac:spMkLst>
            <pc:docMk/>
            <pc:sldMk cId="3311715100" sldId="291"/>
            <ac:spMk id="2" creationId="{96B97903-712B-6BB3-31DF-3385A033BA4A}"/>
          </ac:spMkLst>
        </pc:spChg>
        <pc:spChg chg="del">
          <ac:chgData name="Anna Bianchi" userId="1dd43a41-4e4c-4b62-897c-c402d57a5e85" providerId="ADAL" clId="{8EFBC750-5E01-4228-9E81-CADABFDF27DE}" dt="2024-10-29T13:12:24.259" v="1659" actId="478"/>
          <ac:spMkLst>
            <pc:docMk/>
            <pc:sldMk cId="3311715100" sldId="291"/>
            <ac:spMk id="2" creationId="{ACCD6E58-1B06-E949-140B-D731F3D0EC8A}"/>
          </ac:spMkLst>
        </pc:spChg>
        <pc:spChg chg="add del mod">
          <ac:chgData name="Anna Bianchi" userId="1dd43a41-4e4c-4b62-897c-c402d57a5e85" providerId="ADAL" clId="{8EFBC750-5E01-4228-9E81-CADABFDF27DE}" dt="2024-11-08T12:00:52.020" v="6711" actId="478"/>
          <ac:spMkLst>
            <pc:docMk/>
            <pc:sldMk cId="3311715100" sldId="291"/>
            <ac:spMk id="3" creationId="{4A90B1B4-FD7C-7B31-7CA9-7540CEBB9362}"/>
          </ac:spMkLst>
        </pc:spChg>
        <pc:spChg chg="mod">
          <ac:chgData name="Anna Bianchi" userId="1dd43a41-4e4c-4b62-897c-c402d57a5e85" providerId="ADAL" clId="{8EFBC750-5E01-4228-9E81-CADABFDF27DE}" dt="2024-10-29T14:48:33.395" v="2783" actId="20577"/>
          <ac:spMkLst>
            <pc:docMk/>
            <pc:sldMk cId="3311715100" sldId="291"/>
            <ac:spMk id="4" creationId="{758857C4-6697-4EB8-B639-51FCB7D70311}"/>
          </ac:spMkLst>
        </pc:spChg>
        <pc:spChg chg="del">
          <ac:chgData name="Anna Bianchi" userId="1dd43a41-4e4c-4b62-897c-c402d57a5e85" providerId="ADAL" clId="{8EFBC750-5E01-4228-9E81-CADABFDF27DE}" dt="2024-11-08T15:22:40.616" v="7530" actId="478"/>
          <ac:spMkLst>
            <pc:docMk/>
            <pc:sldMk cId="3311715100" sldId="291"/>
            <ac:spMk id="5" creationId="{56581491-9874-8B4B-3B71-FDE05409160E}"/>
          </ac:spMkLst>
        </pc:spChg>
        <pc:spChg chg="add mod">
          <ac:chgData name="Anna Bianchi" userId="1dd43a41-4e4c-4b62-897c-c402d57a5e85" providerId="ADAL" clId="{8EFBC750-5E01-4228-9E81-CADABFDF27DE}" dt="2024-11-08T15:22:43.150" v="7532" actId="20577"/>
          <ac:spMkLst>
            <pc:docMk/>
            <pc:sldMk cId="3311715100" sldId="291"/>
            <ac:spMk id="7" creationId="{FA7C5764-7BC3-1AC7-EFAC-2C4CA5159275}"/>
          </ac:spMkLst>
        </pc:spChg>
        <pc:spChg chg="add del">
          <ac:chgData name="Anna Bianchi" userId="1dd43a41-4e4c-4b62-897c-c402d57a5e85" providerId="ADAL" clId="{8EFBC750-5E01-4228-9E81-CADABFDF27DE}" dt="2024-10-29T14:42:11.058" v="2663" actId="22"/>
          <ac:spMkLst>
            <pc:docMk/>
            <pc:sldMk cId="3311715100" sldId="291"/>
            <ac:spMk id="8" creationId="{09DF5690-88AC-848A-EFE7-5C8DA9B29A1F}"/>
          </ac:spMkLst>
        </pc:spChg>
        <pc:spChg chg="add del mod">
          <ac:chgData name="Anna Bianchi" userId="1dd43a41-4e4c-4b62-897c-c402d57a5e85" providerId="ADAL" clId="{8EFBC750-5E01-4228-9E81-CADABFDF27DE}" dt="2024-10-29T14:58:20.021" v="2903" actId="478"/>
          <ac:spMkLst>
            <pc:docMk/>
            <pc:sldMk cId="3311715100" sldId="291"/>
            <ac:spMk id="10" creationId="{C55681C3-977C-5DCB-265E-03AE568FD1CC}"/>
          </ac:spMkLst>
        </pc:spChg>
        <pc:spChg chg="add del mod">
          <ac:chgData name="Anna Bianchi" userId="1dd43a41-4e4c-4b62-897c-c402d57a5e85" providerId="ADAL" clId="{8EFBC750-5E01-4228-9E81-CADABFDF27DE}" dt="2024-10-29T14:58:19.286" v="2902" actId="478"/>
          <ac:spMkLst>
            <pc:docMk/>
            <pc:sldMk cId="3311715100" sldId="291"/>
            <ac:spMk id="11" creationId="{AAF39D32-C6A9-27BD-491E-8468F3596F6F}"/>
          </ac:spMkLst>
        </pc:spChg>
        <pc:spChg chg="add del mod">
          <ac:chgData name="Anna Bianchi" userId="1dd43a41-4e4c-4b62-897c-c402d57a5e85" providerId="ADAL" clId="{8EFBC750-5E01-4228-9E81-CADABFDF27DE}" dt="2024-10-29T14:58:18.738" v="2901" actId="478"/>
          <ac:spMkLst>
            <pc:docMk/>
            <pc:sldMk cId="3311715100" sldId="291"/>
            <ac:spMk id="12" creationId="{CE3CB1BB-18C6-DFAE-E88A-C84F05E960BF}"/>
          </ac:spMkLst>
        </pc:spChg>
        <pc:spChg chg="add del mod">
          <ac:chgData name="Anna Bianchi" userId="1dd43a41-4e4c-4b62-897c-c402d57a5e85" providerId="ADAL" clId="{8EFBC750-5E01-4228-9E81-CADABFDF27DE}" dt="2024-10-29T14:58:17.832" v="2900" actId="478"/>
          <ac:spMkLst>
            <pc:docMk/>
            <pc:sldMk cId="3311715100" sldId="291"/>
            <ac:spMk id="13" creationId="{1C826308-DCA8-94C5-8990-438177980808}"/>
          </ac:spMkLst>
        </pc:spChg>
        <pc:spChg chg="add del mod">
          <ac:chgData name="Anna Bianchi" userId="1dd43a41-4e4c-4b62-897c-c402d57a5e85" providerId="ADAL" clId="{8EFBC750-5E01-4228-9E81-CADABFDF27DE}" dt="2024-10-29T15:00:14.510" v="2932" actId="478"/>
          <ac:spMkLst>
            <pc:docMk/>
            <pc:sldMk cId="3311715100" sldId="291"/>
            <ac:spMk id="14" creationId="{0AD2E364-B4B3-37FF-6D99-1774D3549FF3}"/>
          </ac:spMkLst>
        </pc:spChg>
        <pc:spChg chg="add mod">
          <ac:chgData name="Anna Bianchi" userId="1dd43a41-4e4c-4b62-897c-c402d57a5e85" providerId="ADAL" clId="{8EFBC750-5E01-4228-9E81-CADABFDF27DE}" dt="2024-10-29T15:01:43.272" v="2953" actId="1036"/>
          <ac:spMkLst>
            <pc:docMk/>
            <pc:sldMk cId="3311715100" sldId="291"/>
            <ac:spMk id="15" creationId="{F7BCE6B7-39BA-586D-5610-603DA55B0ED0}"/>
          </ac:spMkLst>
        </pc:spChg>
        <pc:spChg chg="add del mod">
          <ac:chgData name="Anna Bianchi" userId="1dd43a41-4e4c-4b62-897c-c402d57a5e85" providerId="ADAL" clId="{8EFBC750-5E01-4228-9E81-CADABFDF27DE}" dt="2024-10-29T14:59:17.449" v="2908" actId="21"/>
          <ac:spMkLst>
            <pc:docMk/>
            <pc:sldMk cId="3311715100" sldId="291"/>
            <ac:spMk id="16" creationId="{D70B1433-84B3-5C01-FC31-E553305274D8}"/>
          </ac:spMkLst>
        </pc:spChg>
        <pc:spChg chg="add mod">
          <ac:chgData name="Anna Bianchi" userId="1dd43a41-4e4c-4b62-897c-c402d57a5e85" providerId="ADAL" clId="{8EFBC750-5E01-4228-9E81-CADABFDF27DE}" dt="2024-10-29T15:01:20.914" v="2947" actId="1036"/>
          <ac:spMkLst>
            <pc:docMk/>
            <pc:sldMk cId="3311715100" sldId="291"/>
            <ac:spMk id="17" creationId="{D70B1433-84B3-5C01-FC31-E553305274D8}"/>
          </ac:spMkLst>
        </pc:spChg>
        <pc:spChg chg="add mod">
          <ac:chgData name="Anna Bianchi" userId="1dd43a41-4e4c-4b62-897c-c402d57a5e85" providerId="ADAL" clId="{8EFBC750-5E01-4228-9E81-CADABFDF27DE}" dt="2024-10-29T15:01:58.032" v="2956" actId="1036"/>
          <ac:spMkLst>
            <pc:docMk/>
            <pc:sldMk cId="3311715100" sldId="291"/>
            <ac:spMk id="18" creationId="{2665C7A8-B1EC-EB7F-8FBE-10DDAD042FA3}"/>
          </ac:spMkLst>
        </pc:spChg>
        <pc:spChg chg="add mod">
          <ac:chgData name="Anna Bianchi" userId="1dd43a41-4e4c-4b62-897c-c402d57a5e85" providerId="ADAL" clId="{8EFBC750-5E01-4228-9E81-CADABFDF27DE}" dt="2024-10-29T15:01:54.420" v="2955" actId="1036"/>
          <ac:spMkLst>
            <pc:docMk/>
            <pc:sldMk cId="3311715100" sldId="291"/>
            <ac:spMk id="19" creationId="{A863C6D8-16AC-D414-BF6E-35C6E48EF392}"/>
          </ac:spMkLst>
        </pc:spChg>
        <pc:spChg chg="add mod">
          <ac:chgData name="Anna Bianchi" userId="1dd43a41-4e4c-4b62-897c-c402d57a5e85" providerId="ADAL" clId="{8EFBC750-5E01-4228-9E81-CADABFDF27DE}" dt="2024-10-29T15:01:50.965" v="2954" actId="1036"/>
          <ac:spMkLst>
            <pc:docMk/>
            <pc:sldMk cId="3311715100" sldId="291"/>
            <ac:spMk id="20" creationId="{0D903DF8-37EC-3333-F96C-60D757868BFD}"/>
          </ac:spMkLst>
        </pc:spChg>
        <pc:graphicFrameChg chg="add mod modGraphic">
          <ac:chgData name="Anna Bianchi" userId="1dd43a41-4e4c-4b62-897c-c402d57a5e85" providerId="ADAL" clId="{8EFBC750-5E01-4228-9E81-CADABFDF27DE}" dt="2024-10-29T14:52:12.261" v="2832" actId="20577"/>
          <ac:graphicFrameMkLst>
            <pc:docMk/>
            <pc:sldMk cId="3311715100" sldId="291"/>
            <ac:graphicFrameMk id="6" creationId="{C3E4DD66-5FC1-1B07-CF2B-3405E11AE083}"/>
          </ac:graphicFrameMkLst>
        </pc:graphicFrameChg>
        <pc:graphicFrameChg chg="add del mod">
          <ac:chgData name="Anna Bianchi" userId="1dd43a41-4e4c-4b62-897c-c402d57a5e85" providerId="ADAL" clId="{8EFBC750-5E01-4228-9E81-CADABFDF27DE}" dt="2024-10-29T14:43:56.096" v="2706" actId="478"/>
          <ac:graphicFrameMkLst>
            <pc:docMk/>
            <pc:sldMk cId="3311715100" sldId="291"/>
            <ac:graphicFrameMk id="9" creationId="{63971E82-BFDA-08F7-994D-163F6462E83F}"/>
          </ac:graphicFrameMkLst>
        </pc:graphicFrameChg>
      </pc:sldChg>
      <pc:sldChg chg="add del">
        <pc:chgData name="Anna Bianchi" userId="1dd43a41-4e4c-4b62-897c-c402d57a5e85" providerId="ADAL" clId="{8EFBC750-5E01-4228-9E81-CADABFDF27DE}" dt="2024-10-29T13:12:08.627" v="1645"/>
        <pc:sldMkLst>
          <pc:docMk/>
          <pc:sldMk cId="3370904327" sldId="292"/>
        </pc:sldMkLst>
      </pc:sldChg>
      <pc:sldChg chg="addSp delSp modSp add mod">
        <pc:chgData name="Anna Bianchi" userId="1dd43a41-4e4c-4b62-897c-c402d57a5e85" providerId="ADAL" clId="{8EFBC750-5E01-4228-9E81-CADABFDF27DE}" dt="2024-11-08T15:23:16.005" v="7538" actId="20577"/>
        <pc:sldMkLst>
          <pc:docMk/>
          <pc:sldMk cId="3596542298" sldId="292"/>
        </pc:sldMkLst>
        <pc:spChg chg="del">
          <ac:chgData name="Anna Bianchi" userId="1dd43a41-4e4c-4b62-897c-c402d57a5e85" providerId="ADAL" clId="{8EFBC750-5E01-4228-9E81-CADABFDF27DE}" dt="2024-10-29T13:12:26.902" v="1661" actId="478"/>
          <ac:spMkLst>
            <pc:docMk/>
            <pc:sldMk cId="3596542298" sldId="292"/>
            <ac:spMk id="2" creationId="{0B129D03-BA43-A8A6-3887-56844A623606}"/>
          </ac:spMkLst>
        </pc:spChg>
        <pc:spChg chg="add mod">
          <ac:chgData name="Anna Bianchi" userId="1dd43a41-4e4c-4b62-897c-c402d57a5e85" providerId="ADAL" clId="{8EFBC750-5E01-4228-9E81-CADABFDF27DE}" dt="2024-11-08T12:00:59.350" v="6716"/>
          <ac:spMkLst>
            <pc:docMk/>
            <pc:sldMk cId="3596542298" sldId="292"/>
            <ac:spMk id="2" creationId="{7FD352BA-55EE-16DC-649A-EB4D8C1359B0}"/>
          </ac:spMkLst>
        </pc:spChg>
        <pc:spChg chg="add del mod">
          <ac:chgData name="Anna Bianchi" userId="1dd43a41-4e4c-4b62-897c-c402d57a5e85" providerId="ADAL" clId="{8EFBC750-5E01-4228-9E81-CADABFDF27DE}" dt="2024-11-08T12:00:59.100" v="6715" actId="478"/>
          <ac:spMkLst>
            <pc:docMk/>
            <pc:sldMk cId="3596542298" sldId="292"/>
            <ac:spMk id="3" creationId="{DC4830DE-711E-0890-24FE-948B14098FD1}"/>
          </ac:spMkLst>
        </pc:spChg>
        <pc:spChg chg="mod">
          <ac:chgData name="Anna Bianchi" userId="1dd43a41-4e4c-4b62-897c-c402d57a5e85" providerId="ADAL" clId="{8EFBC750-5E01-4228-9E81-CADABFDF27DE}" dt="2024-10-29T13:12:14.629" v="1656" actId="20577"/>
          <ac:spMkLst>
            <pc:docMk/>
            <pc:sldMk cId="3596542298" sldId="292"/>
            <ac:spMk id="4" creationId="{86F614F1-6DDB-01FB-21E6-2AE5C75BB0B9}"/>
          </ac:spMkLst>
        </pc:spChg>
        <pc:spChg chg="mod">
          <ac:chgData name="Anna Bianchi" userId="1dd43a41-4e4c-4b62-897c-c402d57a5e85" providerId="ADAL" clId="{8EFBC750-5E01-4228-9E81-CADABFDF27DE}" dt="2024-11-08T15:23:16.005" v="7538" actId="20577"/>
          <ac:spMkLst>
            <pc:docMk/>
            <pc:sldMk cId="3596542298" sldId="292"/>
            <ac:spMk id="5" creationId="{5D9B925F-B96D-8125-AAAE-2681366C441B}"/>
          </ac:spMkLst>
        </pc:spChg>
        <pc:graphicFrameChg chg="add mod modGraphic">
          <ac:chgData name="Anna Bianchi" userId="1dd43a41-4e4c-4b62-897c-c402d57a5e85" providerId="ADAL" clId="{8EFBC750-5E01-4228-9E81-CADABFDF27DE}" dt="2024-10-29T13:14:34.932" v="1744"/>
          <ac:graphicFrameMkLst>
            <pc:docMk/>
            <pc:sldMk cId="3596542298" sldId="292"/>
            <ac:graphicFrameMk id="6" creationId="{9CCA384B-DB2D-9134-B019-E1310D58E3AB}"/>
          </ac:graphicFrameMkLst>
        </pc:graphicFrameChg>
        <pc:graphicFrameChg chg="add mod modGraphic">
          <ac:chgData name="Anna Bianchi" userId="1dd43a41-4e4c-4b62-897c-c402d57a5e85" providerId="ADAL" clId="{8EFBC750-5E01-4228-9E81-CADABFDF27DE}" dt="2024-10-29T13:15:52.233" v="1771" actId="1076"/>
          <ac:graphicFrameMkLst>
            <pc:docMk/>
            <pc:sldMk cId="3596542298" sldId="292"/>
            <ac:graphicFrameMk id="7" creationId="{15953F4E-8660-84E9-FBF7-C0817C3311E1}"/>
          </ac:graphicFrameMkLst>
        </pc:graphicFrameChg>
      </pc:sldChg>
      <pc:sldChg chg="addSp delSp modSp add mod ord delAnim modAnim">
        <pc:chgData name="Anna Bianchi" userId="1dd43a41-4e4c-4b62-897c-c402d57a5e85" providerId="ADAL" clId="{8EFBC750-5E01-4228-9E81-CADABFDF27DE}" dt="2024-11-14T14:42:07.354" v="8248" actId="20577"/>
        <pc:sldMkLst>
          <pc:docMk/>
          <pc:sldMk cId="4097456475" sldId="293"/>
        </pc:sldMkLst>
        <pc:spChg chg="del">
          <ac:chgData name="Anna Bianchi" userId="1dd43a41-4e4c-4b62-897c-c402d57a5e85" providerId="ADAL" clId="{8EFBC750-5E01-4228-9E81-CADABFDF27DE}" dt="2024-11-08T12:00:44.625" v="6707" actId="478"/>
          <ac:spMkLst>
            <pc:docMk/>
            <pc:sldMk cId="4097456475" sldId="293"/>
            <ac:spMk id="3" creationId="{2A1FAAE0-CC8B-7882-0E7B-A97B5F62F3FF}"/>
          </ac:spMkLst>
        </pc:spChg>
        <pc:spChg chg="mod">
          <ac:chgData name="Anna Bianchi" userId="1dd43a41-4e4c-4b62-897c-c402d57a5e85" providerId="ADAL" clId="{8EFBC750-5E01-4228-9E81-CADABFDF27DE}" dt="2024-10-29T15:18:47.085" v="3148" actId="20577"/>
          <ac:spMkLst>
            <pc:docMk/>
            <pc:sldMk cId="4097456475" sldId="293"/>
            <ac:spMk id="4" creationId="{47917924-0A05-0AFF-42FD-717E08837BA7}"/>
          </ac:spMkLst>
        </pc:spChg>
        <pc:spChg chg="del">
          <ac:chgData name="Anna Bianchi" userId="1dd43a41-4e4c-4b62-897c-c402d57a5e85" providerId="ADAL" clId="{8EFBC750-5E01-4228-9E81-CADABFDF27DE}" dt="2024-11-08T15:22:27.597" v="7525" actId="478"/>
          <ac:spMkLst>
            <pc:docMk/>
            <pc:sldMk cId="4097456475" sldId="293"/>
            <ac:spMk id="5" creationId="{F7C27068-255D-7149-BEB3-52266ADEA579}"/>
          </ac:spMkLst>
        </pc:spChg>
        <pc:spChg chg="mod">
          <ac:chgData name="Anna Bianchi" userId="1dd43a41-4e4c-4b62-897c-c402d57a5e85" providerId="ADAL" clId="{8EFBC750-5E01-4228-9E81-CADABFDF27DE}" dt="2024-11-14T14:42:07.354" v="8248" actId="20577"/>
          <ac:spMkLst>
            <pc:docMk/>
            <pc:sldMk cId="4097456475" sldId="293"/>
            <ac:spMk id="7" creationId="{54A5C8B1-4CE0-C953-C379-FD18BCE4E993}"/>
          </ac:spMkLst>
        </pc:spChg>
        <pc:spChg chg="del mod">
          <ac:chgData name="Anna Bianchi" userId="1dd43a41-4e4c-4b62-897c-c402d57a5e85" providerId="ADAL" clId="{8EFBC750-5E01-4228-9E81-CADABFDF27DE}" dt="2024-11-08T15:14:06.572" v="7480" actId="478"/>
          <ac:spMkLst>
            <pc:docMk/>
            <pc:sldMk cId="4097456475" sldId="293"/>
            <ac:spMk id="7" creationId="{99324A22-CA58-809A-E47E-52782F67C48B}"/>
          </ac:spMkLst>
        </pc:spChg>
        <pc:spChg chg="add mod">
          <ac:chgData name="Anna Bianchi" userId="1dd43a41-4e4c-4b62-897c-c402d57a5e85" providerId="ADAL" clId="{8EFBC750-5E01-4228-9E81-CADABFDF27DE}" dt="2024-11-08T12:00:44.844" v="6708"/>
          <ac:spMkLst>
            <pc:docMk/>
            <pc:sldMk cId="4097456475" sldId="293"/>
            <ac:spMk id="9" creationId="{D221D9F7-E7FC-A14B-8322-A6E59C8E5EA5}"/>
          </ac:spMkLst>
        </pc:spChg>
        <pc:spChg chg="add mod">
          <ac:chgData name="Anna Bianchi" userId="1dd43a41-4e4c-4b62-897c-c402d57a5e85" providerId="ADAL" clId="{8EFBC750-5E01-4228-9E81-CADABFDF27DE}" dt="2024-11-08T15:14:26.064" v="7500" actId="1035"/>
          <ac:spMkLst>
            <pc:docMk/>
            <pc:sldMk cId="4097456475" sldId="293"/>
            <ac:spMk id="10" creationId="{3AAD75E7-ACC3-F87B-4559-5C808FA6D835}"/>
          </ac:spMkLst>
        </pc:spChg>
        <pc:spChg chg="add mod">
          <ac:chgData name="Anna Bianchi" userId="1dd43a41-4e4c-4b62-897c-c402d57a5e85" providerId="ADAL" clId="{8EFBC750-5E01-4228-9E81-CADABFDF27DE}" dt="2024-11-08T15:22:29.720" v="7527" actId="20577"/>
          <ac:spMkLst>
            <pc:docMk/>
            <pc:sldMk cId="4097456475" sldId="293"/>
            <ac:spMk id="11" creationId="{BC4ED6E0-DB53-39FF-B4F8-7B0534776344}"/>
          </ac:spMkLst>
        </pc:spChg>
        <pc:graphicFrameChg chg="mod">
          <ac:chgData name="Anna Bianchi" userId="1dd43a41-4e4c-4b62-897c-c402d57a5e85" providerId="ADAL" clId="{8EFBC750-5E01-4228-9E81-CADABFDF27DE}" dt="2024-11-08T15:14:26.064" v="7500" actId="1035"/>
          <ac:graphicFrameMkLst>
            <pc:docMk/>
            <pc:sldMk cId="4097456475" sldId="293"/>
            <ac:graphicFrameMk id="6" creationId="{585FBB4F-7E02-3A3C-BC75-7EF8859407A6}"/>
          </ac:graphicFrameMkLst>
        </pc:graphicFrameChg>
        <pc:picChg chg="mod">
          <ac:chgData name="Anna Bianchi" userId="1dd43a41-4e4c-4b62-897c-c402d57a5e85" providerId="ADAL" clId="{8EFBC750-5E01-4228-9E81-CADABFDF27DE}" dt="2024-11-08T15:14:26.064" v="7500" actId="1035"/>
          <ac:picMkLst>
            <pc:docMk/>
            <pc:sldMk cId="4097456475" sldId="293"/>
            <ac:picMk id="2" creationId="{F2616596-C230-7206-D987-83781CB4D2BF}"/>
          </ac:picMkLst>
        </pc:picChg>
        <pc:picChg chg="mod">
          <ac:chgData name="Anna Bianchi" userId="1dd43a41-4e4c-4b62-897c-c402d57a5e85" providerId="ADAL" clId="{8EFBC750-5E01-4228-9E81-CADABFDF27DE}" dt="2024-11-08T15:14:31.403" v="7502" actId="1076"/>
          <ac:picMkLst>
            <pc:docMk/>
            <pc:sldMk cId="4097456475" sldId="293"/>
            <ac:picMk id="8" creationId="{AB8D9EF8-A5D1-C795-CFD1-3A80E0F68D06}"/>
          </ac:picMkLst>
        </pc:picChg>
      </pc:sldChg>
      <pc:sldChg chg="addSp delSp modSp add mod delAnim modAnim">
        <pc:chgData name="Anna Bianchi" userId="1dd43a41-4e4c-4b62-897c-c402d57a5e85" providerId="ADAL" clId="{8EFBC750-5E01-4228-9E81-CADABFDF27DE}" dt="2024-11-15T16:43:40.341" v="8617" actId="1076"/>
        <pc:sldMkLst>
          <pc:docMk/>
          <pc:sldMk cId="2855892015" sldId="294"/>
        </pc:sldMkLst>
        <pc:spChg chg="add mod">
          <ac:chgData name="Anna Bianchi" userId="1dd43a41-4e4c-4b62-897c-c402d57a5e85" providerId="ADAL" clId="{8EFBC750-5E01-4228-9E81-CADABFDF27DE}" dt="2024-11-15T14:12:21.266" v="8607" actId="1076"/>
          <ac:spMkLst>
            <pc:docMk/>
            <pc:sldMk cId="2855892015" sldId="294"/>
            <ac:spMk id="2" creationId="{DCEAD33E-559E-A797-2127-0482D380384C}"/>
          </ac:spMkLst>
        </pc:spChg>
        <pc:spChg chg="del mod">
          <ac:chgData name="Anna Bianchi" userId="1dd43a41-4e4c-4b62-897c-c402d57a5e85" providerId="ADAL" clId="{8EFBC750-5E01-4228-9E81-CADABFDF27DE}" dt="2024-11-08T12:00:34.200" v="6701" actId="478"/>
          <ac:spMkLst>
            <pc:docMk/>
            <pc:sldMk cId="2855892015" sldId="294"/>
            <ac:spMk id="3" creationId="{BADEB65E-1A80-D741-ED9C-7647901F99D6}"/>
          </ac:spMkLst>
        </pc:spChg>
        <pc:spChg chg="mod">
          <ac:chgData name="Anna Bianchi" userId="1dd43a41-4e4c-4b62-897c-c402d57a5e85" providerId="ADAL" clId="{8EFBC750-5E01-4228-9E81-CADABFDF27DE}" dt="2024-10-29T13:17:12.981" v="1829" actId="20577"/>
          <ac:spMkLst>
            <pc:docMk/>
            <pc:sldMk cId="2855892015" sldId="294"/>
            <ac:spMk id="4" creationId="{75A21AD9-A275-6664-F39B-C9A05F4CE6C6}"/>
          </ac:spMkLst>
        </pc:spChg>
        <pc:spChg chg="del mod">
          <ac:chgData name="Anna Bianchi" userId="1dd43a41-4e4c-4b62-897c-c402d57a5e85" providerId="ADAL" clId="{8EFBC750-5E01-4228-9E81-CADABFDF27DE}" dt="2024-11-08T15:21:59.752" v="7516" actId="478"/>
          <ac:spMkLst>
            <pc:docMk/>
            <pc:sldMk cId="2855892015" sldId="294"/>
            <ac:spMk id="5" creationId="{57C97AB6-2DC2-7967-E874-000E6A371B40}"/>
          </ac:spMkLst>
        </pc:spChg>
        <pc:spChg chg="add mod">
          <ac:chgData name="Anna Bianchi" userId="1dd43a41-4e4c-4b62-897c-c402d57a5e85" providerId="ADAL" clId="{8EFBC750-5E01-4228-9E81-CADABFDF27DE}" dt="2024-11-08T12:00:34.481" v="6702"/>
          <ac:spMkLst>
            <pc:docMk/>
            <pc:sldMk cId="2855892015" sldId="294"/>
            <ac:spMk id="6" creationId="{271A805A-B25C-4C3B-0E10-E5870C94E68B}"/>
          </ac:spMkLst>
        </pc:spChg>
        <pc:spChg chg="add mod">
          <ac:chgData name="Anna Bianchi" userId="1dd43a41-4e4c-4b62-897c-c402d57a5e85" providerId="ADAL" clId="{8EFBC750-5E01-4228-9E81-CADABFDF27DE}" dt="2024-11-08T15:31:00.560" v="7665" actId="1038"/>
          <ac:spMkLst>
            <pc:docMk/>
            <pc:sldMk cId="2855892015" sldId="294"/>
            <ac:spMk id="7" creationId="{8B2BD743-490F-F6CA-97CD-AE79B129CA0B}"/>
          </ac:spMkLst>
        </pc:spChg>
        <pc:spChg chg="add del mod">
          <ac:chgData name="Anna Bianchi" userId="1dd43a41-4e4c-4b62-897c-c402d57a5e85" providerId="ADAL" clId="{8EFBC750-5E01-4228-9E81-CADABFDF27DE}" dt="2024-11-05T17:09:54.885" v="5283" actId="478"/>
          <ac:spMkLst>
            <pc:docMk/>
            <pc:sldMk cId="2855892015" sldId="294"/>
            <ac:spMk id="8" creationId="{8BF602C9-14EB-0B27-B3C5-C42B27D3F942}"/>
          </ac:spMkLst>
        </pc:spChg>
        <pc:spChg chg="add mod">
          <ac:chgData name="Anna Bianchi" userId="1dd43a41-4e4c-4b62-897c-c402d57a5e85" providerId="ADAL" clId="{8EFBC750-5E01-4228-9E81-CADABFDF27DE}" dt="2024-11-08T15:22:02.731" v="7518" actId="20577"/>
          <ac:spMkLst>
            <pc:docMk/>
            <pc:sldMk cId="2855892015" sldId="294"/>
            <ac:spMk id="8" creationId="{D2AFD2DA-C650-5B5D-42F2-7B9F2CAAAD15}"/>
          </ac:spMkLst>
        </pc:spChg>
        <pc:spChg chg="add mod">
          <ac:chgData name="Anna Bianchi" userId="1dd43a41-4e4c-4b62-897c-c402d57a5e85" providerId="ADAL" clId="{8EFBC750-5E01-4228-9E81-CADABFDF27DE}" dt="2024-11-05T17:11:39.384" v="5395" actId="1076"/>
          <ac:spMkLst>
            <pc:docMk/>
            <pc:sldMk cId="2855892015" sldId="294"/>
            <ac:spMk id="9" creationId="{3FF401CA-69D3-B900-F6DF-07834EA1469E}"/>
          </ac:spMkLst>
        </pc:spChg>
        <pc:spChg chg="add del mod">
          <ac:chgData name="Anna Bianchi" userId="1dd43a41-4e4c-4b62-897c-c402d57a5e85" providerId="ADAL" clId="{8EFBC750-5E01-4228-9E81-CADABFDF27DE}" dt="2024-11-08T15:27:46.709" v="7639" actId="1076"/>
          <ac:spMkLst>
            <pc:docMk/>
            <pc:sldMk cId="2855892015" sldId="294"/>
            <ac:spMk id="10" creationId="{9C11EF57-058D-6DF9-AEEC-7773F09AE724}"/>
          </ac:spMkLst>
        </pc:spChg>
        <pc:spChg chg="add mod">
          <ac:chgData name="Anna Bianchi" userId="1dd43a41-4e4c-4b62-897c-c402d57a5e85" providerId="ADAL" clId="{8EFBC750-5E01-4228-9E81-CADABFDF27DE}" dt="2024-11-15T16:43:40.341" v="8617" actId="1076"/>
          <ac:spMkLst>
            <pc:docMk/>
            <pc:sldMk cId="2855892015" sldId="294"/>
            <ac:spMk id="14" creationId="{0486C4B4-EA6F-1C93-E3A3-440E9A1EFD6B}"/>
          </ac:spMkLst>
        </pc:spChg>
        <pc:spChg chg="add del mod">
          <ac:chgData name="Anna Bianchi" userId="1dd43a41-4e4c-4b62-897c-c402d57a5e85" providerId="ADAL" clId="{8EFBC750-5E01-4228-9E81-CADABFDF27DE}" dt="2024-11-05T16:52:20.141" v="5079" actId="478"/>
          <ac:spMkLst>
            <pc:docMk/>
            <pc:sldMk cId="2855892015" sldId="294"/>
            <ac:spMk id="16" creationId="{10DB91A4-101E-0DE3-781B-CB40E0A009C1}"/>
          </ac:spMkLst>
        </pc:spChg>
        <pc:spChg chg="add del mod">
          <ac:chgData name="Anna Bianchi" userId="1dd43a41-4e4c-4b62-897c-c402d57a5e85" providerId="ADAL" clId="{8EFBC750-5E01-4228-9E81-CADABFDF27DE}" dt="2024-11-05T16:59:53.065" v="5210" actId="478"/>
          <ac:spMkLst>
            <pc:docMk/>
            <pc:sldMk cId="2855892015" sldId="294"/>
            <ac:spMk id="17" creationId="{6F816CA9-6AC0-8E73-1792-352BD265F037}"/>
          </ac:spMkLst>
        </pc:spChg>
        <pc:spChg chg="add mod">
          <ac:chgData name="Anna Bianchi" userId="1dd43a41-4e4c-4b62-897c-c402d57a5e85" providerId="ADAL" clId="{8EFBC750-5E01-4228-9E81-CADABFDF27DE}" dt="2024-11-14T14:41:04.167" v="8224" actId="20577"/>
          <ac:spMkLst>
            <pc:docMk/>
            <pc:sldMk cId="2855892015" sldId="294"/>
            <ac:spMk id="20" creationId="{DD844C6C-2360-B941-05F4-26B689BC2631}"/>
          </ac:spMkLst>
        </pc:spChg>
        <pc:spChg chg="add del mod">
          <ac:chgData name="Anna Bianchi" userId="1dd43a41-4e4c-4b62-897c-c402d57a5e85" providerId="ADAL" clId="{8EFBC750-5E01-4228-9E81-CADABFDF27DE}" dt="2024-11-05T17:02:02.178" v="5229" actId="478"/>
          <ac:spMkLst>
            <pc:docMk/>
            <pc:sldMk cId="2855892015" sldId="294"/>
            <ac:spMk id="21" creationId="{A8EB58A7-ACA0-739E-8464-BD921A8A35E0}"/>
          </ac:spMkLst>
        </pc:spChg>
        <pc:spChg chg="add mod">
          <ac:chgData name="Anna Bianchi" userId="1dd43a41-4e4c-4b62-897c-c402d57a5e85" providerId="ADAL" clId="{8EFBC750-5E01-4228-9E81-CADABFDF27DE}" dt="2024-11-05T16:59:08.937" v="5204" actId="12789"/>
          <ac:spMkLst>
            <pc:docMk/>
            <pc:sldMk cId="2855892015" sldId="294"/>
            <ac:spMk id="23" creationId="{7CEFF118-8B73-BD38-D2E5-F946D5C99DD9}"/>
          </ac:spMkLst>
        </pc:spChg>
        <pc:spChg chg="add mod">
          <ac:chgData name="Anna Bianchi" userId="1dd43a41-4e4c-4b62-897c-c402d57a5e85" providerId="ADAL" clId="{8EFBC750-5E01-4228-9E81-CADABFDF27DE}" dt="2024-11-05T16:57:57.777" v="5169" actId="1582"/>
          <ac:spMkLst>
            <pc:docMk/>
            <pc:sldMk cId="2855892015" sldId="294"/>
            <ac:spMk id="32" creationId="{4AAED8F3-68D3-D70D-11FF-8FAFC4A7596A}"/>
          </ac:spMkLst>
        </pc:spChg>
        <pc:spChg chg="add mod">
          <ac:chgData name="Anna Bianchi" userId="1dd43a41-4e4c-4b62-897c-c402d57a5e85" providerId="ADAL" clId="{8EFBC750-5E01-4228-9E81-CADABFDF27DE}" dt="2024-11-05T16:57:57.777" v="5169" actId="1582"/>
          <ac:spMkLst>
            <pc:docMk/>
            <pc:sldMk cId="2855892015" sldId="294"/>
            <ac:spMk id="33" creationId="{D3484E6A-B698-665D-57CD-89E10B8941A3}"/>
          </ac:spMkLst>
        </pc:spChg>
        <pc:spChg chg="add mod">
          <ac:chgData name="Anna Bianchi" userId="1dd43a41-4e4c-4b62-897c-c402d57a5e85" providerId="ADAL" clId="{8EFBC750-5E01-4228-9E81-CADABFDF27DE}" dt="2024-11-05T16:57:57.777" v="5169" actId="1582"/>
          <ac:spMkLst>
            <pc:docMk/>
            <pc:sldMk cId="2855892015" sldId="294"/>
            <ac:spMk id="34" creationId="{61CDBD66-FBD7-4B19-9FE6-C41BD00FC7DA}"/>
          </ac:spMkLst>
        </pc:spChg>
        <pc:spChg chg="add mod">
          <ac:chgData name="Anna Bianchi" userId="1dd43a41-4e4c-4b62-897c-c402d57a5e85" providerId="ADAL" clId="{8EFBC750-5E01-4228-9E81-CADABFDF27DE}" dt="2024-11-05T16:59:08.937" v="5204" actId="12789"/>
          <ac:spMkLst>
            <pc:docMk/>
            <pc:sldMk cId="2855892015" sldId="294"/>
            <ac:spMk id="35" creationId="{98D6FD65-7E32-75E3-6080-F60D390E755C}"/>
          </ac:spMkLst>
        </pc:spChg>
        <pc:spChg chg="add mod">
          <ac:chgData name="Anna Bianchi" userId="1dd43a41-4e4c-4b62-897c-c402d57a5e85" providerId="ADAL" clId="{8EFBC750-5E01-4228-9E81-CADABFDF27DE}" dt="2024-11-05T16:58:44.698" v="5192" actId="208"/>
          <ac:spMkLst>
            <pc:docMk/>
            <pc:sldMk cId="2855892015" sldId="294"/>
            <ac:spMk id="36" creationId="{660C7197-275A-1F0F-37ED-0437FF745C0D}"/>
          </ac:spMkLst>
        </pc:spChg>
        <pc:spChg chg="add mod">
          <ac:chgData name="Anna Bianchi" userId="1dd43a41-4e4c-4b62-897c-c402d57a5e85" providerId="ADAL" clId="{8EFBC750-5E01-4228-9E81-CADABFDF27DE}" dt="2024-11-05T16:59:08.937" v="5204" actId="12789"/>
          <ac:spMkLst>
            <pc:docMk/>
            <pc:sldMk cId="2855892015" sldId="294"/>
            <ac:spMk id="37" creationId="{34DE5711-23F5-2441-003B-4A0A4E87D01D}"/>
          </ac:spMkLst>
        </pc:spChg>
        <pc:spChg chg="add mod">
          <ac:chgData name="Anna Bianchi" userId="1dd43a41-4e4c-4b62-897c-c402d57a5e85" providerId="ADAL" clId="{8EFBC750-5E01-4228-9E81-CADABFDF27DE}" dt="2024-11-05T17:02:20.833" v="5256"/>
          <ac:spMkLst>
            <pc:docMk/>
            <pc:sldMk cId="2855892015" sldId="294"/>
            <ac:spMk id="42" creationId="{CFF20732-13D4-5C72-673E-77C4A1AFFC4E}"/>
          </ac:spMkLst>
        </pc:spChg>
        <pc:spChg chg="add del mod">
          <ac:chgData name="Anna Bianchi" userId="1dd43a41-4e4c-4b62-897c-c402d57a5e85" providerId="ADAL" clId="{8EFBC750-5E01-4228-9E81-CADABFDF27DE}" dt="2024-11-05T17:11:01.599" v="5386"/>
          <ac:spMkLst>
            <pc:docMk/>
            <pc:sldMk cId="2855892015" sldId="294"/>
            <ac:spMk id="53" creationId="{383357B3-5F89-57C0-972E-93FBA7A1E660}"/>
          </ac:spMkLst>
        </pc:spChg>
        <pc:spChg chg="add mod">
          <ac:chgData name="Anna Bianchi" userId="1dd43a41-4e4c-4b62-897c-c402d57a5e85" providerId="ADAL" clId="{8EFBC750-5E01-4228-9E81-CADABFDF27DE}" dt="2024-11-05T17:11:01.208" v="5384" actId="1076"/>
          <ac:spMkLst>
            <pc:docMk/>
            <pc:sldMk cId="2855892015" sldId="294"/>
            <ac:spMk id="54" creationId="{19816F13-A2BF-06A1-F447-555B360AD2C8}"/>
          </ac:spMkLst>
        </pc:spChg>
        <pc:grpChg chg="add mod">
          <ac:chgData name="Anna Bianchi" userId="1dd43a41-4e4c-4b62-897c-c402d57a5e85" providerId="ADAL" clId="{8EFBC750-5E01-4228-9E81-CADABFDF27DE}" dt="2024-11-05T16:47:07.895" v="5008"/>
          <ac:grpSpMkLst>
            <pc:docMk/>
            <pc:sldMk cId="2855892015" sldId="294"/>
            <ac:grpSpMk id="15" creationId="{76D10F73-1ACF-4E8A-53A4-DEACACCCC52F}"/>
          </ac:grpSpMkLst>
        </pc:grpChg>
        <pc:grpChg chg="add del mod">
          <ac:chgData name="Anna Bianchi" userId="1dd43a41-4e4c-4b62-897c-c402d57a5e85" providerId="ADAL" clId="{8EFBC750-5E01-4228-9E81-CADABFDF27DE}" dt="2024-11-05T17:02:18.614" v="5255" actId="478"/>
          <ac:grpSpMkLst>
            <pc:docMk/>
            <pc:sldMk cId="2855892015" sldId="294"/>
            <ac:grpSpMk id="22" creationId="{1296ECB1-0674-CB89-287C-44BD74A6FB0A}"/>
          </ac:grpSpMkLst>
        </pc:grpChg>
        <pc:grpChg chg="add mod">
          <ac:chgData name="Anna Bianchi" userId="1dd43a41-4e4c-4b62-897c-c402d57a5e85" providerId="ADAL" clId="{8EFBC750-5E01-4228-9E81-CADABFDF27DE}" dt="2024-11-14T14:41:00.370" v="8214" actId="1076"/>
          <ac:grpSpMkLst>
            <pc:docMk/>
            <pc:sldMk cId="2855892015" sldId="294"/>
            <ac:grpSpMk id="52" creationId="{0763D62E-8131-A393-F8C3-3DB9518CEC06}"/>
          </ac:grpSpMkLst>
        </pc:grpChg>
        <pc:picChg chg="add mod">
          <ac:chgData name="Anna Bianchi" userId="1dd43a41-4e4c-4b62-897c-c402d57a5e85" providerId="ADAL" clId="{8EFBC750-5E01-4228-9E81-CADABFDF27DE}" dt="2024-11-05T16:40:45.599" v="4799" actId="164"/>
          <ac:picMkLst>
            <pc:docMk/>
            <pc:sldMk cId="2855892015" sldId="294"/>
            <ac:picMk id="12" creationId="{9AAE898E-4275-B487-22B3-F99A4AF6581D}"/>
          </ac:picMkLst>
        </pc:picChg>
        <pc:picChg chg="add del mod">
          <ac:chgData name="Anna Bianchi" userId="1dd43a41-4e4c-4b62-897c-c402d57a5e85" providerId="ADAL" clId="{8EFBC750-5E01-4228-9E81-CADABFDF27DE}" dt="2024-11-05T17:04:37.965" v="5261" actId="22"/>
          <ac:picMkLst>
            <pc:docMk/>
            <pc:sldMk cId="2855892015" sldId="294"/>
            <ac:picMk id="44" creationId="{D36355F7-4161-E5DA-83D2-E6C4D04DBA17}"/>
          </ac:picMkLst>
        </pc:picChg>
        <pc:picChg chg="add del mod modCrop">
          <ac:chgData name="Anna Bianchi" userId="1dd43a41-4e4c-4b62-897c-c402d57a5e85" providerId="ADAL" clId="{8EFBC750-5E01-4228-9E81-CADABFDF27DE}" dt="2024-11-05T17:05:20.959" v="5269" actId="22"/>
          <ac:picMkLst>
            <pc:docMk/>
            <pc:sldMk cId="2855892015" sldId="294"/>
            <ac:picMk id="46" creationId="{1E922C90-D459-B8FA-AD22-BA907B93D390}"/>
          </ac:picMkLst>
        </pc:picChg>
        <pc:picChg chg="add mod">
          <ac:chgData name="Anna Bianchi" userId="1dd43a41-4e4c-4b62-897c-c402d57a5e85" providerId="ADAL" clId="{8EFBC750-5E01-4228-9E81-CADABFDF27DE}" dt="2024-11-05T17:09:25.880" v="5280" actId="164"/>
          <ac:picMkLst>
            <pc:docMk/>
            <pc:sldMk cId="2855892015" sldId="294"/>
            <ac:picMk id="48" creationId="{DD229743-5DD9-CF50-F35B-4F2992952EDE}"/>
          </ac:picMkLst>
        </pc:picChg>
        <pc:picChg chg="add del mod">
          <ac:chgData name="Anna Bianchi" userId="1dd43a41-4e4c-4b62-897c-c402d57a5e85" providerId="ADAL" clId="{8EFBC750-5E01-4228-9E81-CADABFDF27DE}" dt="2024-11-05T17:02:18.614" v="5255" actId="478"/>
          <ac:picMkLst>
            <pc:docMk/>
            <pc:sldMk cId="2855892015" sldId="294"/>
            <ac:picMk id="1026" creationId="{E9386580-58C1-86BE-883D-E60E50E3D760}"/>
          </ac:picMkLst>
        </pc:picChg>
        <pc:picChg chg="add mod">
          <ac:chgData name="Anna Bianchi" userId="1dd43a41-4e4c-4b62-897c-c402d57a5e85" providerId="ADAL" clId="{8EFBC750-5E01-4228-9E81-CADABFDF27DE}" dt="2024-11-15T14:12:18.781" v="8606" actId="1076"/>
          <ac:picMkLst>
            <pc:docMk/>
            <pc:sldMk cId="2855892015" sldId="294"/>
            <ac:picMk id="1026" creationId="{EF42B002-8630-6E59-34A9-8E922919484B}"/>
          </ac:picMkLst>
        </pc:picChg>
        <pc:cxnChg chg="add mod">
          <ac:chgData name="Anna Bianchi" userId="1dd43a41-4e4c-4b62-897c-c402d57a5e85" providerId="ADAL" clId="{8EFBC750-5E01-4228-9E81-CADABFDF27DE}" dt="2024-11-08T15:27:46.709" v="7639" actId="1076"/>
          <ac:cxnSpMkLst>
            <pc:docMk/>
            <pc:sldMk cId="2855892015" sldId="294"/>
            <ac:cxnSpMk id="19" creationId="{C0B32BC3-7D3E-052F-EB09-DC13161E094A}"/>
          </ac:cxnSpMkLst>
        </pc:cxnChg>
        <pc:cxnChg chg="add del mod">
          <ac:chgData name="Anna Bianchi" userId="1dd43a41-4e4c-4b62-897c-c402d57a5e85" providerId="ADAL" clId="{8EFBC750-5E01-4228-9E81-CADABFDF27DE}" dt="2024-11-05T16:56:50.789" v="5149" actId="478"/>
          <ac:cxnSpMkLst>
            <pc:docMk/>
            <pc:sldMk cId="2855892015" sldId="294"/>
            <ac:cxnSpMk id="27" creationId="{33245A63-160F-9077-7AB6-B8CD608DA200}"/>
          </ac:cxnSpMkLst>
        </pc:cxnChg>
        <pc:cxnChg chg="add del">
          <ac:chgData name="Anna Bianchi" userId="1dd43a41-4e4c-4b62-897c-c402d57a5e85" providerId="ADAL" clId="{8EFBC750-5E01-4228-9E81-CADABFDF27DE}" dt="2024-11-05T16:57:10.323" v="5154" actId="478"/>
          <ac:cxnSpMkLst>
            <pc:docMk/>
            <pc:sldMk cId="2855892015" sldId="294"/>
            <ac:cxnSpMk id="30" creationId="{DE7AF0C6-3339-80F8-E9B0-D0E3B0C55AC2}"/>
          </ac:cxnSpMkLst>
        </pc:cxnChg>
        <pc:cxnChg chg="add del mod">
          <ac:chgData name="Anna Bianchi" userId="1dd43a41-4e4c-4b62-897c-c402d57a5e85" providerId="ADAL" clId="{8EFBC750-5E01-4228-9E81-CADABFDF27DE}" dt="2024-11-05T16:57:08.227" v="5153" actId="478"/>
          <ac:cxnSpMkLst>
            <pc:docMk/>
            <pc:sldMk cId="2855892015" sldId="294"/>
            <ac:cxnSpMk id="31" creationId="{651B6FCB-0E9C-2ECA-6C75-503714990975}"/>
          </ac:cxnSpMkLst>
        </pc:cxnChg>
      </pc:sldChg>
      <pc:sldChg chg="delSp add del mod modAnim">
        <pc:chgData name="Anna Bianchi" userId="1dd43a41-4e4c-4b62-897c-c402d57a5e85" providerId="ADAL" clId="{8EFBC750-5E01-4228-9E81-CADABFDF27DE}" dt="2024-10-29T14:11:41.683" v="2105" actId="47"/>
        <pc:sldMkLst>
          <pc:docMk/>
          <pc:sldMk cId="189667300" sldId="295"/>
        </pc:sldMkLst>
        <pc:spChg chg="del">
          <ac:chgData name="Anna Bianchi" userId="1dd43a41-4e4c-4b62-897c-c402d57a5e85" providerId="ADAL" clId="{8EFBC750-5E01-4228-9E81-CADABFDF27DE}" dt="2024-10-29T14:10:43.407" v="2083" actId="478"/>
          <ac:spMkLst>
            <pc:docMk/>
            <pc:sldMk cId="189667300" sldId="295"/>
            <ac:spMk id="9" creationId="{09A319F4-5B38-9540-24A7-4B6FE33DEB8C}"/>
          </ac:spMkLst>
        </pc:spChg>
        <pc:graphicFrameChg chg="del">
          <ac:chgData name="Anna Bianchi" userId="1dd43a41-4e4c-4b62-897c-c402d57a5e85" providerId="ADAL" clId="{8EFBC750-5E01-4228-9E81-CADABFDF27DE}" dt="2024-10-29T14:10:42.205" v="2082" actId="478"/>
          <ac:graphicFrameMkLst>
            <pc:docMk/>
            <pc:sldMk cId="189667300" sldId="295"/>
            <ac:graphicFrameMk id="8" creationId="{5BB256CE-82C7-932B-5B60-66FC80A90122}"/>
          </ac:graphicFrameMkLst>
        </pc:graphicFrameChg>
      </pc:sldChg>
      <pc:sldChg chg="addSp delSp modSp add mod modAnim">
        <pc:chgData name="Anna Bianchi" userId="1dd43a41-4e4c-4b62-897c-c402d57a5e85" providerId="ADAL" clId="{8EFBC750-5E01-4228-9E81-CADABFDF27DE}" dt="2024-11-17T18:37:10.039" v="8981" actId="1076"/>
        <pc:sldMkLst>
          <pc:docMk/>
          <pc:sldMk cId="695809334" sldId="295"/>
        </pc:sldMkLst>
        <pc:spChg chg="add del mod">
          <ac:chgData name="Anna Bianchi" userId="1dd43a41-4e4c-4b62-897c-c402d57a5e85" providerId="ADAL" clId="{8EFBC750-5E01-4228-9E81-CADABFDF27DE}" dt="2024-11-17T18:35:36.283" v="8956" actId="1076"/>
          <ac:spMkLst>
            <pc:docMk/>
            <pc:sldMk cId="695809334" sldId="295"/>
            <ac:spMk id="3" creationId="{D90694D1-4487-EC31-2824-550D389EBD75}"/>
          </ac:spMkLst>
        </pc:spChg>
        <pc:spChg chg="add del">
          <ac:chgData name="Anna Bianchi" userId="1dd43a41-4e4c-4b62-897c-c402d57a5e85" providerId="ADAL" clId="{8EFBC750-5E01-4228-9E81-CADABFDF27DE}" dt="2024-10-29T14:30:01.118" v="2220" actId="478"/>
          <ac:spMkLst>
            <pc:docMk/>
            <pc:sldMk cId="695809334" sldId="295"/>
            <ac:spMk id="4" creationId="{5455944A-B292-C209-F44B-24CC25B36EA7}"/>
          </ac:spMkLst>
        </pc:spChg>
        <pc:spChg chg="add del mod">
          <ac:chgData name="Anna Bianchi" userId="1dd43a41-4e4c-4b62-897c-c402d57a5e85" providerId="ADAL" clId="{8EFBC750-5E01-4228-9E81-CADABFDF27DE}" dt="2024-11-08T15:23:20.069" v="7540" actId="20577"/>
          <ac:spMkLst>
            <pc:docMk/>
            <pc:sldMk cId="695809334" sldId="295"/>
            <ac:spMk id="5" creationId="{17102CD0-2919-468C-BC4D-2C938B7F4E56}"/>
          </ac:spMkLst>
        </pc:spChg>
        <pc:spChg chg="add mod">
          <ac:chgData name="Anna Bianchi" userId="1dd43a41-4e4c-4b62-897c-c402d57a5e85" providerId="ADAL" clId="{8EFBC750-5E01-4228-9E81-CADABFDF27DE}" dt="2024-10-29T14:30:00.196" v="2219" actId="478"/>
          <ac:spMkLst>
            <pc:docMk/>
            <pc:sldMk cId="695809334" sldId="295"/>
            <ac:spMk id="6" creationId="{7BEE3774-907A-9B9C-958B-F5A6A6F98D28}"/>
          </ac:spMkLst>
        </pc:spChg>
        <pc:spChg chg="add mod">
          <ac:chgData name="Anna Bianchi" userId="1dd43a41-4e4c-4b62-897c-c402d57a5e85" providerId="ADAL" clId="{8EFBC750-5E01-4228-9E81-CADABFDF27DE}" dt="2024-11-08T12:01:02.131" v="6718"/>
          <ac:spMkLst>
            <pc:docMk/>
            <pc:sldMk cId="695809334" sldId="295"/>
            <ac:spMk id="6" creationId="{ED3655E1-53C9-3EAC-5455-09D73E71B822}"/>
          </ac:spMkLst>
        </pc:spChg>
        <pc:spChg chg="del">
          <ac:chgData name="Anna Bianchi" userId="1dd43a41-4e4c-4b62-897c-c402d57a5e85" providerId="ADAL" clId="{8EFBC750-5E01-4228-9E81-CADABFDF27DE}" dt="2024-10-29T14:11:47.234" v="2108" actId="478"/>
          <ac:spMkLst>
            <pc:docMk/>
            <pc:sldMk cId="695809334" sldId="295"/>
            <ac:spMk id="9" creationId="{6AB83643-7738-F9F1-C684-E97486626223}"/>
          </ac:spMkLst>
        </pc:spChg>
        <pc:spChg chg="add del">
          <ac:chgData name="Anna Bianchi" userId="1dd43a41-4e4c-4b62-897c-c402d57a5e85" providerId="ADAL" clId="{8EFBC750-5E01-4228-9E81-CADABFDF27DE}" dt="2024-11-08T12:01:01.943" v="6717" actId="478"/>
          <ac:spMkLst>
            <pc:docMk/>
            <pc:sldMk cId="695809334" sldId="295"/>
            <ac:spMk id="18" creationId="{A445A883-DAD8-4F69-CD80-A1EC8C3FD78D}"/>
          </ac:spMkLst>
        </pc:spChg>
        <pc:spChg chg="add del mod">
          <ac:chgData name="Anna Bianchi" userId="1dd43a41-4e4c-4b62-897c-c402d57a5e85" providerId="ADAL" clId="{8EFBC750-5E01-4228-9E81-CADABFDF27DE}" dt="2024-11-17T18:35:42.993" v="8957" actId="1076"/>
          <ac:spMkLst>
            <pc:docMk/>
            <pc:sldMk cId="695809334" sldId="295"/>
            <ac:spMk id="22" creationId="{26790F90-6DEA-472F-C8F6-59031CA2D01C}"/>
          </ac:spMkLst>
        </pc:spChg>
        <pc:grpChg chg="add del mod">
          <ac:chgData name="Anna Bianchi" userId="1dd43a41-4e4c-4b62-897c-c402d57a5e85" providerId="ADAL" clId="{8EFBC750-5E01-4228-9E81-CADABFDF27DE}" dt="2024-11-17T18:37:06.287" v="8980" actId="1076"/>
          <ac:grpSpMkLst>
            <pc:docMk/>
            <pc:sldMk cId="695809334" sldId="295"/>
            <ac:grpSpMk id="17" creationId="{6519CDAA-A4AC-E496-FB31-6AC390FF7903}"/>
          </ac:grpSpMkLst>
        </pc:grpChg>
        <pc:graphicFrameChg chg="add del mod modGraphic">
          <ac:chgData name="Anna Bianchi" userId="1dd43a41-4e4c-4b62-897c-c402d57a5e85" providerId="ADAL" clId="{8EFBC750-5E01-4228-9E81-CADABFDF27DE}" dt="2024-11-17T18:35:23.601" v="8953" actId="14734"/>
          <ac:graphicFrameMkLst>
            <pc:docMk/>
            <pc:sldMk cId="695809334" sldId="295"/>
            <ac:graphicFrameMk id="2" creationId="{D0C01106-011A-E32C-B8C7-7B8F5E5F1B5C}"/>
          </ac:graphicFrameMkLst>
        </pc:graphicFrameChg>
        <pc:graphicFrameChg chg="del">
          <ac:chgData name="Anna Bianchi" userId="1dd43a41-4e4c-4b62-897c-c402d57a5e85" providerId="ADAL" clId="{8EFBC750-5E01-4228-9E81-CADABFDF27DE}" dt="2024-10-29T14:11:46.203" v="2107" actId="478"/>
          <ac:graphicFrameMkLst>
            <pc:docMk/>
            <pc:sldMk cId="695809334" sldId="295"/>
            <ac:graphicFrameMk id="8" creationId="{3556A393-74C1-DDCE-41D9-BF27996E4A17}"/>
          </ac:graphicFrameMkLst>
        </pc:graphicFrameChg>
        <pc:graphicFrameChg chg="mod">
          <ac:chgData name="Anna Bianchi" userId="1dd43a41-4e4c-4b62-897c-c402d57a5e85" providerId="ADAL" clId="{8EFBC750-5E01-4228-9E81-CADABFDF27DE}" dt="2024-11-17T18:37:06.287" v="8980" actId="1076"/>
          <ac:graphicFrameMkLst>
            <pc:docMk/>
            <pc:sldMk cId="695809334" sldId="295"/>
            <ac:graphicFrameMk id="12" creationId="{BEDA8D7A-1A0F-5490-21FE-C477C6193092}"/>
          </ac:graphicFrameMkLst>
        </pc:graphicFrameChg>
        <pc:graphicFrameChg chg="add del mod">
          <ac:chgData name="Anna Bianchi" userId="1dd43a41-4e4c-4b62-897c-c402d57a5e85" providerId="ADAL" clId="{8EFBC750-5E01-4228-9E81-CADABFDF27DE}" dt="2024-11-17T18:37:10.039" v="8981" actId="1076"/>
          <ac:graphicFrameMkLst>
            <pc:docMk/>
            <pc:sldMk cId="695809334" sldId="295"/>
            <ac:graphicFrameMk id="21" creationId="{F4D65CE4-DB06-83CB-DBF3-8514A311033A}"/>
          </ac:graphicFrameMkLst>
        </pc:graphicFrameChg>
        <pc:picChg chg="mod">
          <ac:chgData name="Anna Bianchi" userId="1dd43a41-4e4c-4b62-897c-c402d57a5e85" providerId="ADAL" clId="{8EFBC750-5E01-4228-9E81-CADABFDF27DE}" dt="2024-11-17T18:37:06.287" v="8980" actId="1076"/>
          <ac:picMkLst>
            <pc:docMk/>
            <pc:sldMk cId="695809334" sldId="295"/>
            <ac:picMk id="14" creationId="{7F6ECCB6-4681-61BD-3AF8-75118E2BBF38}"/>
          </ac:picMkLst>
        </pc:picChg>
        <pc:picChg chg="mod">
          <ac:chgData name="Anna Bianchi" userId="1dd43a41-4e4c-4b62-897c-c402d57a5e85" providerId="ADAL" clId="{8EFBC750-5E01-4228-9E81-CADABFDF27DE}" dt="2024-11-17T18:37:06.287" v="8980" actId="1076"/>
          <ac:picMkLst>
            <pc:docMk/>
            <pc:sldMk cId="695809334" sldId="295"/>
            <ac:picMk id="15" creationId="{C78CE8C3-641E-1244-7B30-F3635AB475DC}"/>
          </ac:picMkLst>
        </pc:picChg>
        <pc:picChg chg="mod">
          <ac:chgData name="Anna Bianchi" userId="1dd43a41-4e4c-4b62-897c-c402d57a5e85" providerId="ADAL" clId="{8EFBC750-5E01-4228-9E81-CADABFDF27DE}" dt="2024-11-17T18:37:06.287" v="8980" actId="1076"/>
          <ac:picMkLst>
            <pc:docMk/>
            <pc:sldMk cId="695809334" sldId="295"/>
            <ac:picMk id="16" creationId="{71E1FB9B-265D-9B78-34B7-79145660C3B0}"/>
          </ac:picMkLst>
        </pc:picChg>
      </pc:sldChg>
      <pc:sldChg chg="addSp delSp modSp add mod modAnim">
        <pc:chgData name="Anna Bianchi" userId="1dd43a41-4e4c-4b62-897c-c402d57a5e85" providerId="ADAL" clId="{8EFBC750-5E01-4228-9E81-CADABFDF27DE}" dt="2024-11-17T18:38:27.475" v="8990" actId="207"/>
        <pc:sldMkLst>
          <pc:docMk/>
          <pc:sldMk cId="3989912766" sldId="296"/>
        </pc:sldMkLst>
        <pc:spChg chg="add mod">
          <ac:chgData name="Anna Bianchi" userId="1dd43a41-4e4c-4b62-897c-c402d57a5e85" providerId="ADAL" clId="{8EFBC750-5E01-4228-9E81-CADABFDF27DE}" dt="2024-10-29T15:08:38.039" v="3114" actId="1035"/>
          <ac:spMkLst>
            <pc:docMk/>
            <pc:sldMk cId="3989912766" sldId="296"/>
            <ac:spMk id="2" creationId="{97371E36-9F2B-0FBF-5FA1-F1490DD6FE23}"/>
          </ac:spMkLst>
        </pc:spChg>
        <pc:spChg chg="del">
          <ac:chgData name="Anna Bianchi" userId="1dd43a41-4e4c-4b62-897c-c402d57a5e85" providerId="ADAL" clId="{8EFBC750-5E01-4228-9E81-CADABFDF27DE}" dt="2024-11-08T12:00:55.787" v="6713" actId="478"/>
          <ac:spMkLst>
            <pc:docMk/>
            <pc:sldMk cId="3989912766" sldId="296"/>
            <ac:spMk id="3" creationId="{94EEFE33-F92C-68DF-7D17-93289AFD3799}"/>
          </ac:spMkLst>
        </pc:spChg>
        <pc:spChg chg="mod">
          <ac:chgData name="Anna Bianchi" userId="1dd43a41-4e4c-4b62-897c-c402d57a5e85" providerId="ADAL" clId="{8EFBC750-5E01-4228-9E81-CADABFDF27DE}" dt="2024-10-29T14:48:38.322" v="2793" actId="20577"/>
          <ac:spMkLst>
            <pc:docMk/>
            <pc:sldMk cId="3989912766" sldId="296"/>
            <ac:spMk id="4" creationId="{618C0FBD-EB49-4E1C-0DFF-9B442820E819}"/>
          </ac:spMkLst>
        </pc:spChg>
        <pc:spChg chg="del">
          <ac:chgData name="Anna Bianchi" userId="1dd43a41-4e4c-4b62-897c-c402d57a5e85" providerId="ADAL" clId="{8EFBC750-5E01-4228-9E81-CADABFDF27DE}" dt="2024-11-08T15:23:08.735" v="7533" actId="478"/>
          <ac:spMkLst>
            <pc:docMk/>
            <pc:sldMk cId="3989912766" sldId="296"/>
            <ac:spMk id="5" creationId="{FF116293-2616-3122-0D79-BFA87BBAF7BE}"/>
          </ac:spMkLst>
        </pc:spChg>
        <pc:spChg chg="add mod">
          <ac:chgData name="Anna Bianchi" userId="1dd43a41-4e4c-4b62-897c-c402d57a5e85" providerId="ADAL" clId="{8EFBC750-5E01-4228-9E81-CADABFDF27DE}" dt="2024-10-29T15:08:38.039" v="3114" actId="1035"/>
          <ac:spMkLst>
            <pc:docMk/>
            <pc:sldMk cId="3989912766" sldId="296"/>
            <ac:spMk id="7" creationId="{6BDB3B84-C1EF-8967-87CE-36EF1977D0B1}"/>
          </ac:spMkLst>
        </pc:spChg>
        <pc:spChg chg="add mod">
          <ac:chgData name="Anna Bianchi" userId="1dd43a41-4e4c-4b62-897c-c402d57a5e85" providerId="ADAL" clId="{8EFBC750-5E01-4228-9E81-CADABFDF27DE}" dt="2024-10-29T15:08:38.039" v="3114" actId="1035"/>
          <ac:spMkLst>
            <pc:docMk/>
            <pc:sldMk cId="3989912766" sldId="296"/>
            <ac:spMk id="8" creationId="{CC5FBAD9-29CB-A385-2127-97009EB99FC7}"/>
          </ac:spMkLst>
        </pc:spChg>
        <pc:spChg chg="add mod">
          <ac:chgData name="Anna Bianchi" userId="1dd43a41-4e4c-4b62-897c-c402d57a5e85" providerId="ADAL" clId="{8EFBC750-5E01-4228-9E81-CADABFDF27DE}" dt="2024-10-29T15:08:38.039" v="3114" actId="1035"/>
          <ac:spMkLst>
            <pc:docMk/>
            <pc:sldMk cId="3989912766" sldId="296"/>
            <ac:spMk id="9" creationId="{30500D78-71DC-1A8D-3831-479FCA0FD115}"/>
          </ac:spMkLst>
        </pc:spChg>
        <pc:spChg chg="add mod">
          <ac:chgData name="Anna Bianchi" userId="1dd43a41-4e4c-4b62-897c-c402d57a5e85" providerId="ADAL" clId="{8EFBC750-5E01-4228-9E81-CADABFDF27DE}" dt="2024-11-08T12:00:55.990" v="6714"/>
          <ac:spMkLst>
            <pc:docMk/>
            <pc:sldMk cId="3989912766" sldId="296"/>
            <ac:spMk id="10" creationId="{C8748139-2DDE-5C64-443D-AECF3FEA3947}"/>
          </ac:spMkLst>
        </pc:spChg>
        <pc:spChg chg="add mod">
          <ac:chgData name="Anna Bianchi" userId="1dd43a41-4e4c-4b62-897c-c402d57a5e85" providerId="ADAL" clId="{8EFBC750-5E01-4228-9E81-CADABFDF27DE}" dt="2024-11-08T15:23:11.125" v="7536" actId="20577"/>
          <ac:spMkLst>
            <pc:docMk/>
            <pc:sldMk cId="3989912766" sldId="296"/>
            <ac:spMk id="11" creationId="{2A5F3F68-C9AB-5308-E599-E1FD5996DC5D}"/>
          </ac:spMkLst>
        </pc:spChg>
        <pc:graphicFrameChg chg="mod modGraphic">
          <ac:chgData name="Anna Bianchi" userId="1dd43a41-4e4c-4b62-897c-c402d57a5e85" providerId="ADAL" clId="{8EFBC750-5E01-4228-9E81-CADABFDF27DE}" dt="2024-11-17T18:38:27.475" v="8990" actId="207"/>
          <ac:graphicFrameMkLst>
            <pc:docMk/>
            <pc:sldMk cId="3989912766" sldId="296"/>
            <ac:graphicFrameMk id="6" creationId="{0C5EF881-6E27-AABE-39C0-EF51A660CC90}"/>
          </ac:graphicFrameMkLst>
        </pc:graphicFrameChg>
      </pc:sldChg>
      <pc:sldChg chg="addSp delSp modSp add mod">
        <pc:chgData name="Anna Bianchi" userId="1dd43a41-4e4c-4b62-897c-c402d57a5e85" providerId="ADAL" clId="{8EFBC750-5E01-4228-9E81-CADABFDF27DE}" dt="2024-11-15T16:53:55.401" v="8861" actId="20577"/>
        <pc:sldMkLst>
          <pc:docMk/>
          <pc:sldMk cId="3518895632" sldId="297"/>
        </pc:sldMkLst>
        <pc:spChg chg="del">
          <ac:chgData name="Anna Bianchi" userId="1dd43a41-4e4c-4b62-897c-c402d57a5e85" providerId="ADAL" clId="{8EFBC750-5E01-4228-9E81-CADABFDF27DE}" dt="2024-11-08T12:00:47.705" v="6709" actId="478"/>
          <ac:spMkLst>
            <pc:docMk/>
            <pc:sldMk cId="3518895632" sldId="297"/>
            <ac:spMk id="3" creationId="{E8B77BC7-4000-A05E-C9D6-DF6FE8A04C31}"/>
          </ac:spMkLst>
        </pc:spChg>
        <pc:spChg chg="mod">
          <ac:chgData name="Anna Bianchi" userId="1dd43a41-4e4c-4b62-897c-c402d57a5e85" providerId="ADAL" clId="{8EFBC750-5E01-4228-9E81-CADABFDF27DE}" dt="2024-10-29T15:25:39.202" v="3197" actId="20577"/>
          <ac:spMkLst>
            <pc:docMk/>
            <pc:sldMk cId="3518895632" sldId="297"/>
            <ac:spMk id="4" creationId="{F670AAE0-FF90-3AA3-A3ED-602705AC7325}"/>
          </ac:spMkLst>
        </pc:spChg>
        <pc:spChg chg="mod">
          <ac:chgData name="Anna Bianchi" userId="1dd43a41-4e4c-4b62-897c-c402d57a5e85" providerId="ADAL" clId="{8EFBC750-5E01-4228-9E81-CADABFDF27DE}" dt="2024-11-08T15:22:35.765" v="7529" actId="20577"/>
          <ac:spMkLst>
            <pc:docMk/>
            <pc:sldMk cId="3518895632" sldId="297"/>
            <ac:spMk id="5" creationId="{5D6650E7-AF09-71A9-5F92-AEF12BF55F0F}"/>
          </ac:spMkLst>
        </pc:spChg>
        <pc:spChg chg="add del mod">
          <ac:chgData name="Anna Bianchi" userId="1dd43a41-4e4c-4b62-897c-c402d57a5e85" providerId="ADAL" clId="{8EFBC750-5E01-4228-9E81-CADABFDF27DE}" dt="2024-11-08T10:35:05.784" v="5650"/>
          <ac:spMkLst>
            <pc:docMk/>
            <pc:sldMk cId="3518895632" sldId="297"/>
            <ac:spMk id="10" creationId="{8E6CB2C1-AFBC-DB40-AAE2-F5AF92C1DCDB}"/>
          </ac:spMkLst>
        </pc:spChg>
        <pc:spChg chg="add mod">
          <ac:chgData name="Anna Bianchi" userId="1dd43a41-4e4c-4b62-897c-c402d57a5e85" providerId="ADAL" clId="{8EFBC750-5E01-4228-9E81-CADABFDF27DE}" dt="2024-11-08T10:34:52.500" v="5646"/>
          <ac:spMkLst>
            <pc:docMk/>
            <pc:sldMk cId="3518895632" sldId="297"/>
            <ac:spMk id="11" creationId="{81ACE8A1-1DD0-981A-A2E2-5E7AC75CC2B3}"/>
          </ac:spMkLst>
        </pc:spChg>
        <pc:spChg chg="add mod">
          <ac:chgData name="Anna Bianchi" userId="1dd43a41-4e4c-4b62-897c-c402d57a5e85" providerId="ADAL" clId="{8EFBC750-5E01-4228-9E81-CADABFDF27DE}" dt="2024-11-08T12:00:47.924" v="6710"/>
          <ac:spMkLst>
            <pc:docMk/>
            <pc:sldMk cId="3518895632" sldId="297"/>
            <ac:spMk id="18" creationId="{AAA0B6CD-5A62-8BC7-E47C-7EA45B93DEA3}"/>
          </ac:spMkLst>
        </pc:spChg>
        <pc:grpChg chg="add del mod">
          <ac:chgData name="Anna Bianchi" userId="1dd43a41-4e4c-4b62-897c-c402d57a5e85" providerId="ADAL" clId="{8EFBC750-5E01-4228-9E81-CADABFDF27DE}" dt="2024-11-08T10:50:29.990" v="6396" actId="165"/>
          <ac:grpSpMkLst>
            <pc:docMk/>
            <pc:sldMk cId="3518895632" sldId="297"/>
            <ac:grpSpMk id="14" creationId="{2DDF97F1-6F5E-D048-3051-AD9400F84C9E}"/>
          </ac:grpSpMkLst>
        </pc:grpChg>
        <pc:graphicFrameChg chg="add del mod modGraphic">
          <ac:chgData name="Anna Bianchi" userId="1dd43a41-4e4c-4b62-897c-c402d57a5e85" providerId="ADAL" clId="{8EFBC750-5E01-4228-9E81-CADABFDF27DE}" dt="2024-11-08T10:29:24.391" v="5612" actId="478"/>
          <ac:graphicFrameMkLst>
            <pc:docMk/>
            <pc:sldMk cId="3518895632" sldId="297"/>
            <ac:graphicFrameMk id="2" creationId="{E3810BF9-66D6-02CB-ADA7-AF36C62C6E48}"/>
          </ac:graphicFrameMkLst>
        </pc:graphicFrameChg>
        <pc:graphicFrameChg chg="add del mod modGraphic">
          <ac:chgData name="Anna Bianchi" userId="1dd43a41-4e4c-4b62-897c-c402d57a5e85" providerId="ADAL" clId="{8EFBC750-5E01-4228-9E81-CADABFDF27DE}" dt="2024-11-08T10:32:41.266" v="5627" actId="478"/>
          <ac:graphicFrameMkLst>
            <pc:docMk/>
            <pc:sldMk cId="3518895632" sldId="297"/>
            <ac:graphicFrameMk id="6" creationId="{5E82A27A-BF8B-1C22-A92F-1CCB9FB819D7}"/>
          </ac:graphicFrameMkLst>
        </pc:graphicFrameChg>
        <pc:graphicFrameChg chg="add mod modGraphic">
          <ac:chgData name="Anna Bianchi" userId="1dd43a41-4e4c-4b62-897c-c402d57a5e85" providerId="ADAL" clId="{8EFBC750-5E01-4228-9E81-CADABFDF27DE}" dt="2024-11-15T16:53:55.401" v="8861" actId="20577"/>
          <ac:graphicFrameMkLst>
            <pc:docMk/>
            <pc:sldMk cId="3518895632" sldId="297"/>
            <ac:graphicFrameMk id="9" creationId="{D7EADFA0-B9E9-B88C-947A-60AEE3EFC1AC}"/>
          </ac:graphicFrameMkLst>
        </pc:graphicFrameChg>
        <pc:picChg chg="add del mod">
          <ac:chgData name="Anna Bianchi" userId="1dd43a41-4e4c-4b62-897c-c402d57a5e85" providerId="ADAL" clId="{8EFBC750-5E01-4228-9E81-CADABFDF27DE}" dt="2024-11-08T10:32:12.854" v="5619" actId="478"/>
          <ac:picMkLst>
            <pc:docMk/>
            <pc:sldMk cId="3518895632" sldId="297"/>
            <ac:picMk id="8" creationId="{E4EEFFCB-E254-F9BE-9C62-B6E94605A381}"/>
          </ac:picMkLst>
        </pc:picChg>
        <pc:picChg chg="add del mod">
          <ac:chgData name="Anna Bianchi" userId="1dd43a41-4e4c-4b62-897c-c402d57a5e85" providerId="ADAL" clId="{8EFBC750-5E01-4228-9E81-CADABFDF27DE}" dt="2024-11-08T10:49:28.724" v="6392" actId="478"/>
          <ac:picMkLst>
            <pc:docMk/>
            <pc:sldMk cId="3518895632" sldId="297"/>
            <ac:picMk id="13" creationId="{E818E209-ED77-8F9D-1F22-F2BA4E771466}"/>
          </ac:picMkLst>
        </pc:picChg>
        <pc:picChg chg="mod topLvl">
          <ac:chgData name="Anna Bianchi" userId="1dd43a41-4e4c-4b62-897c-c402d57a5e85" providerId="ADAL" clId="{8EFBC750-5E01-4228-9E81-CADABFDF27DE}" dt="2024-11-08T15:02:40.771" v="7011" actId="12789"/>
          <ac:picMkLst>
            <pc:docMk/>
            <pc:sldMk cId="3518895632" sldId="297"/>
            <ac:picMk id="15" creationId="{8F48EC5E-D3A5-EBEE-7352-094C5FA7F367}"/>
          </ac:picMkLst>
        </pc:picChg>
        <pc:picChg chg="mod topLvl">
          <ac:chgData name="Anna Bianchi" userId="1dd43a41-4e4c-4b62-897c-c402d57a5e85" providerId="ADAL" clId="{8EFBC750-5E01-4228-9E81-CADABFDF27DE}" dt="2024-11-08T15:02:40.771" v="7011" actId="12789"/>
          <ac:picMkLst>
            <pc:docMk/>
            <pc:sldMk cId="3518895632" sldId="297"/>
            <ac:picMk id="16" creationId="{8E96D6F9-0D5E-DFB1-D53F-12EA61D3999D}"/>
          </ac:picMkLst>
        </pc:picChg>
        <pc:picChg chg="mod topLvl">
          <ac:chgData name="Anna Bianchi" userId="1dd43a41-4e4c-4b62-897c-c402d57a5e85" providerId="ADAL" clId="{8EFBC750-5E01-4228-9E81-CADABFDF27DE}" dt="2024-11-08T15:02:40.771" v="7011" actId="12789"/>
          <ac:picMkLst>
            <pc:docMk/>
            <pc:sldMk cId="3518895632" sldId="297"/>
            <ac:picMk id="17" creationId="{511585B9-C402-A86C-CE0A-B8C27D7275D4}"/>
          </ac:picMkLst>
        </pc:picChg>
      </pc:sldChg>
      <pc:sldChg chg="addSp delSp modSp add mod delAnim modAnim">
        <pc:chgData name="Anna Bianchi" userId="1dd43a41-4e4c-4b62-897c-c402d57a5e85" providerId="ADAL" clId="{8EFBC750-5E01-4228-9E81-CADABFDF27DE}" dt="2024-11-08T15:47:53.986" v="7767"/>
        <pc:sldMkLst>
          <pc:docMk/>
          <pc:sldMk cId="492228327" sldId="298"/>
        </pc:sldMkLst>
        <pc:spChg chg="del mod">
          <ac:chgData name="Anna Bianchi" userId="1dd43a41-4e4c-4b62-897c-c402d57a5e85" providerId="ADAL" clId="{8EFBC750-5E01-4228-9E81-CADABFDF27DE}" dt="2024-11-08T15:12:39.221" v="7347" actId="21"/>
          <ac:spMkLst>
            <pc:docMk/>
            <pc:sldMk cId="492228327" sldId="298"/>
            <ac:spMk id="2" creationId="{3AAD75E7-ACC3-F87B-4559-5C808FA6D835}"/>
          </ac:spMkLst>
        </pc:spChg>
        <pc:spChg chg="del mod">
          <ac:chgData name="Anna Bianchi" userId="1dd43a41-4e4c-4b62-897c-c402d57a5e85" providerId="ADAL" clId="{8EFBC750-5E01-4228-9E81-CADABFDF27DE}" dt="2024-11-08T12:00:41.812" v="6705" actId="478"/>
          <ac:spMkLst>
            <pc:docMk/>
            <pc:sldMk cId="492228327" sldId="298"/>
            <ac:spMk id="3" creationId="{CCCB43C2-06D8-C2DC-DA0A-2B5CB722BAC9}"/>
          </ac:spMkLst>
        </pc:spChg>
        <pc:spChg chg="mod">
          <ac:chgData name="Anna Bianchi" userId="1dd43a41-4e4c-4b62-897c-c402d57a5e85" providerId="ADAL" clId="{8EFBC750-5E01-4228-9E81-CADABFDF27DE}" dt="2024-10-29T15:18:36.565" v="3128" actId="20577"/>
          <ac:spMkLst>
            <pc:docMk/>
            <pc:sldMk cId="492228327" sldId="298"/>
            <ac:spMk id="4" creationId="{F4616408-BBE2-0D8E-1A06-4829CB586BEE}"/>
          </ac:spMkLst>
        </pc:spChg>
        <pc:spChg chg="del">
          <ac:chgData name="Anna Bianchi" userId="1dd43a41-4e4c-4b62-897c-c402d57a5e85" providerId="ADAL" clId="{8EFBC750-5E01-4228-9E81-CADABFDF27DE}" dt="2024-11-08T15:22:19.518" v="7522" actId="478"/>
          <ac:spMkLst>
            <pc:docMk/>
            <pc:sldMk cId="492228327" sldId="298"/>
            <ac:spMk id="5" creationId="{29B70462-483E-6051-06E7-777528613416}"/>
          </ac:spMkLst>
        </pc:spChg>
        <pc:spChg chg="mod">
          <ac:chgData name="Anna Bianchi" userId="1dd43a41-4e4c-4b62-897c-c402d57a5e85" providerId="ADAL" clId="{8EFBC750-5E01-4228-9E81-CADABFDF27DE}" dt="2024-11-08T15:12:33.615" v="7346" actId="255"/>
          <ac:spMkLst>
            <pc:docMk/>
            <pc:sldMk cId="492228327" sldId="298"/>
            <ac:spMk id="6" creationId="{E4786D63-506F-4E69-DD10-C8650D8941EE}"/>
          </ac:spMkLst>
        </pc:spChg>
        <pc:spChg chg="add mod">
          <ac:chgData name="Anna Bianchi" userId="1dd43a41-4e4c-4b62-897c-c402d57a5e85" providerId="ADAL" clId="{8EFBC750-5E01-4228-9E81-CADABFDF27DE}" dt="2024-11-08T12:00:42.031" v="6706"/>
          <ac:spMkLst>
            <pc:docMk/>
            <pc:sldMk cId="492228327" sldId="298"/>
            <ac:spMk id="7" creationId="{C5458C5E-5886-7FF3-0BF7-7DB2C3403192}"/>
          </ac:spMkLst>
        </pc:spChg>
        <pc:spChg chg="add mod">
          <ac:chgData name="Anna Bianchi" userId="1dd43a41-4e4c-4b62-897c-c402d57a5e85" providerId="ADAL" clId="{8EFBC750-5E01-4228-9E81-CADABFDF27DE}" dt="2024-11-08T15:14:37.480" v="7504" actId="14100"/>
          <ac:spMkLst>
            <pc:docMk/>
            <pc:sldMk cId="492228327" sldId="298"/>
            <ac:spMk id="9" creationId="{5DC25B36-C70D-9D59-DA55-76DD5CAEE871}"/>
          </ac:spMkLst>
        </pc:spChg>
        <pc:spChg chg="add del mod">
          <ac:chgData name="Anna Bianchi" userId="1dd43a41-4e4c-4b62-897c-c402d57a5e85" providerId="ADAL" clId="{8EFBC750-5E01-4228-9E81-CADABFDF27DE}" dt="2024-11-08T15:10:09.214" v="7068"/>
          <ac:spMkLst>
            <pc:docMk/>
            <pc:sldMk cId="492228327" sldId="298"/>
            <ac:spMk id="12" creationId="{6B5B9AD0-05EE-6E05-1981-D4328BC85FCC}"/>
          </ac:spMkLst>
        </pc:spChg>
        <pc:spChg chg="add mod">
          <ac:chgData name="Anna Bianchi" userId="1dd43a41-4e4c-4b62-897c-c402d57a5e85" providerId="ADAL" clId="{8EFBC750-5E01-4228-9E81-CADABFDF27DE}" dt="2024-11-08T15:19:21.983" v="7510" actId="1076"/>
          <ac:spMkLst>
            <pc:docMk/>
            <pc:sldMk cId="492228327" sldId="298"/>
            <ac:spMk id="14" creationId="{A2630A20-0F98-AE38-2229-5E75DB961CBE}"/>
          </ac:spMkLst>
        </pc:spChg>
        <pc:spChg chg="add mod">
          <ac:chgData name="Anna Bianchi" userId="1dd43a41-4e4c-4b62-897c-c402d57a5e85" providerId="ADAL" clId="{8EFBC750-5E01-4228-9E81-CADABFDF27DE}" dt="2024-11-08T15:12:33.615" v="7346" actId="255"/>
          <ac:spMkLst>
            <pc:docMk/>
            <pc:sldMk cId="492228327" sldId="298"/>
            <ac:spMk id="16" creationId="{9EF3F688-F6DD-8D2B-25C5-A81E59308B9E}"/>
          </ac:spMkLst>
        </pc:spChg>
        <pc:spChg chg="add mod">
          <ac:chgData name="Anna Bianchi" userId="1dd43a41-4e4c-4b62-897c-c402d57a5e85" providerId="ADAL" clId="{8EFBC750-5E01-4228-9E81-CADABFDF27DE}" dt="2024-11-08T15:19:08.055" v="7509" actId="1076"/>
          <ac:spMkLst>
            <pc:docMk/>
            <pc:sldMk cId="492228327" sldId="298"/>
            <ac:spMk id="17" creationId="{0D8D5AD5-4E52-434F-5B40-673132E838D1}"/>
          </ac:spMkLst>
        </pc:spChg>
        <pc:spChg chg="add mod">
          <ac:chgData name="Anna Bianchi" userId="1dd43a41-4e4c-4b62-897c-c402d57a5e85" providerId="ADAL" clId="{8EFBC750-5E01-4228-9E81-CADABFDF27DE}" dt="2024-11-08T15:12:33.615" v="7346" actId="255"/>
          <ac:spMkLst>
            <pc:docMk/>
            <pc:sldMk cId="492228327" sldId="298"/>
            <ac:spMk id="18" creationId="{876ACEED-3CF7-FB12-494A-F44DC2623791}"/>
          </ac:spMkLst>
        </pc:spChg>
        <pc:spChg chg="add mod">
          <ac:chgData name="Anna Bianchi" userId="1dd43a41-4e4c-4b62-897c-c402d57a5e85" providerId="ADAL" clId="{8EFBC750-5E01-4228-9E81-CADABFDF27DE}" dt="2024-11-08T15:19:05.152" v="7508" actId="1076"/>
          <ac:spMkLst>
            <pc:docMk/>
            <pc:sldMk cId="492228327" sldId="298"/>
            <ac:spMk id="19" creationId="{3B788F48-4554-3760-AFC5-91836EC19BD0}"/>
          </ac:spMkLst>
        </pc:spChg>
        <pc:spChg chg="add del mod">
          <ac:chgData name="Anna Bianchi" userId="1dd43a41-4e4c-4b62-897c-c402d57a5e85" providerId="ADAL" clId="{8EFBC750-5E01-4228-9E81-CADABFDF27DE}" dt="2024-11-08T15:22:17.154" v="7521" actId="478"/>
          <ac:spMkLst>
            <pc:docMk/>
            <pc:sldMk cId="492228327" sldId="298"/>
            <ac:spMk id="21" creationId="{F6924705-8933-AAAA-A820-D25CE50AAC55}"/>
          </ac:spMkLst>
        </pc:spChg>
        <pc:spChg chg="add mod">
          <ac:chgData name="Anna Bianchi" userId="1dd43a41-4e4c-4b62-897c-c402d57a5e85" providerId="ADAL" clId="{8EFBC750-5E01-4228-9E81-CADABFDF27DE}" dt="2024-11-08T15:22:21.751" v="7524" actId="20577"/>
          <ac:spMkLst>
            <pc:docMk/>
            <pc:sldMk cId="492228327" sldId="298"/>
            <ac:spMk id="22" creationId="{B123F3C9-7B44-176A-40B6-39E605139B57}"/>
          </ac:spMkLst>
        </pc:spChg>
        <pc:spChg chg="add">
          <ac:chgData name="Anna Bianchi" userId="1dd43a41-4e4c-4b62-897c-c402d57a5e85" providerId="ADAL" clId="{8EFBC750-5E01-4228-9E81-CADABFDF27DE}" dt="2024-11-08T15:47:47.127" v="7766"/>
          <ac:spMkLst>
            <pc:docMk/>
            <pc:sldMk cId="492228327" sldId="298"/>
            <ac:spMk id="23" creationId="{AE50F49B-EDCF-BACE-290B-7D5E5366CC6C}"/>
          </ac:spMkLst>
        </pc:spChg>
        <pc:spChg chg="add">
          <ac:chgData name="Anna Bianchi" userId="1dd43a41-4e4c-4b62-897c-c402d57a5e85" providerId="ADAL" clId="{8EFBC750-5E01-4228-9E81-CADABFDF27DE}" dt="2024-11-08T15:47:53.986" v="7767"/>
          <ac:spMkLst>
            <pc:docMk/>
            <pc:sldMk cId="492228327" sldId="298"/>
            <ac:spMk id="24" creationId="{E723F174-3EC2-9CD2-5077-ACF012F9F4D6}"/>
          </ac:spMkLst>
        </pc:spChg>
        <pc:graphicFrameChg chg="add del modGraphic">
          <ac:chgData name="Anna Bianchi" userId="1dd43a41-4e4c-4b62-897c-c402d57a5e85" providerId="ADAL" clId="{8EFBC750-5E01-4228-9E81-CADABFDF27DE}" dt="2024-11-08T15:03:41.773" v="7014" actId="478"/>
          <ac:graphicFrameMkLst>
            <pc:docMk/>
            <pc:sldMk cId="492228327" sldId="298"/>
            <ac:graphicFrameMk id="8" creationId="{C5776F53-0699-5365-4654-510018B4CD79}"/>
          </ac:graphicFrameMkLst>
        </pc:graphicFrameChg>
        <pc:graphicFrameChg chg="add del mod modGraphic">
          <ac:chgData name="Anna Bianchi" userId="1dd43a41-4e4c-4b62-897c-c402d57a5e85" providerId="ADAL" clId="{8EFBC750-5E01-4228-9E81-CADABFDF27DE}" dt="2024-11-08T15:07:17.068" v="7056" actId="478"/>
          <ac:graphicFrameMkLst>
            <pc:docMk/>
            <pc:sldMk cId="492228327" sldId="298"/>
            <ac:graphicFrameMk id="10" creationId="{A8DE23DD-D64F-62B6-8CBD-345E0E8F2576}"/>
          </ac:graphicFrameMkLst>
        </pc:graphicFrameChg>
        <pc:graphicFrameChg chg="add del mod modGraphic">
          <ac:chgData name="Anna Bianchi" userId="1dd43a41-4e4c-4b62-897c-c402d57a5e85" providerId="ADAL" clId="{8EFBC750-5E01-4228-9E81-CADABFDF27DE}" dt="2024-11-08T15:09:51.483" v="7061" actId="478"/>
          <ac:graphicFrameMkLst>
            <pc:docMk/>
            <pc:sldMk cId="492228327" sldId="298"/>
            <ac:graphicFrameMk id="11" creationId="{B706AEC8-E720-0234-C22F-6CD099959FD4}"/>
          </ac:graphicFrameMkLst>
        </pc:graphicFrameChg>
        <pc:graphicFrameChg chg="add del modGraphic">
          <ac:chgData name="Anna Bianchi" userId="1dd43a41-4e4c-4b62-897c-c402d57a5e85" providerId="ADAL" clId="{8EFBC750-5E01-4228-9E81-CADABFDF27DE}" dt="2024-11-08T15:17:15.534" v="7507" actId="478"/>
          <ac:graphicFrameMkLst>
            <pc:docMk/>
            <pc:sldMk cId="492228327" sldId="298"/>
            <ac:graphicFrameMk id="20" creationId="{94CEACEB-2EAA-E88E-B87A-724701C36919}"/>
          </ac:graphicFrameMkLst>
        </pc:graphicFrameChg>
      </pc:sldChg>
      <pc:sldChg chg="addSp delSp modSp add mod delAnim modAnim">
        <pc:chgData name="Anna Bianchi" userId="1dd43a41-4e4c-4b62-897c-c402d57a5e85" providerId="ADAL" clId="{8EFBC750-5E01-4228-9E81-CADABFDF27DE}" dt="2024-11-15T16:42:58.539" v="8613" actId="1076"/>
        <pc:sldMkLst>
          <pc:docMk/>
          <pc:sldMk cId="2394870310" sldId="299"/>
        </pc:sldMkLst>
        <pc:spChg chg="add mod ord topLvl">
          <ac:chgData name="Anna Bianchi" userId="1dd43a41-4e4c-4b62-897c-c402d57a5e85" providerId="ADAL" clId="{8EFBC750-5E01-4228-9E81-CADABFDF27DE}" dt="2024-11-08T15:45:19.931" v="7759" actId="1037"/>
          <ac:spMkLst>
            <pc:docMk/>
            <pc:sldMk cId="2394870310" sldId="299"/>
            <ac:spMk id="2" creationId="{129EA1E7-6710-9A17-4657-1BEA1AF500A8}"/>
          </ac:spMkLst>
        </pc:spChg>
        <pc:spChg chg="add mod">
          <ac:chgData name="Anna Bianchi" userId="1dd43a41-4e4c-4b62-897c-c402d57a5e85" providerId="ADAL" clId="{8EFBC750-5E01-4228-9E81-CADABFDF27DE}" dt="2024-10-29T16:09:56.443" v="4076"/>
          <ac:spMkLst>
            <pc:docMk/>
            <pc:sldMk cId="2394870310" sldId="299"/>
            <ac:spMk id="2" creationId="{8350D212-30B6-2C23-DC11-C7CE8F3C8A45}"/>
          </ac:spMkLst>
        </pc:spChg>
        <pc:spChg chg="mod">
          <ac:chgData name="Anna Bianchi" userId="1dd43a41-4e4c-4b62-897c-c402d57a5e85" providerId="ADAL" clId="{8EFBC750-5E01-4228-9E81-CADABFDF27DE}" dt="2024-10-29T16:09:32.022" v="4075" actId="20577"/>
          <ac:spMkLst>
            <pc:docMk/>
            <pc:sldMk cId="2394870310" sldId="299"/>
            <ac:spMk id="4" creationId="{F502DB80-7711-952B-C8BE-B2699317519E}"/>
          </ac:spMkLst>
        </pc:spChg>
        <pc:spChg chg="del">
          <ac:chgData name="Anna Bianchi" userId="1dd43a41-4e4c-4b62-897c-c402d57a5e85" providerId="ADAL" clId="{8EFBC750-5E01-4228-9E81-CADABFDF27DE}" dt="2024-10-29T16:12:45.803" v="4127" actId="478"/>
          <ac:spMkLst>
            <pc:docMk/>
            <pc:sldMk cId="2394870310" sldId="299"/>
            <ac:spMk id="7" creationId="{DA8A8DE7-FD36-C6CF-CD53-EE13CABD8924}"/>
          </ac:spMkLst>
        </pc:spChg>
        <pc:spChg chg="del">
          <ac:chgData name="Anna Bianchi" userId="1dd43a41-4e4c-4b62-897c-c402d57a5e85" providerId="ADAL" clId="{8EFBC750-5E01-4228-9E81-CADABFDF27DE}" dt="2024-11-14T14:37:07.313" v="8121" actId="478"/>
          <ac:spMkLst>
            <pc:docMk/>
            <pc:sldMk cId="2394870310" sldId="299"/>
            <ac:spMk id="9" creationId="{EC6F5A65-4992-E146-8B54-BEA715E65CD4}"/>
          </ac:spMkLst>
        </pc:spChg>
        <pc:spChg chg="del mod">
          <ac:chgData name="Anna Bianchi" userId="1dd43a41-4e4c-4b62-897c-c402d57a5e85" providerId="ADAL" clId="{8EFBC750-5E01-4228-9E81-CADABFDF27DE}" dt="2024-11-08T12:00:28.199" v="6697" actId="478"/>
          <ac:spMkLst>
            <pc:docMk/>
            <pc:sldMk cId="2394870310" sldId="299"/>
            <ac:spMk id="11" creationId="{896674A1-1FF2-0EFA-0EEA-6F4FCD346114}"/>
          </ac:spMkLst>
        </pc:spChg>
        <pc:spChg chg="add mod">
          <ac:chgData name="Anna Bianchi" userId="1dd43a41-4e4c-4b62-897c-c402d57a5e85" providerId="ADAL" clId="{8EFBC750-5E01-4228-9E81-CADABFDF27DE}" dt="2024-10-29T16:09:59.288" v="4077"/>
          <ac:spMkLst>
            <pc:docMk/>
            <pc:sldMk cId="2394870310" sldId="299"/>
            <ac:spMk id="12" creationId="{12023ADF-01DA-D9D2-BDB2-8A278F74079B}"/>
          </ac:spMkLst>
        </pc:spChg>
        <pc:spChg chg="add mod">
          <ac:chgData name="Anna Bianchi" userId="1dd43a41-4e4c-4b62-897c-c402d57a5e85" providerId="ADAL" clId="{8EFBC750-5E01-4228-9E81-CADABFDF27DE}" dt="2024-11-08T15:43:51.694" v="7712" actId="1037"/>
          <ac:spMkLst>
            <pc:docMk/>
            <pc:sldMk cId="2394870310" sldId="299"/>
            <ac:spMk id="14" creationId="{C970B7FE-03DF-4C8C-7C5B-B2D6EB2C8124}"/>
          </ac:spMkLst>
        </pc:spChg>
        <pc:spChg chg="add mod ord">
          <ac:chgData name="Anna Bianchi" userId="1dd43a41-4e4c-4b62-897c-c402d57a5e85" providerId="ADAL" clId="{8EFBC750-5E01-4228-9E81-CADABFDF27DE}" dt="2024-11-08T15:43:51.694" v="7712" actId="1037"/>
          <ac:spMkLst>
            <pc:docMk/>
            <pc:sldMk cId="2394870310" sldId="299"/>
            <ac:spMk id="16" creationId="{87B691F5-F61D-0DE1-6858-329A1F734587}"/>
          </ac:spMkLst>
        </pc:spChg>
        <pc:spChg chg="add del mod ord topLvl">
          <ac:chgData name="Anna Bianchi" userId="1dd43a41-4e4c-4b62-897c-c402d57a5e85" providerId="ADAL" clId="{8EFBC750-5E01-4228-9E81-CADABFDF27DE}" dt="2024-11-08T12:05:37.366" v="6793" actId="478"/>
          <ac:spMkLst>
            <pc:docMk/>
            <pc:sldMk cId="2394870310" sldId="299"/>
            <ac:spMk id="18" creationId="{CD261CE2-9781-6423-C2EF-DB41879A38B2}"/>
          </ac:spMkLst>
        </pc:spChg>
        <pc:spChg chg="add mod">
          <ac:chgData name="Anna Bianchi" userId="1dd43a41-4e4c-4b62-897c-c402d57a5e85" providerId="ADAL" clId="{8EFBC750-5E01-4228-9E81-CADABFDF27DE}" dt="2024-11-08T15:45:37.897" v="7762" actId="1076"/>
          <ac:spMkLst>
            <pc:docMk/>
            <pc:sldMk cId="2394870310" sldId="299"/>
            <ac:spMk id="19" creationId="{1D4D94A0-17B9-8832-10BB-5FD8F3F89667}"/>
          </ac:spMkLst>
        </pc:spChg>
        <pc:spChg chg="del">
          <ac:chgData name="Anna Bianchi" userId="1dd43a41-4e4c-4b62-897c-c402d57a5e85" providerId="ADAL" clId="{8EFBC750-5E01-4228-9E81-CADABFDF27DE}" dt="2024-11-14T14:37:10.832" v="8123" actId="478"/>
          <ac:spMkLst>
            <pc:docMk/>
            <pc:sldMk cId="2394870310" sldId="299"/>
            <ac:spMk id="22" creationId="{AAA6F95C-37D3-7D00-17B4-6DA2D4A33FD6}"/>
          </ac:spMkLst>
        </pc:spChg>
        <pc:spChg chg="add mod">
          <ac:chgData name="Anna Bianchi" userId="1dd43a41-4e4c-4b62-897c-c402d57a5e85" providerId="ADAL" clId="{8EFBC750-5E01-4228-9E81-CADABFDF27DE}" dt="2024-11-08T12:00:28.465" v="6698"/>
          <ac:spMkLst>
            <pc:docMk/>
            <pc:sldMk cId="2394870310" sldId="299"/>
            <ac:spMk id="23" creationId="{883F4279-6BC0-5D0C-C76F-CBDFA60E26E2}"/>
          </ac:spMkLst>
        </pc:spChg>
        <pc:spChg chg="add mod topLvl">
          <ac:chgData name="Anna Bianchi" userId="1dd43a41-4e4c-4b62-897c-c402d57a5e85" providerId="ADAL" clId="{8EFBC750-5E01-4228-9E81-CADABFDF27DE}" dt="2024-11-08T15:26:07.920" v="7631" actId="1037"/>
          <ac:spMkLst>
            <pc:docMk/>
            <pc:sldMk cId="2394870310" sldId="299"/>
            <ac:spMk id="24" creationId="{0F51231C-AFF1-5263-8F0C-396E8EC0AFF7}"/>
          </ac:spMkLst>
        </pc:spChg>
        <pc:spChg chg="add mod topLvl">
          <ac:chgData name="Anna Bianchi" userId="1dd43a41-4e4c-4b62-897c-c402d57a5e85" providerId="ADAL" clId="{8EFBC750-5E01-4228-9E81-CADABFDF27DE}" dt="2024-11-14T14:37:29.586" v="8138" actId="1038"/>
          <ac:spMkLst>
            <pc:docMk/>
            <pc:sldMk cId="2394870310" sldId="299"/>
            <ac:spMk id="25" creationId="{CBCA64F0-21E2-3C1E-8618-2E2549F265B6}"/>
          </ac:spMkLst>
        </pc:spChg>
        <pc:spChg chg="add mod topLvl">
          <ac:chgData name="Anna Bianchi" userId="1dd43a41-4e4c-4b62-897c-c402d57a5e85" providerId="ADAL" clId="{8EFBC750-5E01-4228-9E81-CADABFDF27DE}" dt="2024-11-14T14:37:33.430" v="8145" actId="1035"/>
          <ac:spMkLst>
            <pc:docMk/>
            <pc:sldMk cId="2394870310" sldId="299"/>
            <ac:spMk id="27" creationId="{CD3A52DE-6EDF-FFD6-B952-0D8D90D6539B}"/>
          </ac:spMkLst>
        </pc:spChg>
        <pc:spChg chg="add mod">
          <ac:chgData name="Anna Bianchi" userId="1dd43a41-4e4c-4b62-897c-c402d57a5e85" providerId="ADAL" clId="{8EFBC750-5E01-4228-9E81-CADABFDF27DE}" dt="2024-11-08T12:05:44.883" v="6795" actId="571"/>
          <ac:spMkLst>
            <pc:docMk/>
            <pc:sldMk cId="2394870310" sldId="299"/>
            <ac:spMk id="28" creationId="{E9B3E600-4894-243E-8C54-3C0A733291CA}"/>
          </ac:spMkLst>
        </pc:spChg>
        <pc:spChg chg="add mod">
          <ac:chgData name="Anna Bianchi" userId="1dd43a41-4e4c-4b62-897c-c402d57a5e85" providerId="ADAL" clId="{8EFBC750-5E01-4228-9E81-CADABFDF27DE}" dt="2024-11-08T12:09:20.598" v="6825"/>
          <ac:spMkLst>
            <pc:docMk/>
            <pc:sldMk cId="2394870310" sldId="299"/>
            <ac:spMk id="32" creationId="{CB896A9C-FD77-0346-1955-C82E44F68C16}"/>
          </ac:spMkLst>
        </pc:spChg>
        <pc:grpChg chg="del mod">
          <ac:chgData name="Anna Bianchi" userId="1dd43a41-4e4c-4b62-897c-c402d57a5e85" providerId="ADAL" clId="{8EFBC750-5E01-4228-9E81-CADABFDF27DE}" dt="2024-11-14T14:37:09.250" v="8122" actId="478"/>
          <ac:grpSpMkLst>
            <pc:docMk/>
            <pc:sldMk cId="2394870310" sldId="299"/>
            <ac:grpSpMk id="5" creationId="{BFEF04A4-4D99-5D82-D943-4072CBA5DAD6}"/>
          </ac:grpSpMkLst>
        </pc:grpChg>
        <pc:grpChg chg="del">
          <ac:chgData name="Anna Bianchi" userId="1dd43a41-4e4c-4b62-897c-c402d57a5e85" providerId="ADAL" clId="{8EFBC750-5E01-4228-9E81-CADABFDF27DE}" dt="2024-11-14T14:37:07.313" v="8121" actId="478"/>
          <ac:grpSpMkLst>
            <pc:docMk/>
            <pc:sldMk cId="2394870310" sldId="299"/>
            <ac:grpSpMk id="8" creationId="{14F2431C-B019-BAAF-0A8C-65B10FF5F6A2}"/>
          </ac:grpSpMkLst>
        </pc:grpChg>
        <pc:grpChg chg="del mod">
          <ac:chgData name="Anna Bianchi" userId="1dd43a41-4e4c-4b62-897c-c402d57a5e85" providerId="ADAL" clId="{8EFBC750-5E01-4228-9E81-CADABFDF27DE}" dt="2024-11-14T14:58:01.038" v="8264" actId="478"/>
          <ac:grpSpMkLst>
            <pc:docMk/>
            <pc:sldMk cId="2394870310" sldId="299"/>
            <ac:grpSpMk id="18" creationId="{27BB2B48-7E69-6BCC-C017-FB2E6EA54DA0}"/>
          </ac:grpSpMkLst>
        </pc:grpChg>
        <pc:grpChg chg="add del mod">
          <ac:chgData name="Anna Bianchi" userId="1dd43a41-4e4c-4b62-897c-c402d57a5e85" providerId="ADAL" clId="{8EFBC750-5E01-4228-9E81-CADABFDF27DE}" dt="2024-11-08T12:05:29.675" v="6790" actId="165"/>
          <ac:grpSpMkLst>
            <pc:docMk/>
            <pc:sldMk cId="2394870310" sldId="299"/>
            <ac:grpSpMk id="22" creationId="{877C2A4D-359D-495F-B333-F7F395104F8E}"/>
          </ac:grpSpMkLst>
        </pc:grpChg>
        <pc:grpChg chg="add del mod ord topLvl">
          <ac:chgData name="Anna Bianchi" userId="1dd43a41-4e4c-4b62-897c-c402d57a5e85" providerId="ADAL" clId="{8EFBC750-5E01-4228-9E81-CADABFDF27DE}" dt="2024-11-08T15:24:11.845" v="7547" actId="165"/>
          <ac:grpSpMkLst>
            <pc:docMk/>
            <pc:sldMk cId="2394870310" sldId="299"/>
            <ac:grpSpMk id="26" creationId="{AD4D453C-DAE3-BB09-B6D9-5003F37138E5}"/>
          </ac:grpSpMkLst>
        </pc:grpChg>
        <pc:grpChg chg="add mod">
          <ac:chgData name="Anna Bianchi" userId="1dd43a41-4e4c-4b62-897c-c402d57a5e85" providerId="ADAL" clId="{8EFBC750-5E01-4228-9E81-CADABFDF27DE}" dt="2024-11-15T16:42:58.539" v="8613" actId="1076"/>
          <ac:grpSpMkLst>
            <pc:docMk/>
            <pc:sldMk cId="2394870310" sldId="299"/>
            <ac:grpSpMk id="28" creationId="{2B2C5F4A-DD6D-9E42-FFB3-2355495E3B0A}"/>
          </ac:grpSpMkLst>
        </pc:grpChg>
        <pc:grpChg chg="del">
          <ac:chgData name="Anna Bianchi" userId="1dd43a41-4e4c-4b62-897c-c402d57a5e85" providerId="ADAL" clId="{8EFBC750-5E01-4228-9E81-CADABFDF27DE}" dt="2024-11-14T14:37:11.910" v="8124" actId="478"/>
          <ac:grpSpMkLst>
            <pc:docMk/>
            <pc:sldMk cId="2394870310" sldId="299"/>
            <ac:grpSpMk id="29" creationId="{3B700E10-0550-C017-8329-D2F26E09557C}"/>
          </ac:grpSpMkLst>
        </pc:grpChg>
        <pc:grpChg chg="add del mod topLvl">
          <ac:chgData name="Anna Bianchi" userId="1dd43a41-4e4c-4b62-897c-c402d57a5e85" providerId="ADAL" clId="{8EFBC750-5E01-4228-9E81-CADABFDF27DE}" dt="2024-11-08T15:24:06.532" v="7546" actId="165"/>
          <ac:grpSpMkLst>
            <pc:docMk/>
            <pc:sldMk cId="2394870310" sldId="299"/>
            <ac:grpSpMk id="29" creationId="{4FE290B8-8766-5163-66D0-D8D4639C3E5F}"/>
          </ac:grpSpMkLst>
        </pc:grpChg>
        <pc:grpChg chg="add mod">
          <ac:chgData name="Anna Bianchi" userId="1dd43a41-4e4c-4b62-897c-c402d57a5e85" providerId="ADAL" clId="{8EFBC750-5E01-4228-9E81-CADABFDF27DE}" dt="2024-11-08T12:06:14.655" v="6819" actId="164"/>
          <ac:grpSpMkLst>
            <pc:docMk/>
            <pc:sldMk cId="2394870310" sldId="299"/>
            <ac:grpSpMk id="30" creationId="{B18555D6-B2AD-AD3F-1A5C-B5C7BD6A9EAC}"/>
          </ac:grpSpMkLst>
        </pc:grpChg>
        <pc:grpChg chg="add del mod topLvl">
          <ac:chgData name="Anna Bianchi" userId="1dd43a41-4e4c-4b62-897c-c402d57a5e85" providerId="ADAL" clId="{8EFBC750-5E01-4228-9E81-CADABFDF27DE}" dt="2024-11-08T15:24:02.154" v="7545" actId="165"/>
          <ac:grpSpMkLst>
            <pc:docMk/>
            <pc:sldMk cId="2394870310" sldId="299"/>
            <ac:grpSpMk id="31" creationId="{69198DCF-758E-A07A-2FB9-BA33373375B2}"/>
          </ac:grpSpMkLst>
        </pc:grpChg>
        <pc:grpChg chg="add del mod">
          <ac:chgData name="Anna Bianchi" userId="1dd43a41-4e4c-4b62-897c-c402d57a5e85" providerId="ADAL" clId="{8EFBC750-5E01-4228-9E81-CADABFDF27DE}" dt="2024-11-08T15:23:57.058" v="7544" actId="165"/>
          <ac:grpSpMkLst>
            <pc:docMk/>
            <pc:sldMk cId="2394870310" sldId="299"/>
            <ac:grpSpMk id="35" creationId="{5ADA5946-DBC8-92B6-CDE5-C6AC5F675AE2}"/>
          </ac:grpSpMkLst>
        </pc:grpChg>
        <pc:grpChg chg="add mod">
          <ac:chgData name="Anna Bianchi" userId="1dd43a41-4e4c-4b62-897c-c402d57a5e85" providerId="ADAL" clId="{8EFBC750-5E01-4228-9E81-CADABFDF27DE}" dt="2024-11-08T15:25:06.481" v="7569" actId="164"/>
          <ac:grpSpMkLst>
            <pc:docMk/>
            <pc:sldMk cId="2394870310" sldId="299"/>
            <ac:grpSpMk id="36" creationId="{F961A6CD-82D2-3CAD-8154-3D4310A1E3E0}"/>
          </ac:grpSpMkLst>
        </pc:grpChg>
        <pc:grpChg chg="add mod">
          <ac:chgData name="Anna Bianchi" userId="1dd43a41-4e4c-4b62-897c-c402d57a5e85" providerId="ADAL" clId="{8EFBC750-5E01-4228-9E81-CADABFDF27DE}" dt="2024-11-08T15:25:19.481" v="7583" actId="164"/>
          <ac:grpSpMkLst>
            <pc:docMk/>
            <pc:sldMk cId="2394870310" sldId="299"/>
            <ac:grpSpMk id="37" creationId="{F5DA8C49-4503-EF00-CE25-2E6DF03CB5C9}"/>
          </ac:grpSpMkLst>
        </pc:grpChg>
        <pc:grpChg chg="add mod">
          <ac:chgData name="Anna Bianchi" userId="1dd43a41-4e4c-4b62-897c-c402d57a5e85" providerId="ADAL" clId="{8EFBC750-5E01-4228-9E81-CADABFDF27DE}" dt="2024-11-08T15:45:23.809" v="7760" actId="1076"/>
          <ac:grpSpMkLst>
            <pc:docMk/>
            <pc:sldMk cId="2394870310" sldId="299"/>
            <ac:grpSpMk id="38" creationId="{57148230-BC79-0747-E3E6-F5AD32C49F46}"/>
          </ac:grpSpMkLst>
        </pc:grpChg>
        <pc:grpChg chg="add mod">
          <ac:chgData name="Anna Bianchi" userId="1dd43a41-4e4c-4b62-897c-c402d57a5e85" providerId="ADAL" clId="{8EFBC750-5E01-4228-9E81-CADABFDF27DE}" dt="2024-11-08T15:43:51.694" v="7712" actId="1037"/>
          <ac:grpSpMkLst>
            <pc:docMk/>
            <pc:sldMk cId="2394870310" sldId="299"/>
            <ac:grpSpMk id="39" creationId="{9832AA3F-EC5E-3D8F-416E-EDDA4E8A0131}"/>
          </ac:grpSpMkLst>
        </pc:grpChg>
        <pc:grpChg chg="mod">
          <ac:chgData name="Anna Bianchi" userId="1dd43a41-4e4c-4b62-897c-c402d57a5e85" providerId="ADAL" clId="{8EFBC750-5E01-4228-9E81-CADABFDF27DE}" dt="2024-11-15T16:42:58.256" v="8612" actId="1076"/>
          <ac:grpSpMkLst>
            <pc:docMk/>
            <pc:sldMk cId="2394870310" sldId="299"/>
            <ac:grpSpMk id="40" creationId="{7DBC2EE3-F4DF-B448-E3B6-503BB7DE7528}"/>
          </ac:grpSpMkLst>
        </pc:grpChg>
        <pc:picChg chg="add del mod modCrop">
          <ac:chgData name="Anna Bianchi" userId="1dd43a41-4e4c-4b62-897c-c402d57a5e85" providerId="ADAL" clId="{8EFBC750-5E01-4228-9E81-CADABFDF27DE}" dt="2024-11-04T09:57:09.720" v="4396" actId="478"/>
          <ac:picMkLst>
            <pc:docMk/>
            <pc:sldMk cId="2394870310" sldId="299"/>
            <ac:picMk id="7" creationId="{CFEBF46E-62AC-CFD2-BFBD-A9D6E74F2C2E}"/>
          </ac:picMkLst>
        </pc:picChg>
        <pc:picChg chg="add del mod">
          <ac:chgData name="Anna Bianchi" userId="1dd43a41-4e4c-4b62-897c-c402d57a5e85" providerId="ADAL" clId="{8EFBC750-5E01-4228-9E81-CADABFDF27DE}" dt="2024-11-08T11:52:45.311" v="6532" actId="478"/>
          <ac:picMkLst>
            <pc:docMk/>
            <pc:sldMk cId="2394870310" sldId="299"/>
            <ac:picMk id="12" creationId="{D92DF39F-EA24-D56C-7073-E95F5286BD69}"/>
          </ac:picMkLst>
        </pc:picChg>
        <pc:picChg chg="add mod">
          <ac:chgData name="Anna Bianchi" userId="1dd43a41-4e4c-4b62-897c-c402d57a5e85" providerId="ADAL" clId="{8EFBC750-5E01-4228-9E81-CADABFDF27DE}" dt="2024-11-08T15:43:51.694" v="7712" actId="1037"/>
          <ac:picMkLst>
            <pc:docMk/>
            <pc:sldMk cId="2394870310" sldId="299"/>
            <ac:picMk id="13" creationId="{BF06B361-5BD7-EDF9-44BD-818BC3FCFF51}"/>
          </ac:picMkLst>
        </pc:picChg>
        <pc:picChg chg="add mod">
          <ac:chgData name="Anna Bianchi" userId="1dd43a41-4e4c-4b62-897c-c402d57a5e85" providerId="ADAL" clId="{8EFBC750-5E01-4228-9E81-CADABFDF27DE}" dt="2024-11-08T15:43:51.694" v="7712" actId="1037"/>
          <ac:picMkLst>
            <pc:docMk/>
            <pc:sldMk cId="2394870310" sldId="299"/>
            <ac:picMk id="15" creationId="{35AADEDF-7E61-F472-94CE-8C49B497786C}"/>
          </ac:picMkLst>
        </pc:picChg>
        <pc:picChg chg="add mod ord topLvl">
          <ac:chgData name="Anna Bianchi" userId="1dd43a41-4e4c-4b62-897c-c402d57a5e85" providerId="ADAL" clId="{8EFBC750-5E01-4228-9E81-CADABFDF27DE}" dt="2024-11-08T15:44:25.712" v="7744"/>
          <ac:picMkLst>
            <pc:docMk/>
            <pc:sldMk cId="2394870310" sldId="299"/>
            <ac:picMk id="17" creationId="{00DDF7B9-31F6-1254-111C-9049D81993A5}"/>
          </ac:picMkLst>
        </pc:picChg>
        <pc:picChg chg="add mod">
          <ac:chgData name="Anna Bianchi" userId="1dd43a41-4e4c-4b62-897c-c402d57a5e85" providerId="ADAL" clId="{8EFBC750-5E01-4228-9E81-CADABFDF27DE}" dt="2024-11-14T14:58:24.342" v="8278" actId="164"/>
          <ac:picMkLst>
            <pc:docMk/>
            <pc:sldMk cId="2394870310" sldId="299"/>
            <ac:picMk id="19" creationId="{B314C8DE-27AF-59E5-5A3F-A777D4460041}"/>
          </ac:picMkLst>
        </pc:picChg>
        <pc:picChg chg="add del mod ord topLvl">
          <ac:chgData name="Anna Bianchi" userId="1dd43a41-4e4c-4b62-897c-c402d57a5e85" providerId="ADAL" clId="{8EFBC750-5E01-4228-9E81-CADABFDF27DE}" dt="2024-11-08T12:09:29.442" v="6828" actId="478"/>
          <ac:picMkLst>
            <pc:docMk/>
            <pc:sldMk cId="2394870310" sldId="299"/>
            <ac:picMk id="21" creationId="{33CC7393-4E50-19E8-5009-C48D0E5DF0DB}"/>
          </ac:picMkLst>
        </pc:picChg>
        <pc:picChg chg="add mod modCrop">
          <ac:chgData name="Anna Bianchi" userId="1dd43a41-4e4c-4b62-897c-c402d57a5e85" providerId="ADAL" clId="{8EFBC750-5E01-4228-9E81-CADABFDF27DE}" dt="2024-11-14T14:58:24.342" v="8278" actId="164"/>
          <ac:picMkLst>
            <pc:docMk/>
            <pc:sldMk cId="2394870310" sldId="299"/>
            <ac:picMk id="21" creationId="{A35A16AF-A408-74F5-8489-028BA4168073}"/>
          </ac:picMkLst>
        </pc:picChg>
        <pc:picChg chg="add mod topLvl">
          <ac:chgData name="Anna Bianchi" userId="1dd43a41-4e4c-4b62-897c-c402d57a5e85" providerId="ADAL" clId="{8EFBC750-5E01-4228-9E81-CADABFDF27DE}" dt="2024-11-14T14:37:37.618" v="8146" actId="1076"/>
          <ac:picMkLst>
            <pc:docMk/>
            <pc:sldMk cId="2394870310" sldId="299"/>
            <ac:picMk id="34" creationId="{0E4B36E8-14B5-B24B-F364-F9679407C8F2}"/>
          </ac:picMkLst>
        </pc:picChg>
        <pc:picChg chg="add del mod">
          <ac:chgData name="Anna Bianchi" userId="1dd43a41-4e4c-4b62-897c-c402d57a5e85" providerId="ADAL" clId="{8EFBC750-5E01-4228-9E81-CADABFDF27DE}" dt="2024-11-04T09:56:35.674" v="4388" actId="21"/>
          <ac:picMkLst>
            <pc:docMk/>
            <pc:sldMk cId="2394870310" sldId="299"/>
            <ac:picMk id="1026" creationId="{28178201-68FC-CAA4-2807-1BC92EC650FC}"/>
          </ac:picMkLst>
        </pc:picChg>
        <pc:picChg chg="add mod">
          <ac:chgData name="Anna Bianchi" userId="1dd43a41-4e4c-4b62-897c-c402d57a5e85" providerId="ADAL" clId="{8EFBC750-5E01-4228-9E81-CADABFDF27DE}" dt="2024-11-08T15:45:35.394" v="7761" actId="1076"/>
          <ac:picMkLst>
            <pc:docMk/>
            <pc:sldMk cId="2394870310" sldId="299"/>
            <ac:picMk id="7170" creationId="{30370585-24F9-E4D3-5A54-55EA7A9A8628}"/>
          </ac:picMkLst>
        </pc:picChg>
        <pc:cxnChg chg="del mod">
          <ac:chgData name="Anna Bianchi" userId="1dd43a41-4e4c-4b62-897c-c402d57a5e85" providerId="ADAL" clId="{8EFBC750-5E01-4228-9E81-CADABFDF27DE}" dt="2024-11-14T14:37:09.250" v="8122" actId="478"/>
          <ac:cxnSpMkLst>
            <pc:docMk/>
            <pc:sldMk cId="2394870310" sldId="299"/>
            <ac:cxnSpMk id="10" creationId="{BF027848-E559-FA53-4546-13CC42DA9CA3}"/>
          </ac:cxnSpMkLst>
        </pc:cxnChg>
        <pc:cxnChg chg="del mod">
          <ac:chgData name="Anna Bianchi" userId="1dd43a41-4e4c-4b62-897c-c402d57a5e85" providerId="ADAL" clId="{8EFBC750-5E01-4228-9E81-CADABFDF27DE}" dt="2024-11-14T14:37:11.910" v="8124" actId="478"/>
          <ac:cxnSpMkLst>
            <pc:docMk/>
            <pc:sldMk cId="2394870310" sldId="299"/>
            <ac:cxnSpMk id="26" creationId="{59BC5701-5701-F742-80A1-F6A3369B6002}"/>
          </ac:cxnSpMkLst>
        </pc:cxnChg>
      </pc:sldChg>
      <pc:sldChg chg="modSp add del mod">
        <pc:chgData name="Anna Bianchi" userId="1dd43a41-4e4c-4b62-897c-c402d57a5e85" providerId="ADAL" clId="{8EFBC750-5E01-4228-9E81-CADABFDF27DE}" dt="2024-10-29T15:22:48.604" v="3191" actId="47"/>
        <pc:sldMkLst>
          <pc:docMk/>
          <pc:sldMk cId="3340289613" sldId="299"/>
        </pc:sldMkLst>
        <pc:spChg chg="mod">
          <ac:chgData name="Anna Bianchi" userId="1dd43a41-4e4c-4b62-897c-c402d57a5e85" providerId="ADAL" clId="{8EFBC750-5E01-4228-9E81-CADABFDF27DE}" dt="2024-10-29T15:22:21.536" v="3169" actId="20577"/>
          <ac:spMkLst>
            <pc:docMk/>
            <pc:sldMk cId="3340289613" sldId="299"/>
            <ac:spMk id="4" creationId="{C4F88134-CCC5-31D8-E0F8-6CC5FC1F0641}"/>
          </ac:spMkLst>
        </pc:spChg>
      </pc:sldChg>
      <pc:sldChg chg="modSp add del mod">
        <pc:chgData name="Anna Bianchi" userId="1dd43a41-4e4c-4b62-897c-c402d57a5e85" providerId="ADAL" clId="{8EFBC750-5E01-4228-9E81-CADABFDF27DE}" dt="2024-10-29T15:22:48.604" v="3191" actId="47"/>
        <pc:sldMkLst>
          <pc:docMk/>
          <pc:sldMk cId="2095283373" sldId="300"/>
        </pc:sldMkLst>
        <pc:spChg chg="mod">
          <ac:chgData name="Anna Bianchi" userId="1dd43a41-4e4c-4b62-897c-c402d57a5e85" providerId="ADAL" clId="{8EFBC750-5E01-4228-9E81-CADABFDF27DE}" dt="2024-10-29T15:22:30.730" v="3190" actId="20577"/>
          <ac:spMkLst>
            <pc:docMk/>
            <pc:sldMk cId="2095283373" sldId="300"/>
            <ac:spMk id="4" creationId="{E495EAC4-70C9-CD0E-EB39-D1AA168DF0B8}"/>
          </ac:spMkLst>
        </pc:spChg>
      </pc:sldChg>
      <pc:sldChg chg="addSp delSp modSp new del mod delAnim modAnim">
        <pc:chgData name="Anna Bianchi" userId="1dd43a41-4e4c-4b62-897c-c402d57a5e85" providerId="ADAL" clId="{8EFBC750-5E01-4228-9E81-CADABFDF27DE}" dt="2024-11-08T11:00:42.097" v="6425" actId="47"/>
        <pc:sldMkLst>
          <pc:docMk/>
          <pc:sldMk cId="3801240265" sldId="300"/>
        </pc:sldMkLst>
        <pc:spChg chg="mod">
          <ac:chgData name="Anna Bianchi" userId="1dd43a41-4e4c-4b62-897c-c402d57a5e85" providerId="ADAL" clId="{8EFBC750-5E01-4228-9E81-CADABFDF27DE}" dt="2024-10-29T16:18:47.428" v="4263" actId="20577"/>
          <ac:spMkLst>
            <pc:docMk/>
            <pc:sldMk cId="3801240265" sldId="300"/>
            <ac:spMk id="2" creationId="{2E1918E7-9CE4-7F47-FF79-338766215B4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9" creationId="{1C47AB06-8E37-5938-08F4-63CECB1DC4AB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8" creationId="{66F21ADD-0509-568E-C48B-0DF68E40B226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9" creationId="{3E073634-E188-9E91-DBBE-FE0EFDC71C3F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30" creationId="{218208EC-0B0A-E1DA-64D2-2350AB45D12B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31" creationId="{521135BF-9B8A-B3D7-EE9E-27C216162537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32" creationId="{693AE4B7-E1DC-583F-3D1B-0163B41EA781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33" creationId="{4A070DF5-E89B-0B58-9123-76D030E1FB0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34" creationId="{43AE5A62-A465-3857-E630-68DFBC01DDE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35" creationId="{2FB3B5CB-874B-098E-050A-FA781CDDB54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36" creationId="{363DD966-A153-35FF-1081-52DEEA122B4E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37" creationId="{2BF509C9-9DE4-7041-77ED-4718032A906D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38" creationId="{FA406BF2-BE54-C1B2-6868-33336281EB34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39" creationId="{20F111A7-33B4-1C32-5419-33BFCEE6B8CF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40" creationId="{6EE9B8E0-1619-8240-EFDC-EFC9F8C7E381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41" creationId="{8E066DBA-B541-91D3-33EB-7A01D8EB57D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42" creationId="{CDC25B17-E68D-94C0-9A6D-B4494A4486B4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43" creationId="{8886E991-4A67-845A-9F04-E17618B4DED2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44" creationId="{71728009-B0AF-CB42-1498-A4D5E6BEF609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45" creationId="{E8619D12-9E87-C987-55BA-D630080CA8E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46" creationId="{6A94CCD1-1095-6241-9ACC-A2E597B26597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47" creationId="{31CCFBFB-3817-2FCC-23B2-CDB59BC0084D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48" creationId="{978613DD-46AF-57A7-8A7C-2A76D6DAB649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49" creationId="{745FEB35-8DA4-CC29-2160-9430C799EF9E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50" creationId="{7443BDAE-B683-009D-2421-A82EB9A4F3CB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51" creationId="{9F1D499E-8EFC-A26C-6EF7-421CD495D529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52" creationId="{8B7A69B6-0FF7-F959-DBE5-13C562BD7AA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53" creationId="{E0F65689-423F-987D-E34F-BD2F4326D1E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54" creationId="{CDE1F874-0C5E-B2CB-51C5-CA1CAEF4188F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55" creationId="{408975F3-BA8C-DF8E-9A39-34EB28F1DC6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56" creationId="{9CFAF050-B9F1-ADF2-9DB3-63577F2C7A21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57" creationId="{0655C6B1-25B8-CC86-35C1-E80F0F98E0ED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58" creationId="{6FA45159-5584-E73E-BEBA-2BAB79BD4CED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59" creationId="{5C423F03-9767-141A-B84E-158335FC79C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62" creationId="{78D2FBAD-3E94-A800-1227-359F15DA1BD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63" creationId="{BF9B0978-D1C5-677B-F7D0-ABF2BBB3178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80" creationId="{EF989282-A0EF-E5D4-4DB3-D76FF31F1C2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81" creationId="{DE45E58B-6839-37A7-BD68-1966BEC876A6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82" creationId="{0918583E-8431-3B60-82D8-93C23FBA3FB6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83" creationId="{F917BCDB-F7BC-CD63-2253-324054A8ABD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84" creationId="{E2FB83E5-5450-3825-B38A-AFF662BC8714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85" creationId="{CD31B7C6-7E79-69EC-B314-AEAE9FCBB5D7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86" creationId="{38B16CA8-7927-8F93-EA3E-FF8DDC3D2112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87" creationId="{B730A479-9404-01C8-59B9-A43A40261A21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88" creationId="{16DA821E-3CFF-20DF-B5F9-564F55FC7DA2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89" creationId="{39FED1AC-2C5F-7B94-0A3C-F04751D01B62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90" creationId="{8DB73BB2-5A06-F8A7-4A49-5A039F7A787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91" creationId="{84FBCDEB-9D2F-4090-D284-E3B08084915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92" creationId="{5C8DBA73-2253-ED4D-F7EA-5728247AAEE4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93" creationId="{B2DCB051-2547-8ABC-5C16-66EBD4747874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94" creationId="{FB1AA364-9075-60C2-E8B3-7F27ADD5191F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95" creationId="{2695A4F5-B897-F15F-5346-69D50B4CADB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96" creationId="{F1AE5BEC-9319-7B88-8BA4-6E182E43A1B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97" creationId="{3C4A337A-7F9E-7002-D967-02A0EEA47972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98" creationId="{F4A26904-19AF-9905-6D48-AA22E37F99DE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99" creationId="{8CA4628F-12B8-6D6B-6A51-D68CD67B584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00" creationId="{BBDE0A1B-D8A3-6611-051A-DAD733402694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01" creationId="{A94137FA-7DA0-F145-4A40-9B1AF6D28252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02" creationId="{1C71D57E-9418-6C9F-35A7-863B28D099B9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03" creationId="{EA96282C-F1E6-8869-9629-04A9E9CAD30E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04" creationId="{429DBFA5-148F-8FD6-2D63-6AEC1A717CFE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05" creationId="{FD8D8AD5-6A0F-260E-7352-27785C62E7E3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06" creationId="{A1A98C99-D102-BA78-122C-50DFCDF3DB1E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07" creationId="{AC2A93F1-FB7B-9EED-483B-A971E5F28D3B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08" creationId="{56D4C32E-7BEE-4E87-8310-2E210AE8FBB6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09" creationId="{DF246D58-6044-5C37-4D12-5805803852B1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10" creationId="{4125D799-B4DC-B309-E620-3E66DA75435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11" creationId="{D8E93096-23F0-DC21-9084-F81B9908BB3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12" creationId="{E50A3260-4CE2-2732-7A4C-2B92CBB3DC2E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15" creationId="{341652D0-7D8E-0EF3-DF6C-B3B88DF280D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16" creationId="{1ECEC9E3-A442-E512-0ACF-00594F004F85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17" creationId="{5F38CA34-9334-0050-63A5-B16154E362B6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18" creationId="{3228EAFE-331E-8299-98F6-0DE287427EFF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19" creationId="{39C51FB4-A2D4-492D-B566-39D1A7F93967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41" creationId="{4650D2DA-12E5-7D0B-533B-7B038BB501F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42" creationId="{EC16DC37-A714-B0F2-2770-91DB5F69A52F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43" creationId="{0177B5A9-4423-B30B-4998-0669C4AD9016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44" creationId="{85CA2E79-9328-28DA-9CDF-D910111ACEF7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45" creationId="{494038DC-4EF8-0478-B604-6D059E00E7CE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46" creationId="{6AC84566-3FB1-4065-6B7D-63B58548F9A9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47" creationId="{1AC8AC08-93AF-2047-B73D-2816F9F2138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48" creationId="{5F836930-9974-C0E7-2067-7F0587565A34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49" creationId="{8E9CF08D-D783-0B05-E2FA-7F49E5A89D86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50" creationId="{B388038E-73B8-E414-DE14-D773C88691B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51" creationId="{EB9D5BC8-7143-C571-A123-E010322FA85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52" creationId="{691D41DC-68FF-E94B-D3F5-DD1D58750C09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53" creationId="{C20ABC75-9992-4F0B-622E-30D6BDE42EF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54" creationId="{99898E53-BC0F-5595-A05F-B0C8ADC526FD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55" creationId="{E19D1E92-5C7D-339B-D4D3-4C15C0C981D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56" creationId="{690DB9A4-6820-96C1-DDEE-2E736EECFE6B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57" creationId="{824C89C8-7B6A-1200-3EEC-871F5E2F5E59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58" creationId="{7921515B-B433-2FB0-A346-E370C8988F2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59" creationId="{1E06DC04-43A0-B25B-18EE-C2022BAEA3B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60" creationId="{306011DC-C9D4-EBB8-38E4-BD19C4E56A92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61" creationId="{39C323F0-0717-571B-BA48-D14F4A1FE940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62" creationId="{56AE9D68-095B-44EB-AEB0-CBAE017CF5D4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63" creationId="{5AF1CA16-C421-FE15-CACA-C8AA947CF2F2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64" creationId="{8FB8DD43-17C6-A9D5-F779-27C7D8126440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65" creationId="{22C851CA-6E5D-278A-0550-5E5FEE347FAE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66" creationId="{F7E13401-986B-59CF-7F0B-4FA95CF50A9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67" creationId="{FF716593-1FCB-D3B4-BD24-E4B32589BAB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68" creationId="{9714AB69-F3B3-CFDB-CB37-6F454CA08257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69" creationId="{12E9B3B2-9279-043A-43EC-16FBB2ACBC87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70" creationId="{B39C38FE-32ED-4153-F801-E8ADA118DBA1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71" creationId="{7BC3AC53-DEBE-844F-60E0-A3F76717D0A1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72" creationId="{217173C5-5241-C81E-A3F0-623CB9B921B1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73" creationId="{F73EAA8E-7517-4A16-DD1A-C5E01F650BED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74" creationId="{8B43F1DB-4AED-6838-0E24-412B7929B7DD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75" creationId="{39AD6B3B-3481-F3C3-D22D-23219FC5542F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76" creationId="{B530BEED-E4B8-442E-F5FB-35B1AD2AC137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77" creationId="{930B1914-059A-952F-900B-71F493702F9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78" creationId="{A143C473-B39F-2F0C-CD6E-D44109A66020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79" creationId="{90813C94-97F7-36FC-1292-49051D90A974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80" creationId="{FA0EFD5F-61F7-ADBF-DF36-A3F2FA80ECA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81" creationId="{9D17E8E7-EEE4-19C5-73F8-9BA784EA2C20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82" creationId="{798AEF5B-3198-0172-F89C-77E971921D73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83" creationId="{AB291E95-4374-0F06-84E1-A53777D4740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84" creationId="{B661571A-C928-6FD3-64EC-3A315DD1D581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85" creationId="{A34DFF2C-0B26-843F-31FD-9759ABC6ECB4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86" creationId="{6E0F146B-059D-6EC5-2AB4-13FE72DDD769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87" creationId="{A533B1C1-A112-FC40-B832-4174011FD4B3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88" creationId="{757ABC39-AD7C-0ECC-C73C-5DA7E50ED55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89" creationId="{1DAAF6A4-7A2D-0D2D-C83E-1D4A45B380B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90" creationId="{F29EABDB-4B95-A71B-AF70-641E90A8862D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91" creationId="{689AACF6-E260-D9A9-7F6D-88435189659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92" creationId="{B24F6506-F6AD-5020-EF68-43E2B77FB93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93" creationId="{3E0F6378-3D11-BA3E-EAA5-304B467A89B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94" creationId="{EC3AD011-EB41-33D8-32CE-E089B289794F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95" creationId="{7288BB38-1596-3680-25F0-CDF263CA9F8E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96" creationId="{C07E4FEE-E9A0-69E9-3E6E-2918CE8F9212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97" creationId="{79683322-5C4C-2380-38E8-5A2B4E356A31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98" creationId="{BE162561-C318-565B-05F7-2313B6C8708E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199" creationId="{751DFA67-D70F-FD8E-025C-49B749D669B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00" creationId="{DB2B6C84-32DA-FBEB-966F-572D0BF27D2B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02" creationId="{A6D5F94B-A0F7-2077-2352-BDEE5B143EF9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04" creationId="{163259E0-4A87-9F64-D70A-814EB5861300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05" creationId="{D00572AA-A61A-F368-702F-063B58A8327B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06" creationId="{DF885C15-EAFD-AE73-F93B-6782DF17C9C5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07" creationId="{F2974263-B4A9-66F6-FF05-D3A91E35B565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08" creationId="{3C618972-FD1B-8600-4F54-7BAB9224E853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09" creationId="{D2252050-0F66-9137-584D-A8AB787E11B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10" creationId="{77828EED-65C7-643F-1AC7-5A49B3F107A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11" creationId="{0B3A64E9-26D7-B514-7AA3-7B176FAFD0A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12" creationId="{780EE19F-C79F-51B0-7362-9DDB455800F2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13" creationId="{10B25E9B-E0C8-4176-E0FE-328B2084EB5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14" creationId="{9ADD9420-20B2-338E-C055-805F9CAA07E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15" creationId="{01E32FB5-D260-275C-E721-6EDE8DD021C0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16" creationId="{16A06C60-A031-2665-603F-8528EABEACAD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17" creationId="{D597B847-BC3D-100D-6CC4-624BE7A4D6C3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18" creationId="{25414FA1-2DE8-4FC1-7BE6-A6F673307B05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19" creationId="{33604DDD-D383-F513-201D-F5E3C65952E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20" creationId="{1573058F-BA28-8257-C681-C600844C79DB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21" creationId="{B2672F0B-548F-2D8A-D369-D2594A8C5441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22" creationId="{CCB387D6-5877-3BDC-ED56-9C58115DBA8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23" creationId="{7FBD82AD-261B-923C-635C-D4850A39881E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24" creationId="{7EB36901-B1BE-01EC-CF45-221A35B2CE90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25" creationId="{0D0FB161-0162-11A9-0084-A8BCA8D45830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26" creationId="{626D7FDC-B12A-AB67-B235-5420149953B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27" creationId="{84D718A0-07B7-F875-DCFE-23736062425F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28" creationId="{6F8C7B39-5FA4-9A7D-50BD-413D24BE172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29" creationId="{F92C186B-E344-4DEF-83EB-405406AFD27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30" creationId="{84374F6B-5A25-762C-1824-5DDDB981A68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31" creationId="{601F72BD-6D53-DACD-44D8-E79B00DD3076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32" creationId="{33E6F3AB-4BDF-7DE6-0305-D7055DBD364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33" creationId="{5E02D17D-C0EC-2F62-8398-126EFE920758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34" creationId="{5D1E32A4-4E96-A05A-56D2-705AAB6CF41F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35" creationId="{57CE7E28-8F04-C6A8-B3E5-514144B55D2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36" creationId="{2FEAB7F2-C5AD-BEE3-84C1-EC1E0C2E7A95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37" creationId="{3B05EA8C-7ED7-3027-37B3-F8E011849BC4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38" creationId="{EC29F7A4-E8F7-7241-52F9-1048E40BC03D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39" creationId="{0279FBFE-8859-FEC2-8740-D6B1DAC3C5A5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40" creationId="{8E136D1A-C07C-11CA-AFD4-5920C34BE713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41" creationId="{54E57009-2981-D3F3-C6C9-6FD32A0FD92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42" creationId="{6A487130-92D6-610B-3FB3-35FA6482CD57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43" creationId="{4737DAE3-F192-8475-97D3-A6E9560EBC25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44" creationId="{6E9121DE-ECEE-1E47-F2D6-427C9E49ECBB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45" creationId="{03CD1980-DEE3-F0E2-A214-E363BB5FCD01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46" creationId="{48623DEF-97CC-D390-8C09-6D3772763B32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47" creationId="{A5AB4650-BCE7-DCDD-B77A-57AF2B90EC83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48" creationId="{8F4EBB13-7C9E-C610-CE10-D2D0501D987D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49" creationId="{D1D500B2-8151-5AF5-128F-FC9BB11C4BD7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50" creationId="{AA2AF3CA-94AC-58F4-9404-3D71578B410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51" creationId="{A543CE35-2B52-909D-3DA6-BECDC0DB243D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52" creationId="{39E7557D-64E9-D9FC-BF7E-225C27EE0361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53" creationId="{03466F66-97BA-E9EF-0076-E1BD2D50F4F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54" creationId="{889E9052-1626-D097-4960-18CCB696B800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55" creationId="{DAD5C7FD-5EC8-90C9-C5E6-39490A4C3674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56" creationId="{9F448819-2217-1110-032F-F7CEBD73D252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57" creationId="{B3B1E235-85CB-F165-B14C-CE9F4811A245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58" creationId="{395F669C-7FF0-5F86-BF14-7300F40E818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59" creationId="{F7E2F5F6-CFFB-E550-F477-AA27558BAA66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60" creationId="{7D46C09B-4CD2-A508-C79E-D723E6A3DF9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61" creationId="{7EC76E8F-1C41-C6B1-2947-A6AEC5336197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62" creationId="{139F2531-9DDC-0AA6-00D0-FCE41705FABA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63" creationId="{F032EABC-4A16-22A7-DE72-C8A976EAF7FC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64" creationId="{550FC1B0-3F87-AC1F-6AA6-FBEB1F539A1D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65" creationId="{B1E2A1F7-5754-37A8-34CB-FA4D181B0473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66" creationId="{88079F4F-B0F1-0B4A-365E-8195CAAD9569}"/>
          </ac:spMkLst>
        </pc:spChg>
        <pc:spChg chg="mod">
          <ac:chgData name="Anna Bianchi" userId="1dd43a41-4e4c-4b62-897c-c402d57a5e85" providerId="ADAL" clId="{8EFBC750-5E01-4228-9E81-CADABFDF27DE}" dt="2024-11-04T10:09:38.056" v="4415"/>
          <ac:spMkLst>
            <pc:docMk/>
            <pc:sldMk cId="3801240265" sldId="300"/>
            <ac:spMk id="267" creationId="{85D2B89B-7963-0E05-632F-E2F9D5FDBF2A}"/>
          </ac:spMkLst>
        </pc:spChg>
        <pc:grpChg chg="add del mod">
          <ac:chgData name="Anna Bianchi" userId="1dd43a41-4e4c-4b62-897c-c402d57a5e85" providerId="ADAL" clId="{8EFBC750-5E01-4228-9E81-CADABFDF27DE}" dt="2024-11-04T10:10:10.936" v="4422" actId="478"/>
          <ac:grpSpMkLst>
            <pc:docMk/>
            <pc:sldMk cId="3801240265" sldId="300"/>
            <ac:grpSpMk id="4" creationId="{B17D07D2-BCA6-9565-93FE-FF7B46ABFD3E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5" creationId="{1B403D73-ECEA-76EE-6377-4F4579C36B57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6" creationId="{19F3CB12-88D0-03B5-71CF-51EA6485B8F8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7" creationId="{DE6CE0E1-1000-E964-CF17-F7844126A5FC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8" creationId="{8E0B86D5-0512-D26A-0503-7E877943FBB1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0" creationId="{02A25177-D658-5A8E-FF45-4A487F937416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1" creationId="{BE6D2C90-6E69-3828-F1B7-F9ED5AD8B40B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2" creationId="{F786750E-8A9F-947C-990A-2488044F6423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3" creationId="{267D6D81-C337-202E-599A-42522EA2ADAE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4" creationId="{8F1E0804-F386-B689-3802-46880E948526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5" creationId="{129A7995-5786-6787-0A1D-121A07386790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6" creationId="{69E7AD91-A3A0-7A4A-A483-2EF99F9A17AE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7" creationId="{82E1372A-D6F6-F586-27C1-AACA8F7ABAE8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8" creationId="{DEADD614-19CC-DE41-1102-77B888C7D765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9" creationId="{47411C8F-9EED-5C36-DC15-5B7A1A4BD973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20" creationId="{93BD9E9E-CB03-37EA-B33C-9D65F0DB71F1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21" creationId="{EC751F7B-1DB6-EB15-3C7D-7306F267F330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22" creationId="{8E475E4B-1E8A-405A-F051-E26A114293A4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23" creationId="{67CDFDC9-5ED6-8124-1600-2957C30D7598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24" creationId="{1457F399-67A8-BD2D-71EB-367CED762B19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25" creationId="{2372975D-3406-F83F-5D63-2B0D5BB02D22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26" creationId="{16F9E400-D34D-8C13-7945-6A74711ED38C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27" creationId="{20D0D0A3-AE4C-27F0-F7F0-356AD0C732AD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60" creationId="{27A3AD31-22EB-7AFF-E0FE-F312107FCCA8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61" creationId="{AF4C7E67-4819-E234-8F86-8C8A8AEDB955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65" creationId="{F30E2C60-CCAB-3A88-5B97-4830C4AB3E43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66" creationId="{61B089BE-A9B8-B9B9-5960-AD42E42950DB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67" creationId="{91EF2C78-4D0E-B738-656E-133C91C00AEC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68" creationId="{769AD969-41FC-281C-207B-AB508A13B44E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69" creationId="{B66530D3-CF18-CC48-283D-FA8EBC2E9004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70" creationId="{498B7B0D-B0E1-B70B-7F03-2BC52BD0E32F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71" creationId="{9E8B741E-8CFC-EE53-709F-FF27269C9455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72" creationId="{149BBF5B-983A-3A2B-F724-48BD23989CD9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73" creationId="{A63DD283-A31D-7A9E-D26C-29FA146A08D8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74" creationId="{B83A0625-55AA-0538-AE22-27C193AB0661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75" creationId="{A6D9FD24-409F-ED74-FA6B-B4552ACD64F8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76" creationId="{CDF3B49C-511D-1012-0E5F-59433C52BD8F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77" creationId="{5854D7D1-BD64-1C10-23BF-79EDE1D798C6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78" creationId="{3A4ADB92-A491-D5FB-787D-89CC9F60B2F6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79" creationId="{0091510E-DAFE-46CE-A963-1D1552D6566D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13" creationId="{DFAB3C1E-58F8-414F-1982-E15051C55D81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14" creationId="{FDC338D0-2CDA-9D48-A850-C663CFAFF369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20" creationId="{E408872A-5832-6F82-26FE-682DD115883B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22" creationId="{F8B14184-DC4D-6F13-4837-A502F7E82F20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23" creationId="{70426DB1-3DDF-DDAE-3D77-AD13213945BC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24" creationId="{A357DEC2-A3AE-839C-EAAC-B7FF44E91B70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25" creationId="{45B618ED-462E-C55A-EAE1-9C0D1443D866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26" creationId="{5E4EE7EC-31BA-CCFA-D4E1-EE483C1F18EE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27" creationId="{F62BBEEB-4CB4-23DE-BAE8-C07A6AA635DC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28" creationId="{D212DDA2-404C-8B18-26D6-6C08251441C0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29" creationId="{F8325B1D-7D55-7189-E4C3-5E3FEA2DDBCF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30" creationId="{6C981C4F-F85F-96E3-6AEA-D4F1203AC524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31" creationId="{E18DD8CF-797D-7C76-CE0A-2BD28CB8AC78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32" creationId="{AD393B97-2E56-FDD8-F188-0640D084C305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33" creationId="{9B5A1CDD-E1AC-4617-E354-19A7922F08A0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34" creationId="{74B78A5D-05C3-1AE1-74AD-CAE2A89F4482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35" creationId="{818800D3-FC11-BB78-D3B6-9CC92AD3ACBF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36" creationId="{ED1970D7-B7AF-7CF0-AB84-C3F60162D0C6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37" creationId="{FB8E16CB-D875-E250-E72E-8F36D7683055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38" creationId="{D46D577C-F720-0AC7-5285-3ED1BD09ADB6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39" creationId="{E8B2416D-EDE0-81E7-51CB-20393662D572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140" creationId="{61826097-1117-4D03-00CE-BAB6280390F8}"/>
          </ac:grpSpMkLst>
        </pc:grpChg>
        <pc:grpChg chg="mod">
          <ac:chgData name="Anna Bianchi" userId="1dd43a41-4e4c-4b62-897c-c402d57a5e85" providerId="ADAL" clId="{8EFBC750-5E01-4228-9E81-CADABFDF27DE}" dt="2024-11-04T10:09:38.056" v="4415"/>
          <ac:grpSpMkLst>
            <pc:docMk/>
            <pc:sldMk cId="3801240265" sldId="300"/>
            <ac:grpSpMk id="201" creationId="{E2A4CD5C-B21B-363B-BFE9-0EA90AFF8044}"/>
          </ac:grpSpMkLst>
        </pc:grpChg>
        <pc:picChg chg="mod">
          <ac:chgData name="Anna Bianchi" userId="1dd43a41-4e4c-4b62-897c-c402d57a5e85" providerId="ADAL" clId="{8EFBC750-5E01-4228-9E81-CADABFDF27DE}" dt="2024-11-04T10:09:38.056" v="4415"/>
          <ac:picMkLst>
            <pc:docMk/>
            <pc:sldMk cId="3801240265" sldId="300"/>
            <ac:picMk id="64" creationId="{3E86E6C6-FF30-B488-9B10-BF490FA15505}"/>
          </ac:picMkLst>
        </pc:picChg>
        <pc:picChg chg="mod">
          <ac:chgData name="Anna Bianchi" userId="1dd43a41-4e4c-4b62-897c-c402d57a5e85" providerId="ADAL" clId="{8EFBC750-5E01-4228-9E81-CADABFDF27DE}" dt="2024-11-04T10:09:38.056" v="4415"/>
          <ac:picMkLst>
            <pc:docMk/>
            <pc:sldMk cId="3801240265" sldId="300"/>
            <ac:picMk id="121" creationId="{89313E76-2AB9-CB6D-0260-8909FC49ADCB}"/>
          </ac:picMkLst>
        </pc:picChg>
        <pc:picChg chg="mod">
          <ac:chgData name="Anna Bianchi" userId="1dd43a41-4e4c-4b62-897c-c402d57a5e85" providerId="ADAL" clId="{8EFBC750-5E01-4228-9E81-CADABFDF27DE}" dt="2024-11-04T10:09:38.056" v="4415"/>
          <ac:picMkLst>
            <pc:docMk/>
            <pc:sldMk cId="3801240265" sldId="300"/>
            <ac:picMk id="203" creationId="{157B92D2-F3D8-3684-BFA0-5E9E708E87F9}"/>
          </ac:picMkLst>
        </pc:picChg>
        <pc:picChg chg="add del mod">
          <ac:chgData name="Anna Bianchi" userId="1dd43a41-4e4c-4b62-897c-c402d57a5e85" providerId="ADAL" clId="{8EFBC750-5E01-4228-9E81-CADABFDF27DE}" dt="2024-11-04T10:10:09.137" v="4421" actId="478"/>
          <ac:picMkLst>
            <pc:docMk/>
            <pc:sldMk cId="3801240265" sldId="300"/>
            <ac:picMk id="268" creationId="{8F39E57B-F935-58E0-005B-24E9EDD50F90}"/>
          </ac:picMkLst>
        </pc:picChg>
      </pc:sldChg>
      <pc:sldChg chg="new del">
        <pc:chgData name="Anna Bianchi" userId="1dd43a41-4e4c-4b62-897c-c402d57a5e85" providerId="ADAL" clId="{8EFBC750-5E01-4228-9E81-CADABFDF27DE}" dt="2024-10-29T16:20:12.316" v="4368" actId="47"/>
        <pc:sldMkLst>
          <pc:docMk/>
          <pc:sldMk cId="1220047289" sldId="301"/>
        </pc:sldMkLst>
      </pc:sldChg>
      <pc:sldChg chg="delSp add del mod delAnim">
        <pc:chgData name="Anna Bianchi" userId="1dd43a41-4e4c-4b62-897c-c402d57a5e85" providerId="ADAL" clId="{8EFBC750-5E01-4228-9E81-CADABFDF27DE}" dt="2024-11-05T16:41:19.490" v="4834" actId="47"/>
        <pc:sldMkLst>
          <pc:docMk/>
          <pc:sldMk cId="2764395721" sldId="301"/>
        </pc:sldMkLst>
        <pc:spChg chg="del">
          <ac:chgData name="Anna Bianchi" userId="1dd43a41-4e4c-4b62-897c-c402d57a5e85" providerId="ADAL" clId="{8EFBC750-5E01-4228-9E81-CADABFDF27DE}" dt="2024-11-05T16:41:12.705" v="4828" actId="478"/>
          <ac:spMkLst>
            <pc:docMk/>
            <pc:sldMk cId="2764395721" sldId="301"/>
            <ac:spMk id="2" creationId="{8067D59E-F792-D956-193A-65CF3F0DDFE4}"/>
          </ac:spMkLst>
        </pc:spChg>
        <pc:spChg chg="del">
          <ac:chgData name="Anna Bianchi" userId="1dd43a41-4e4c-4b62-897c-c402d57a5e85" providerId="ADAL" clId="{8EFBC750-5E01-4228-9E81-CADABFDF27DE}" dt="2024-11-05T16:41:13.702" v="4829" actId="478"/>
          <ac:spMkLst>
            <pc:docMk/>
            <pc:sldMk cId="2764395721" sldId="301"/>
            <ac:spMk id="8" creationId="{5256090F-F81D-087E-C19A-69C5C361E6E3}"/>
          </ac:spMkLst>
        </pc:spChg>
        <pc:spChg chg="del">
          <ac:chgData name="Anna Bianchi" userId="1dd43a41-4e4c-4b62-897c-c402d57a5e85" providerId="ADAL" clId="{8EFBC750-5E01-4228-9E81-CADABFDF27DE}" dt="2024-11-05T16:41:14.791" v="4830" actId="478"/>
          <ac:spMkLst>
            <pc:docMk/>
            <pc:sldMk cId="2764395721" sldId="301"/>
            <ac:spMk id="9" creationId="{A9589954-D3CE-6BCC-C4FC-277A3D6CE058}"/>
          </ac:spMkLst>
        </pc:spChg>
        <pc:spChg chg="del">
          <ac:chgData name="Anna Bianchi" userId="1dd43a41-4e4c-4b62-897c-c402d57a5e85" providerId="ADAL" clId="{8EFBC750-5E01-4228-9E81-CADABFDF27DE}" dt="2024-11-05T16:41:16.423" v="4831" actId="478"/>
          <ac:spMkLst>
            <pc:docMk/>
            <pc:sldMk cId="2764395721" sldId="301"/>
            <ac:spMk id="10" creationId="{BAA82A29-12B9-67AE-8F20-037753759EFB}"/>
          </ac:spMkLst>
        </pc:spChg>
        <pc:spChg chg="del">
          <ac:chgData name="Anna Bianchi" userId="1dd43a41-4e4c-4b62-897c-c402d57a5e85" providerId="ADAL" clId="{8EFBC750-5E01-4228-9E81-CADABFDF27DE}" dt="2024-11-05T16:41:18.759" v="4833" actId="478"/>
          <ac:spMkLst>
            <pc:docMk/>
            <pc:sldMk cId="2764395721" sldId="301"/>
            <ac:spMk id="16" creationId="{F028DB5A-87EC-CC92-CFB3-BC0A2C683384}"/>
          </ac:spMkLst>
        </pc:spChg>
        <pc:grpChg chg="del">
          <ac:chgData name="Anna Bianchi" userId="1dd43a41-4e4c-4b62-897c-c402d57a5e85" providerId="ADAL" clId="{8EFBC750-5E01-4228-9E81-CADABFDF27DE}" dt="2024-11-05T16:41:17.053" v="4832" actId="478"/>
          <ac:grpSpMkLst>
            <pc:docMk/>
            <pc:sldMk cId="2764395721" sldId="301"/>
            <ac:grpSpMk id="15" creationId="{ED3CE38E-72C7-68B9-E12F-C94948D43605}"/>
          </ac:grpSpMkLst>
        </pc:grpChg>
      </pc:sldChg>
      <pc:sldChg chg="addSp delSp modSp new del mod">
        <pc:chgData name="Anna Bianchi" userId="1dd43a41-4e4c-4b62-897c-c402d57a5e85" providerId="ADAL" clId="{8EFBC750-5E01-4228-9E81-CADABFDF27DE}" dt="2024-11-04T10:01:08.546" v="4412" actId="2696"/>
        <pc:sldMkLst>
          <pc:docMk/>
          <pc:sldMk cId="3076950121" sldId="301"/>
        </pc:sldMkLst>
        <pc:picChg chg="add del">
          <ac:chgData name="Anna Bianchi" userId="1dd43a41-4e4c-4b62-897c-c402d57a5e85" providerId="ADAL" clId="{8EFBC750-5E01-4228-9E81-CADABFDF27DE}" dt="2024-11-04T09:57:12.986" v="4398" actId="22"/>
          <ac:picMkLst>
            <pc:docMk/>
            <pc:sldMk cId="3076950121" sldId="301"/>
            <ac:picMk id="5" creationId="{F5AC991E-4EF0-44F0-D6CA-FBBB863443DE}"/>
          </ac:picMkLst>
        </pc:picChg>
        <pc:picChg chg="add del mod">
          <ac:chgData name="Anna Bianchi" userId="1dd43a41-4e4c-4b62-897c-c402d57a5e85" providerId="ADAL" clId="{8EFBC750-5E01-4228-9E81-CADABFDF27DE}" dt="2024-11-04T09:59:42.249" v="4404" actId="21"/>
          <ac:picMkLst>
            <pc:docMk/>
            <pc:sldMk cId="3076950121" sldId="301"/>
            <ac:picMk id="7" creationId="{D92DF39F-EA24-D56C-7073-E95F5286BD69}"/>
          </ac:picMkLst>
        </pc:picChg>
        <pc:picChg chg="add del mod">
          <ac:chgData name="Anna Bianchi" userId="1dd43a41-4e4c-4b62-897c-c402d57a5e85" providerId="ADAL" clId="{8EFBC750-5E01-4228-9E81-CADABFDF27DE}" dt="2024-11-04T09:56:57.575" v="4393" actId="478"/>
          <ac:picMkLst>
            <pc:docMk/>
            <pc:sldMk cId="3076950121" sldId="301"/>
            <ac:picMk id="1026" creationId="{28178201-68FC-CAA4-2807-1BC92EC650FC}"/>
          </ac:picMkLst>
        </pc:picChg>
      </pc:sldChg>
      <pc:sldChg chg="addSp delSp modSp add mod delAnim modAnim modShow">
        <pc:chgData name="Anna Bianchi" userId="1dd43a41-4e4c-4b62-897c-c402d57a5e85" providerId="ADAL" clId="{8EFBC750-5E01-4228-9E81-CADABFDF27DE}" dt="2024-11-16T15:49:04.625" v="8934" actId="166"/>
        <pc:sldMkLst>
          <pc:docMk/>
          <pc:sldMk cId="3602479561" sldId="301"/>
        </pc:sldMkLst>
        <pc:spChg chg="add mod">
          <ac:chgData name="Anna Bianchi" userId="1dd43a41-4e4c-4b62-897c-c402d57a5e85" providerId="ADAL" clId="{8EFBC750-5E01-4228-9E81-CADABFDF27DE}" dt="2024-11-08T12:00:18.355" v="6692"/>
          <ac:spMkLst>
            <pc:docMk/>
            <pc:sldMk cId="3602479561" sldId="301"/>
            <ac:spMk id="2" creationId="{36965D46-CD84-CDA9-0324-CC72E78C5963}"/>
          </ac:spMkLst>
        </pc:spChg>
        <pc:spChg chg="add del mod">
          <ac:chgData name="Anna Bianchi" userId="1dd43a41-4e4c-4b62-897c-c402d57a5e85" providerId="ADAL" clId="{8EFBC750-5E01-4228-9E81-CADABFDF27DE}" dt="2024-11-05T17:16:07.776" v="5501" actId="478"/>
          <ac:spMkLst>
            <pc:docMk/>
            <pc:sldMk cId="3602479561" sldId="301"/>
            <ac:spMk id="2" creationId="{F5F85B9A-D4B2-3E2B-34EA-CE6FEBEC3D8A}"/>
          </ac:spMkLst>
        </pc:spChg>
        <pc:spChg chg="mod">
          <ac:chgData name="Anna Bianchi" userId="1dd43a41-4e4c-4b62-897c-c402d57a5e85" providerId="ADAL" clId="{8EFBC750-5E01-4228-9E81-CADABFDF27DE}" dt="2024-11-05T17:15:14.239" v="5440" actId="20577"/>
          <ac:spMkLst>
            <pc:docMk/>
            <pc:sldMk cId="3602479561" sldId="301"/>
            <ac:spMk id="4" creationId="{DB475447-755D-955D-DD5A-FC07F4284C32}"/>
          </ac:spMkLst>
        </pc:spChg>
        <pc:spChg chg="del mod">
          <ac:chgData name="Anna Bianchi" userId="1dd43a41-4e4c-4b62-897c-c402d57a5e85" providerId="ADAL" clId="{8EFBC750-5E01-4228-9E81-CADABFDF27DE}" dt="2024-11-08T12:00:17.573" v="6691" actId="478"/>
          <ac:spMkLst>
            <pc:docMk/>
            <pc:sldMk cId="3602479561" sldId="301"/>
            <ac:spMk id="5" creationId="{5298EADE-E60F-F7C4-7D7C-048CD185F026}"/>
          </ac:spMkLst>
        </pc:spChg>
        <pc:spChg chg="mod">
          <ac:chgData name="Anna Bianchi" userId="1dd43a41-4e4c-4b62-897c-c402d57a5e85" providerId="ADAL" clId="{8EFBC750-5E01-4228-9E81-CADABFDF27DE}" dt="2024-11-05T17:15:38.148" v="5446"/>
          <ac:spMkLst>
            <pc:docMk/>
            <pc:sldMk cId="3602479561" sldId="301"/>
            <ac:spMk id="13" creationId="{A93C6883-06BA-C8E6-C41A-7AD77A6970EB}"/>
          </ac:spMkLst>
        </pc:spChg>
        <pc:spChg chg="add mod">
          <ac:chgData name="Anna Bianchi" userId="1dd43a41-4e4c-4b62-897c-c402d57a5e85" providerId="ADAL" clId="{8EFBC750-5E01-4228-9E81-CADABFDF27DE}" dt="2024-11-05T17:16:18.529" v="5506" actId="2711"/>
          <ac:spMkLst>
            <pc:docMk/>
            <pc:sldMk cId="3602479561" sldId="301"/>
            <ac:spMk id="16" creationId="{CEC62BF8-EE31-030C-B339-0E4B5A813EC9}"/>
          </ac:spMkLst>
        </pc:spChg>
        <pc:spChg chg="add mod">
          <ac:chgData name="Anna Bianchi" userId="1dd43a41-4e4c-4b62-897c-c402d57a5e85" providerId="ADAL" clId="{8EFBC750-5E01-4228-9E81-CADABFDF27DE}" dt="2024-11-14T15:02:30.356" v="8389" actId="1076"/>
          <ac:spMkLst>
            <pc:docMk/>
            <pc:sldMk cId="3602479561" sldId="301"/>
            <ac:spMk id="17" creationId="{8587A5AC-0AAD-ECB8-3210-8E54B02B4B2A}"/>
          </ac:spMkLst>
        </pc:spChg>
        <pc:spChg chg="add del mod">
          <ac:chgData name="Anna Bianchi" userId="1dd43a41-4e4c-4b62-897c-c402d57a5e85" providerId="ADAL" clId="{8EFBC750-5E01-4228-9E81-CADABFDF27DE}" dt="2024-11-14T15:01:38.733" v="8377" actId="21"/>
          <ac:spMkLst>
            <pc:docMk/>
            <pc:sldMk cId="3602479561" sldId="301"/>
            <ac:spMk id="19" creationId="{74981A7B-9825-9A03-25E5-E961E5F989AF}"/>
          </ac:spMkLst>
        </pc:spChg>
        <pc:spChg chg="del">
          <ac:chgData name="Anna Bianchi" userId="1dd43a41-4e4c-4b62-897c-c402d57a5e85" providerId="ADAL" clId="{8EFBC750-5E01-4228-9E81-CADABFDF27DE}" dt="2024-11-05T17:15:23.195" v="5445" actId="478"/>
          <ac:spMkLst>
            <pc:docMk/>
            <pc:sldMk cId="3602479561" sldId="301"/>
            <ac:spMk id="23" creationId="{67009421-987F-804B-647F-2D7587D1986F}"/>
          </ac:spMkLst>
        </pc:spChg>
        <pc:spChg chg="add mod">
          <ac:chgData name="Anna Bianchi" userId="1dd43a41-4e4c-4b62-897c-c402d57a5e85" providerId="ADAL" clId="{8EFBC750-5E01-4228-9E81-CADABFDF27DE}" dt="2024-11-14T15:03:01.131" v="8448" actId="1076"/>
          <ac:spMkLst>
            <pc:docMk/>
            <pc:sldMk cId="3602479561" sldId="301"/>
            <ac:spMk id="23" creationId="{8656BAD0-C22E-3BA8-04F8-9D44160989E3}"/>
          </ac:spMkLst>
        </pc:spChg>
        <pc:grpChg chg="add mod">
          <ac:chgData name="Anna Bianchi" userId="1dd43a41-4e4c-4b62-897c-c402d57a5e85" providerId="ADAL" clId="{8EFBC750-5E01-4228-9E81-CADABFDF27DE}" dt="2024-11-05T17:15:38.148" v="5446"/>
          <ac:grpSpMkLst>
            <pc:docMk/>
            <pc:sldMk cId="3602479561" sldId="301"/>
            <ac:grpSpMk id="6" creationId="{7BF0A045-3A7D-396B-AAB2-28CB944C73C3}"/>
          </ac:grpSpMkLst>
        </pc:grpChg>
        <pc:picChg chg="mod">
          <ac:chgData name="Anna Bianchi" userId="1dd43a41-4e4c-4b62-897c-c402d57a5e85" providerId="ADAL" clId="{8EFBC750-5E01-4228-9E81-CADABFDF27DE}" dt="2024-11-05T17:15:38.148" v="5446"/>
          <ac:picMkLst>
            <pc:docMk/>
            <pc:sldMk cId="3602479561" sldId="301"/>
            <ac:picMk id="7" creationId="{0DBC6B18-216A-9A34-8831-D20FE243FB3B}"/>
          </ac:picMkLst>
        </pc:picChg>
        <pc:picChg chg="ord">
          <ac:chgData name="Anna Bianchi" userId="1dd43a41-4e4c-4b62-897c-c402d57a5e85" providerId="ADAL" clId="{8EFBC750-5E01-4228-9E81-CADABFDF27DE}" dt="2024-11-16T15:49:04.625" v="8934" actId="166"/>
          <ac:picMkLst>
            <pc:docMk/>
            <pc:sldMk cId="3602479561" sldId="301"/>
            <ac:picMk id="11" creationId="{396F05BF-B6C0-DC1C-0320-485E5875780B}"/>
          </ac:picMkLst>
        </pc:picChg>
        <pc:picChg chg="del">
          <ac:chgData name="Anna Bianchi" userId="1dd43a41-4e4c-4b62-897c-c402d57a5e85" providerId="ADAL" clId="{8EFBC750-5E01-4228-9E81-CADABFDF27DE}" dt="2024-11-05T17:15:21.794" v="5444" actId="478"/>
          <ac:picMkLst>
            <pc:docMk/>
            <pc:sldMk cId="3602479561" sldId="301"/>
            <ac:picMk id="18" creationId="{1D4BDDFE-C7DB-DB71-E470-E18CE5DF1665}"/>
          </ac:picMkLst>
        </pc:picChg>
      </pc:sldChg>
      <pc:sldChg chg="addSp delSp modSp mod delAnim modAnim">
        <pc:chgData name="Anna Bianchi" userId="1dd43a41-4e4c-4b62-897c-c402d57a5e85" providerId="ADAL" clId="{8EFBC750-5E01-4228-9E81-CADABFDF27DE}" dt="2024-11-17T18:32:25.680" v="8939"/>
        <pc:sldMkLst>
          <pc:docMk/>
          <pc:sldMk cId="826349758" sldId="302"/>
        </pc:sldMkLst>
        <pc:spChg chg="mod">
          <ac:chgData name="Anna Bianchi" userId="1dd43a41-4e4c-4b62-897c-c402d57a5e85" providerId="ADAL" clId="{8EFBC750-5E01-4228-9E81-CADABFDF27DE}" dt="2024-11-14T14:25:02.553" v="7988" actId="20577"/>
          <ac:spMkLst>
            <pc:docMk/>
            <pc:sldMk cId="826349758" sldId="302"/>
            <ac:spMk id="2" creationId="{A84570BC-C8F6-8E9E-2A6D-7DB62FE899CA}"/>
          </ac:spMkLst>
        </pc:spChg>
        <pc:spChg chg="mod">
          <ac:chgData name="Anna Bianchi" userId="1dd43a41-4e4c-4b62-897c-c402d57a5e85" providerId="ADAL" clId="{8EFBC750-5E01-4228-9E81-CADABFDF27DE}" dt="2024-11-16T15:22:49.442" v="8875" actId="113"/>
          <ac:spMkLst>
            <pc:docMk/>
            <pc:sldMk cId="826349758" sldId="302"/>
            <ac:spMk id="5" creationId="{58B6376D-CD9B-D39B-8211-42D4E08656C0}"/>
          </ac:spMkLst>
        </pc:spChg>
        <pc:spChg chg="mod">
          <ac:chgData name="Anna Bianchi" userId="1dd43a41-4e4c-4b62-897c-c402d57a5e85" providerId="ADAL" clId="{8EFBC750-5E01-4228-9E81-CADABFDF27DE}" dt="2024-11-16T15:22:59.779" v="8878" actId="115"/>
          <ac:spMkLst>
            <pc:docMk/>
            <pc:sldMk cId="826349758" sldId="302"/>
            <ac:spMk id="7" creationId="{CF31B6E4-1523-B0F9-C768-A148476DE431}"/>
          </ac:spMkLst>
        </pc:spChg>
        <pc:spChg chg="add mod">
          <ac:chgData name="Anna Bianchi" userId="1dd43a41-4e4c-4b62-897c-c402d57a5e85" providerId="ADAL" clId="{8EFBC750-5E01-4228-9E81-CADABFDF27DE}" dt="2024-11-14T13:46:39.531" v="7817" actId="20577"/>
          <ac:spMkLst>
            <pc:docMk/>
            <pc:sldMk cId="826349758" sldId="302"/>
            <ac:spMk id="10" creationId="{8EBD7ABD-418C-6D58-FA27-0549F7BCDA47}"/>
          </ac:spMkLst>
        </pc:spChg>
        <pc:spChg chg="add del mod">
          <ac:chgData name="Anna Bianchi" userId="1dd43a41-4e4c-4b62-897c-c402d57a5e85" providerId="ADAL" clId="{8EFBC750-5E01-4228-9E81-CADABFDF27DE}" dt="2024-11-14T13:33:23.715" v="7806" actId="478"/>
          <ac:spMkLst>
            <pc:docMk/>
            <pc:sldMk cId="826349758" sldId="302"/>
            <ac:spMk id="11" creationId="{46D74DD1-10D1-30A4-CB88-C213636C6872}"/>
          </ac:spMkLst>
        </pc:spChg>
        <pc:spChg chg="mod">
          <ac:chgData name="Anna Bianchi" userId="1dd43a41-4e4c-4b62-897c-c402d57a5e85" providerId="ADAL" clId="{8EFBC750-5E01-4228-9E81-CADABFDF27DE}" dt="2024-11-14T14:42:16.870" v="8254" actId="20577"/>
          <ac:spMkLst>
            <pc:docMk/>
            <pc:sldMk cId="826349758" sldId="302"/>
            <ac:spMk id="12" creationId="{36A6242A-65FB-2EA0-B78D-4C4B5B3E3301}"/>
          </ac:spMkLst>
        </pc:spChg>
        <pc:spChg chg="mod">
          <ac:chgData name="Anna Bianchi" userId="1dd43a41-4e4c-4b62-897c-c402d57a5e85" providerId="ADAL" clId="{8EFBC750-5E01-4228-9E81-CADABFDF27DE}" dt="2024-11-14T13:46:54.160" v="7821" actId="1035"/>
          <ac:spMkLst>
            <pc:docMk/>
            <pc:sldMk cId="826349758" sldId="302"/>
            <ac:spMk id="15" creationId="{A62160A9-DC74-23F6-A8BA-3B72ECDD8D2E}"/>
          </ac:spMkLst>
        </pc:spChg>
        <pc:spChg chg="mod">
          <ac:chgData name="Anna Bianchi" userId="1dd43a41-4e4c-4b62-897c-c402d57a5e85" providerId="ADAL" clId="{8EFBC750-5E01-4228-9E81-CADABFDF27DE}" dt="2024-11-14T13:33:38.429" v="7808" actId="12788"/>
          <ac:spMkLst>
            <pc:docMk/>
            <pc:sldMk cId="826349758" sldId="302"/>
            <ac:spMk id="16" creationId="{FBA0B649-C17A-6B1A-657D-D0640DB802FE}"/>
          </ac:spMkLst>
        </pc:spChg>
        <pc:spChg chg="mod">
          <ac:chgData name="Anna Bianchi" userId="1dd43a41-4e4c-4b62-897c-c402d57a5e85" providerId="ADAL" clId="{8EFBC750-5E01-4228-9E81-CADABFDF27DE}" dt="2024-11-14T13:33:28.590" v="7807" actId="12788"/>
          <ac:spMkLst>
            <pc:docMk/>
            <pc:sldMk cId="826349758" sldId="302"/>
            <ac:spMk id="17" creationId="{5BA26370-5E9B-8FB8-FEFD-BC9B3C4D6ACE}"/>
          </ac:spMkLst>
        </pc:spChg>
        <pc:spChg chg="mod">
          <ac:chgData name="Anna Bianchi" userId="1dd43a41-4e4c-4b62-897c-c402d57a5e85" providerId="ADAL" clId="{8EFBC750-5E01-4228-9E81-CADABFDF27DE}" dt="2024-11-14T13:46:54.160" v="7821" actId="1035"/>
          <ac:spMkLst>
            <pc:docMk/>
            <pc:sldMk cId="826349758" sldId="302"/>
            <ac:spMk id="18" creationId="{DEA3B661-7AF0-B94F-9A7D-9D26E61EE304}"/>
          </ac:spMkLst>
        </pc:spChg>
        <pc:spChg chg="add mod">
          <ac:chgData name="Anna Bianchi" userId="1dd43a41-4e4c-4b62-897c-c402d57a5e85" providerId="ADAL" clId="{8EFBC750-5E01-4228-9E81-CADABFDF27DE}" dt="2024-11-14T13:33:44.866" v="7809" actId="555"/>
          <ac:spMkLst>
            <pc:docMk/>
            <pc:sldMk cId="826349758" sldId="302"/>
            <ac:spMk id="19" creationId="{EE723CFF-D6AB-9BA8-221F-BD32D46E137D}"/>
          </ac:spMkLst>
        </pc:spChg>
        <pc:grpChg chg="mod">
          <ac:chgData name="Anna Bianchi" userId="1dd43a41-4e4c-4b62-897c-c402d57a5e85" providerId="ADAL" clId="{8EFBC750-5E01-4228-9E81-CADABFDF27DE}" dt="2024-11-14T13:33:38.429" v="7808" actId="12788"/>
          <ac:grpSpMkLst>
            <pc:docMk/>
            <pc:sldMk cId="826349758" sldId="302"/>
            <ac:grpSpMk id="6" creationId="{F16C5159-12BA-85F1-04C9-4C140185CCC9}"/>
          </ac:grpSpMkLst>
        </pc:grpChg>
        <pc:grpChg chg="mod">
          <ac:chgData name="Anna Bianchi" userId="1dd43a41-4e4c-4b62-897c-c402d57a5e85" providerId="ADAL" clId="{8EFBC750-5E01-4228-9E81-CADABFDF27DE}" dt="2024-11-14T13:33:28.590" v="7807" actId="12788"/>
          <ac:grpSpMkLst>
            <pc:docMk/>
            <pc:sldMk cId="826349758" sldId="302"/>
            <ac:grpSpMk id="8" creationId="{F081C592-9343-6195-3DA3-6EB3C200434F}"/>
          </ac:grpSpMkLst>
        </pc:grpChg>
      </pc:sldChg>
      <pc:sldChg chg="new del">
        <pc:chgData name="Anna Bianchi" userId="1dd43a41-4e4c-4b62-897c-c402d57a5e85" providerId="ADAL" clId="{8EFBC750-5E01-4228-9E81-CADABFDF27DE}" dt="2024-11-08T11:05:52.379" v="6468" actId="680"/>
        <pc:sldMkLst>
          <pc:docMk/>
          <pc:sldMk cId="2304145859" sldId="302"/>
        </pc:sldMkLst>
      </pc:sldChg>
      <pc:sldChg chg="modAnim">
        <pc:chgData name="Anna Bianchi" userId="1dd43a41-4e4c-4b62-897c-c402d57a5e85" providerId="ADAL" clId="{8EFBC750-5E01-4228-9E81-CADABFDF27DE}" dt="2024-11-15T17:05:21.719" v="8870"/>
        <pc:sldMkLst>
          <pc:docMk/>
          <pc:sldMk cId="3407908595" sldId="304"/>
        </pc:sldMkLst>
      </pc:sldChg>
      <pc:sldChg chg="new del">
        <pc:chgData name="Anna Bianchi" userId="1dd43a41-4e4c-4b62-897c-c402d57a5e85" providerId="ADAL" clId="{8EFBC750-5E01-4228-9E81-CADABFDF27DE}" dt="2024-11-16T15:21:40.797" v="8873" actId="680"/>
        <pc:sldMkLst>
          <pc:docMk/>
          <pc:sldMk cId="555985912" sldId="305"/>
        </pc:sldMkLst>
      </pc:sldChg>
      <pc:sldChg chg="addSp delSp modSp new del mod ord">
        <pc:chgData name="Anna Bianchi" userId="1dd43a41-4e4c-4b62-897c-c402d57a5e85" providerId="ADAL" clId="{8EFBC750-5E01-4228-9E81-CADABFDF27DE}" dt="2024-11-16T15:30:01.795" v="8930" actId="2696"/>
        <pc:sldMkLst>
          <pc:docMk/>
          <pc:sldMk cId="3309448831" sldId="305"/>
        </pc:sldMkLst>
        <pc:grpChg chg="add del mod">
          <ac:chgData name="Anna Bianchi" userId="1dd43a41-4e4c-4b62-897c-c402d57a5e85" providerId="ADAL" clId="{8EFBC750-5E01-4228-9E81-CADABFDF27DE}" dt="2024-11-16T15:29:56.260" v="8929" actId="478"/>
          <ac:grpSpMkLst>
            <pc:docMk/>
            <pc:sldMk cId="3309448831" sldId="305"/>
            <ac:grpSpMk id="4" creationId="{C7A1D5CF-86D3-D9C8-9B85-84537D581C63}"/>
          </ac:grpSpMkLst>
        </pc:grpChg>
        <pc:picChg chg="add mod">
          <ac:chgData name="Anna Bianchi" userId="1dd43a41-4e4c-4b62-897c-c402d57a5e85" providerId="ADAL" clId="{8EFBC750-5E01-4228-9E81-CADABFDF27DE}" dt="2024-11-16T15:29:30.544" v="8924" actId="14100"/>
          <ac:picMkLst>
            <pc:docMk/>
            <pc:sldMk cId="3309448831" sldId="305"/>
            <ac:picMk id="3" creationId="{736243DA-CC13-96BF-4B6E-9A026410960F}"/>
          </ac:picMkLst>
        </pc:picChg>
        <pc:picChg chg="mod">
          <ac:chgData name="Anna Bianchi" userId="1dd43a41-4e4c-4b62-897c-c402d57a5e85" providerId="ADAL" clId="{8EFBC750-5E01-4228-9E81-CADABFDF27DE}" dt="2024-11-16T15:29:55.322" v="8928" actId="1076"/>
          <ac:picMkLst>
            <pc:docMk/>
            <pc:sldMk cId="3309448831" sldId="305"/>
            <ac:picMk id="5" creationId="{86F6566C-8412-9556-477C-2649F6A7718C}"/>
          </ac:picMkLst>
        </pc:picChg>
        <pc:picChg chg="mod">
          <ac:chgData name="Anna Bianchi" userId="1dd43a41-4e4c-4b62-897c-c402d57a5e85" providerId="ADAL" clId="{8EFBC750-5E01-4228-9E81-CADABFDF27DE}" dt="2024-11-16T15:29:55.322" v="8928" actId="1076"/>
          <ac:picMkLst>
            <pc:docMk/>
            <pc:sldMk cId="3309448831" sldId="305"/>
            <ac:picMk id="6" creationId="{82BA7E05-3833-621B-381B-A852B245B94F}"/>
          </ac:picMkLst>
        </pc:picChg>
        <pc:picChg chg="mod">
          <ac:chgData name="Anna Bianchi" userId="1dd43a41-4e4c-4b62-897c-c402d57a5e85" providerId="ADAL" clId="{8EFBC750-5E01-4228-9E81-CADABFDF27DE}" dt="2024-11-16T15:29:55.322" v="8928" actId="1076"/>
          <ac:picMkLst>
            <pc:docMk/>
            <pc:sldMk cId="3309448831" sldId="305"/>
            <ac:picMk id="7" creationId="{E7075271-2B03-B7DB-1DEB-F2756E32CCE8}"/>
          </ac:picMkLst>
        </pc:picChg>
      </pc:sldChg>
      <pc:sldMasterChg chg="addSp delSp modSp mod modSldLayout sldLayoutOrd">
        <pc:chgData name="Anna Bianchi" userId="1dd43a41-4e4c-4b62-897c-c402d57a5e85" providerId="ADAL" clId="{8EFBC750-5E01-4228-9E81-CADABFDF27DE}" dt="2024-11-16T15:28:25.984" v="8904" actId="478"/>
        <pc:sldMasterMkLst>
          <pc:docMk/>
          <pc:sldMasterMk cId="3223999130" sldId="2147483648"/>
        </pc:sldMasterMkLst>
        <pc:spChg chg="mod">
          <ac:chgData name="Anna Bianchi" userId="1dd43a41-4e4c-4b62-897c-c402d57a5e85" providerId="ADAL" clId="{8EFBC750-5E01-4228-9E81-CADABFDF27DE}" dt="2024-10-29T11:57:36.507" v="938" actId="2711"/>
          <ac:spMkLst>
            <pc:docMk/>
            <pc:sldMasterMk cId="3223999130" sldId="2147483648"/>
            <ac:spMk id="2" creationId="{A8DB6A3A-74E6-4FE2-8AD2-CEB070447182}"/>
          </ac:spMkLst>
        </pc:spChg>
        <pc:spChg chg="mod">
          <ac:chgData name="Anna Bianchi" userId="1dd43a41-4e4c-4b62-897c-c402d57a5e85" providerId="ADAL" clId="{8EFBC750-5E01-4228-9E81-CADABFDF27DE}" dt="2024-10-29T11:57:36.507" v="938" actId="2711"/>
          <ac:spMkLst>
            <pc:docMk/>
            <pc:sldMasterMk cId="3223999130" sldId="2147483648"/>
            <ac:spMk id="3" creationId="{2C0128AA-FDF4-4DD5-A009-3C58D24570F2}"/>
          </ac:spMkLst>
        </pc:spChg>
        <pc:spChg chg="add mod">
          <ac:chgData name="Anna Bianchi" userId="1dd43a41-4e4c-4b62-897c-c402d57a5e85" providerId="ADAL" clId="{8EFBC750-5E01-4228-9E81-CADABFDF27DE}" dt="2024-11-08T11:57:53.985" v="6676" actId="20577"/>
          <ac:spMkLst>
            <pc:docMk/>
            <pc:sldMasterMk cId="3223999130" sldId="2147483648"/>
            <ac:spMk id="4" creationId="{6B710009-1EE0-B7E3-547E-F75F7E62B46A}"/>
          </ac:spMkLst>
        </pc:spChg>
        <pc:spChg chg="mod">
          <ac:chgData name="Anna Bianchi" userId="1dd43a41-4e4c-4b62-897c-c402d57a5e85" providerId="ADAL" clId="{8EFBC750-5E01-4228-9E81-CADABFDF27DE}" dt="2024-10-29T11:57:36.507" v="938" actId="2711"/>
          <ac:spMkLst>
            <pc:docMk/>
            <pc:sldMasterMk cId="3223999130" sldId="2147483648"/>
            <ac:spMk id="5" creationId="{8C4DB510-B79E-B3EC-63EC-8130FBEBF39F}"/>
          </ac:spMkLst>
        </pc:spChg>
        <pc:spChg chg="del mod">
          <ac:chgData name="Anna Bianchi" userId="1dd43a41-4e4c-4b62-897c-c402d57a5e85" providerId="ADAL" clId="{8EFBC750-5E01-4228-9E81-CADABFDF27DE}" dt="2024-10-29T12:51:47.938" v="1140" actId="478"/>
          <ac:spMkLst>
            <pc:docMk/>
            <pc:sldMasterMk cId="3223999130" sldId="2147483648"/>
            <ac:spMk id="7" creationId="{D54F4C8B-3984-6A32-3660-4DFC949B65FA}"/>
          </ac:spMkLst>
        </pc:spChg>
        <pc:spChg chg="mod">
          <ac:chgData name="Anna Bianchi" userId="1dd43a41-4e4c-4b62-897c-c402d57a5e85" providerId="ADAL" clId="{8EFBC750-5E01-4228-9E81-CADABFDF27DE}" dt="2024-10-29T11:57:36.507" v="938" actId="2711"/>
          <ac:spMkLst>
            <pc:docMk/>
            <pc:sldMasterMk cId="3223999130" sldId="2147483648"/>
            <ac:spMk id="8" creationId="{5935A81A-A591-D00A-3995-015DB34D16F5}"/>
          </ac:spMkLst>
        </pc:spChg>
        <pc:spChg chg="mod">
          <ac:chgData name="Anna Bianchi" userId="1dd43a41-4e4c-4b62-897c-c402d57a5e85" providerId="ADAL" clId="{8EFBC750-5E01-4228-9E81-CADABFDF27DE}" dt="2024-10-29T11:57:36.507" v="938" actId="2711"/>
          <ac:spMkLst>
            <pc:docMk/>
            <pc:sldMasterMk cId="3223999130" sldId="2147483648"/>
            <ac:spMk id="9" creationId="{A5307E45-0314-1525-54AA-E88A5E8B3DBE}"/>
          </ac:spMkLst>
        </pc:spChg>
        <pc:sldLayoutChg chg="addSp delSp modSp mod">
          <pc:chgData name="Anna Bianchi" userId="1dd43a41-4e4c-4b62-897c-c402d57a5e85" providerId="ADAL" clId="{8EFBC750-5E01-4228-9E81-CADABFDF27DE}" dt="2024-11-08T11:58:05.708" v="6680"/>
          <pc:sldLayoutMkLst>
            <pc:docMk/>
            <pc:sldMasterMk cId="3223999130" sldId="2147483648"/>
            <pc:sldLayoutMk cId="2139704614" sldId="2147483649"/>
          </pc:sldLayoutMkLst>
          <pc:spChg chg="mod">
            <ac:chgData name="Anna Bianchi" userId="1dd43a41-4e4c-4b62-897c-c402d57a5e85" providerId="ADAL" clId="{8EFBC750-5E01-4228-9E81-CADABFDF27DE}" dt="2024-10-29T11:52:28.120" v="816" actId="207"/>
            <ac:spMkLst>
              <pc:docMk/>
              <pc:sldMasterMk cId="3223999130" sldId="2147483648"/>
              <pc:sldLayoutMk cId="2139704614" sldId="2147483649"/>
              <ac:spMk id="2" creationId="{DC2228EE-3546-4272-9C39-150FF23CE033}"/>
            </ac:spMkLst>
          </pc:spChg>
          <pc:spChg chg="add del mod">
            <ac:chgData name="Anna Bianchi" userId="1dd43a41-4e4c-4b62-897c-c402d57a5e85" providerId="ADAL" clId="{8EFBC750-5E01-4228-9E81-CADABFDF27DE}" dt="2024-10-29T12:45:12.167" v="985" actId="478"/>
            <ac:spMkLst>
              <pc:docMk/>
              <pc:sldMasterMk cId="3223999130" sldId="2147483648"/>
              <pc:sldLayoutMk cId="2139704614" sldId="2147483649"/>
              <ac:spMk id="3" creationId="{3E4D1E41-6FC5-F535-5E67-9CCC36F462CA}"/>
            </ac:spMkLst>
          </pc:spChg>
          <pc:spChg chg="add mod">
            <ac:chgData name="Anna Bianchi" userId="1dd43a41-4e4c-4b62-897c-c402d57a5e85" providerId="ADAL" clId="{8EFBC750-5E01-4228-9E81-CADABFDF27DE}" dt="2024-11-08T11:58:05.708" v="6680"/>
            <ac:spMkLst>
              <pc:docMk/>
              <pc:sldMasterMk cId="3223999130" sldId="2147483648"/>
              <pc:sldLayoutMk cId="2139704614" sldId="2147483649"/>
              <ac:spMk id="3" creationId="{E737AB41-8428-C6B1-ABCC-C809A009B17C}"/>
            </ac:spMkLst>
          </pc:spChg>
          <pc:spChg chg="add del mod">
            <ac:chgData name="Anna Bianchi" userId="1dd43a41-4e4c-4b62-897c-c402d57a5e85" providerId="ADAL" clId="{8EFBC750-5E01-4228-9E81-CADABFDF27DE}" dt="2024-10-29T14:33:10.172" v="2252" actId="478"/>
            <ac:spMkLst>
              <pc:docMk/>
              <pc:sldMasterMk cId="3223999130" sldId="2147483648"/>
              <pc:sldLayoutMk cId="2139704614" sldId="2147483649"/>
              <ac:spMk id="4" creationId="{8AE56F25-3FB7-3303-7853-D1CFABE10D66}"/>
            </ac:spMkLst>
          </pc:spChg>
          <pc:spChg chg="add del mod">
            <ac:chgData name="Anna Bianchi" userId="1dd43a41-4e4c-4b62-897c-c402d57a5e85" providerId="ADAL" clId="{8EFBC750-5E01-4228-9E81-CADABFDF27DE}" dt="2024-11-08T11:58:05.441" v="6679" actId="478"/>
            <ac:spMkLst>
              <pc:docMk/>
              <pc:sldMasterMk cId="3223999130" sldId="2147483648"/>
              <pc:sldLayoutMk cId="2139704614" sldId="2147483649"/>
              <ac:spMk id="5" creationId="{20B4F458-AE0D-1227-0684-F2348437BE01}"/>
            </ac:spMkLst>
          </pc:spChg>
          <pc:spChg chg="mod">
            <ac:chgData name="Anna Bianchi" userId="1dd43a41-4e4c-4b62-897c-c402d57a5e85" providerId="ADAL" clId="{8EFBC750-5E01-4228-9E81-CADABFDF27DE}" dt="2024-10-28T08:42:06.024" v="35" actId="207"/>
            <ac:spMkLst>
              <pc:docMk/>
              <pc:sldMasterMk cId="3223999130" sldId="2147483648"/>
              <pc:sldLayoutMk cId="2139704614" sldId="2147483649"/>
              <ac:spMk id="14" creationId="{A6DBB014-B4CB-F3B8-7C00-BCB59C41F96E}"/>
            </ac:spMkLst>
          </pc:spChg>
          <pc:spChg chg="del mod">
            <ac:chgData name="Anna Bianchi" userId="1dd43a41-4e4c-4b62-897c-c402d57a5e85" providerId="ADAL" clId="{8EFBC750-5E01-4228-9E81-CADABFDF27DE}" dt="2024-10-28T08:51:21.598" v="226" actId="478"/>
            <ac:spMkLst>
              <pc:docMk/>
              <pc:sldMasterMk cId="3223999130" sldId="2147483648"/>
              <pc:sldLayoutMk cId="2139704614" sldId="2147483649"/>
              <ac:spMk id="15" creationId="{E5A883CD-7D3E-25A1-024D-5239016A8EB4}"/>
            </ac:spMkLst>
          </pc:spChg>
          <pc:spChg chg="mod">
            <ac:chgData name="Anna Bianchi" userId="1dd43a41-4e4c-4b62-897c-c402d57a5e85" providerId="ADAL" clId="{8EFBC750-5E01-4228-9E81-CADABFDF27DE}" dt="2024-10-29T11:52:33.700" v="818" actId="207"/>
            <ac:spMkLst>
              <pc:docMk/>
              <pc:sldMasterMk cId="3223999130" sldId="2147483648"/>
              <pc:sldLayoutMk cId="2139704614" sldId="2147483649"/>
              <ac:spMk id="24" creationId="{4EE1436E-33B5-4388-87D8-2D0633CC3CE7}"/>
            </ac:spMkLst>
          </pc:spChg>
        </pc:sldLayoutChg>
        <pc:sldLayoutChg chg="addSp delSp modSp mod setBg">
          <pc:chgData name="Anna Bianchi" userId="1dd43a41-4e4c-4b62-897c-c402d57a5e85" providerId="ADAL" clId="{8EFBC750-5E01-4228-9E81-CADABFDF27DE}" dt="2024-11-08T11:58:01.972" v="6678"/>
          <pc:sldLayoutMkLst>
            <pc:docMk/>
            <pc:sldMasterMk cId="3223999130" sldId="2147483648"/>
            <pc:sldLayoutMk cId="682737243" sldId="2147483651"/>
          </pc:sldLayoutMkLst>
          <pc:spChg chg="mod">
            <ac:chgData name="Anna Bianchi" userId="1dd43a41-4e4c-4b62-897c-c402d57a5e85" providerId="ADAL" clId="{8EFBC750-5E01-4228-9E81-CADABFDF27DE}" dt="2024-10-29T11:50:44.410" v="768" actId="1036"/>
            <ac:spMkLst>
              <pc:docMk/>
              <pc:sldMasterMk cId="3223999130" sldId="2147483648"/>
              <pc:sldLayoutMk cId="682737243" sldId="2147483651"/>
              <ac:spMk id="2" creationId="{81053F33-9837-4E9F-8D29-24A800D841E9}"/>
            </ac:spMkLst>
          </pc:spChg>
          <pc:spChg chg="add del mod">
            <ac:chgData name="Anna Bianchi" userId="1dd43a41-4e4c-4b62-897c-c402d57a5e85" providerId="ADAL" clId="{8EFBC750-5E01-4228-9E81-CADABFDF27DE}" dt="2024-10-29T14:33:07.011" v="2250" actId="478"/>
            <ac:spMkLst>
              <pc:docMk/>
              <pc:sldMasterMk cId="3223999130" sldId="2147483648"/>
              <pc:sldLayoutMk cId="682737243" sldId="2147483651"/>
              <ac:spMk id="3" creationId="{10E1E6EC-D1BD-97EE-FABD-A1A8E9E7D4FF}"/>
            </ac:spMkLst>
          </pc:spChg>
          <pc:spChg chg="add mod">
            <ac:chgData name="Anna Bianchi" userId="1dd43a41-4e4c-4b62-897c-c402d57a5e85" providerId="ADAL" clId="{8EFBC750-5E01-4228-9E81-CADABFDF27DE}" dt="2024-11-08T11:58:01.972" v="6678"/>
            <ac:spMkLst>
              <pc:docMk/>
              <pc:sldMasterMk cId="3223999130" sldId="2147483648"/>
              <pc:sldLayoutMk cId="682737243" sldId="2147483651"/>
              <ac:spMk id="3" creationId="{71D21167-8AC9-646C-EA90-DC360B7E11EB}"/>
            </ac:spMkLst>
          </pc:spChg>
          <pc:spChg chg="add del mod">
            <ac:chgData name="Anna Bianchi" userId="1dd43a41-4e4c-4b62-897c-c402d57a5e85" providerId="ADAL" clId="{8EFBC750-5E01-4228-9E81-CADABFDF27DE}" dt="2024-11-08T11:58:01.722" v="6677" actId="478"/>
            <ac:spMkLst>
              <pc:docMk/>
              <pc:sldMasterMk cId="3223999130" sldId="2147483648"/>
              <pc:sldLayoutMk cId="682737243" sldId="2147483651"/>
              <ac:spMk id="4" creationId="{1C3D13B5-2221-A87C-BC12-97BCBF8AFAAE}"/>
            </ac:spMkLst>
          </pc:spChg>
          <pc:spChg chg="del mod">
            <ac:chgData name="Anna Bianchi" userId="1dd43a41-4e4c-4b62-897c-c402d57a5e85" providerId="ADAL" clId="{8EFBC750-5E01-4228-9E81-CADABFDF27DE}" dt="2024-10-29T11:51:47.075" v="799" actId="478"/>
            <ac:spMkLst>
              <pc:docMk/>
              <pc:sldMasterMk cId="3223999130" sldId="2147483648"/>
              <pc:sldLayoutMk cId="682737243" sldId="2147483651"/>
              <ac:spMk id="12" creationId="{8D727E0B-D8A6-929A-5212-6711728C36E9}"/>
            </ac:spMkLst>
          </pc:spChg>
          <pc:spChg chg="del mod">
            <ac:chgData name="Anna Bianchi" userId="1dd43a41-4e4c-4b62-897c-c402d57a5e85" providerId="ADAL" clId="{8EFBC750-5E01-4228-9E81-CADABFDF27DE}" dt="2024-10-28T08:51:26.606" v="228" actId="478"/>
            <ac:spMkLst>
              <pc:docMk/>
              <pc:sldMasterMk cId="3223999130" sldId="2147483648"/>
              <pc:sldLayoutMk cId="682737243" sldId="2147483651"/>
              <ac:spMk id="13" creationId="{4FDA0400-0427-95D2-39AF-55A5E27CD565}"/>
            </ac:spMkLst>
          </pc:spChg>
          <pc:spChg chg="del mod">
            <ac:chgData name="Anna Bianchi" userId="1dd43a41-4e4c-4b62-897c-c402d57a5e85" providerId="ADAL" clId="{8EFBC750-5E01-4228-9E81-CADABFDF27DE}" dt="2024-10-29T11:51:47.075" v="799" actId="478"/>
            <ac:spMkLst>
              <pc:docMk/>
              <pc:sldMasterMk cId="3223999130" sldId="2147483648"/>
              <pc:sldLayoutMk cId="682737243" sldId="2147483651"/>
              <ac:spMk id="14" creationId="{957EC772-B051-B657-BE04-03E1C7D91537}"/>
            </ac:spMkLst>
          </pc:spChg>
          <pc:spChg chg="mod">
            <ac:chgData name="Anna Bianchi" userId="1dd43a41-4e4c-4b62-897c-c402d57a5e85" providerId="ADAL" clId="{8EFBC750-5E01-4228-9E81-CADABFDF27DE}" dt="2024-10-29T11:51:55.043" v="811" actId="1036"/>
            <ac:spMkLst>
              <pc:docMk/>
              <pc:sldMasterMk cId="3223999130" sldId="2147483648"/>
              <pc:sldLayoutMk cId="682737243" sldId="2147483651"/>
              <ac:spMk id="15" creationId="{DB4D9310-4809-9FE7-F2A8-5B68DDC102F3}"/>
            </ac:spMkLst>
          </pc:spChg>
          <pc:spChg chg="del mod">
            <ac:chgData name="Anna Bianchi" userId="1dd43a41-4e4c-4b62-897c-c402d57a5e85" providerId="ADAL" clId="{8EFBC750-5E01-4228-9E81-CADABFDF27DE}" dt="2024-10-29T11:50:40.128" v="746" actId="478"/>
            <ac:spMkLst>
              <pc:docMk/>
              <pc:sldMasterMk cId="3223999130" sldId="2147483648"/>
              <pc:sldLayoutMk cId="682737243" sldId="2147483651"/>
              <ac:spMk id="17" creationId="{C990C5BD-BC2C-4822-AA4E-446B77052F23}"/>
            </ac:spMkLst>
          </pc:spChg>
          <pc:spChg chg="mod">
            <ac:chgData name="Anna Bianchi" userId="1dd43a41-4e4c-4b62-897c-c402d57a5e85" providerId="ADAL" clId="{8EFBC750-5E01-4228-9E81-CADABFDF27DE}" dt="2024-10-29T11:50:44.410" v="768" actId="1036"/>
            <ac:spMkLst>
              <pc:docMk/>
              <pc:sldMasterMk cId="3223999130" sldId="2147483648"/>
              <pc:sldLayoutMk cId="682737243" sldId="2147483651"/>
              <ac:spMk id="20" creationId="{BB2E374E-4B46-9804-C85A-7E85B48D723E}"/>
            </ac:spMkLst>
          </pc:spChg>
          <pc:spChg chg="mod">
            <ac:chgData name="Anna Bianchi" userId="1dd43a41-4e4c-4b62-897c-c402d57a5e85" providerId="ADAL" clId="{8EFBC750-5E01-4228-9E81-CADABFDF27DE}" dt="2024-10-29T11:50:44.410" v="768" actId="1036"/>
            <ac:spMkLst>
              <pc:docMk/>
              <pc:sldMasterMk cId="3223999130" sldId="2147483648"/>
              <pc:sldLayoutMk cId="682737243" sldId="2147483651"/>
              <ac:spMk id="22" creationId="{258EB2BC-F42B-4177-83EB-F2D2BF76129C}"/>
            </ac:spMkLst>
          </pc:spChg>
          <pc:spChg chg="mod">
            <ac:chgData name="Anna Bianchi" userId="1dd43a41-4e4c-4b62-897c-c402d57a5e85" providerId="ADAL" clId="{8EFBC750-5E01-4228-9E81-CADABFDF27DE}" dt="2024-11-08T11:56:39.690" v="6654" actId="2085"/>
            <ac:spMkLst>
              <pc:docMk/>
              <pc:sldMasterMk cId="3223999130" sldId="2147483648"/>
              <pc:sldLayoutMk cId="682737243" sldId="2147483651"/>
              <ac:spMk id="43" creationId="{1FD2C3DF-070C-48BB-8EC1-3FE31FCD20DC}"/>
            </ac:spMkLst>
          </pc:spChg>
          <pc:spChg chg="mod">
            <ac:chgData name="Anna Bianchi" userId="1dd43a41-4e4c-4b62-897c-c402d57a5e85" providerId="ADAL" clId="{8EFBC750-5E01-4228-9E81-CADABFDF27DE}" dt="2024-10-29T11:52:00.044" v="812" actId="207"/>
            <ac:spMkLst>
              <pc:docMk/>
              <pc:sldMasterMk cId="3223999130" sldId="2147483648"/>
              <pc:sldLayoutMk cId="682737243" sldId="2147483651"/>
              <ac:spMk id="44" creationId="{F503CC8C-61AD-4DAB-B26E-509EA44669D4}"/>
            </ac:spMkLst>
          </pc:spChg>
          <pc:spChg chg="mod">
            <ac:chgData name="Anna Bianchi" userId="1dd43a41-4e4c-4b62-897c-c402d57a5e85" providerId="ADAL" clId="{8EFBC750-5E01-4228-9E81-CADABFDF27DE}" dt="2024-10-29T11:52:09.434" v="814" actId="207"/>
            <ac:spMkLst>
              <pc:docMk/>
              <pc:sldMasterMk cId="3223999130" sldId="2147483648"/>
              <pc:sldLayoutMk cId="682737243" sldId="2147483651"/>
              <ac:spMk id="45" creationId="{8BB58BBD-BF4B-44A6-A2C8-AF1BE81D516E}"/>
            </ac:spMkLst>
          </pc:spChg>
        </pc:sldLayoutChg>
        <pc:sldLayoutChg chg="addSp delSp modSp mod">
          <pc:chgData name="Anna Bianchi" userId="1dd43a41-4e4c-4b62-897c-c402d57a5e85" providerId="ADAL" clId="{8EFBC750-5E01-4228-9E81-CADABFDF27DE}" dt="2024-10-29T12:51:59.434" v="1143" actId="2711"/>
          <pc:sldLayoutMkLst>
            <pc:docMk/>
            <pc:sldMasterMk cId="3223999130" sldId="2147483648"/>
            <pc:sldLayoutMk cId="3966819956" sldId="2147483653"/>
          </pc:sldLayoutMkLst>
          <pc:spChg chg="mod">
            <ac:chgData name="Anna Bianchi" userId="1dd43a41-4e4c-4b62-897c-c402d57a5e85" providerId="ADAL" clId="{8EFBC750-5E01-4228-9E81-CADABFDF27DE}" dt="2024-10-29T11:54:49.228" v="890" actId="20577"/>
            <ac:spMkLst>
              <pc:docMk/>
              <pc:sldMasterMk cId="3223999130" sldId="2147483648"/>
              <pc:sldLayoutMk cId="3966819956" sldId="2147483653"/>
              <ac:spMk id="2" creationId="{199AD403-A15F-4A2F-B050-AB874136E732}"/>
            </ac:spMkLst>
          </pc:spChg>
          <pc:spChg chg="mod">
            <ac:chgData name="Anna Bianchi" userId="1dd43a41-4e4c-4b62-897c-c402d57a5e85" providerId="ADAL" clId="{8EFBC750-5E01-4228-9E81-CADABFDF27DE}" dt="2024-10-29T11:54:29.178" v="884" actId="1036"/>
            <ac:spMkLst>
              <pc:docMk/>
              <pc:sldMasterMk cId="3223999130" sldId="2147483648"/>
              <pc:sldLayoutMk cId="3966819956" sldId="2147483653"/>
              <ac:spMk id="12" creationId="{21FF5BCF-BC53-4C3F-8B7F-7077B35ADCA8}"/>
            </ac:spMkLst>
          </pc:spChg>
          <pc:spChg chg="add mod">
            <ac:chgData name="Anna Bianchi" userId="1dd43a41-4e4c-4b62-897c-c402d57a5e85" providerId="ADAL" clId="{8EFBC750-5E01-4228-9E81-CADABFDF27DE}" dt="2024-10-29T12:45:03.947" v="984" actId="1076"/>
            <ac:spMkLst>
              <pc:docMk/>
              <pc:sldMasterMk cId="3223999130" sldId="2147483648"/>
              <pc:sldLayoutMk cId="3966819956" sldId="2147483653"/>
              <ac:spMk id="13" creationId="{CE599211-9659-75D0-2A6A-D297BB9E85FC}"/>
            </ac:spMkLst>
          </pc:spChg>
          <pc:spChg chg="mod">
            <ac:chgData name="Anna Bianchi" userId="1dd43a41-4e4c-4b62-897c-c402d57a5e85" providerId="ADAL" clId="{8EFBC750-5E01-4228-9E81-CADABFDF27DE}" dt="2024-10-29T11:45:01.743" v="660" actId="14100"/>
            <ac:spMkLst>
              <pc:docMk/>
              <pc:sldMasterMk cId="3223999130" sldId="2147483648"/>
              <pc:sldLayoutMk cId="3966819956" sldId="2147483653"/>
              <ac:spMk id="21" creationId="{8C7B70A1-A813-470C-A829-7CC44559C94F}"/>
            </ac:spMkLst>
          </pc:spChg>
          <pc:spChg chg="mod">
            <ac:chgData name="Anna Bianchi" userId="1dd43a41-4e4c-4b62-897c-c402d57a5e85" providerId="ADAL" clId="{8EFBC750-5E01-4228-9E81-CADABFDF27DE}" dt="2024-10-29T12:51:59.434" v="1143" actId="2711"/>
            <ac:spMkLst>
              <pc:docMk/>
              <pc:sldMasterMk cId="3223999130" sldId="2147483648"/>
              <pc:sldLayoutMk cId="3966819956" sldId="2147483653"/>
              <ac:spMk id="23" creationId="{5BB088E3-63C1-423F-A939-150B8E1F87A7}"/>
            </ac:spMkLst>
          </pc:spChg>
          <pc:spChg chg="mod">
            <ac:chgData name="Anna Bianchi" userId="1dd43a41-4e4c-4b62-897c-c402d57a5e85" providerId="ADAL" clId="{8EFBC750-5E01-4228-9E81-CADABFDF27DE}" dt="2024-10-29T12:44:02.312" v="945" actId="207"/>
            <ac:spMkLst>
              <pc:docMk/>
              <pc:sldMasterMk cId="3223999130" sldId="2147483648"/>
              <pc:sldLayoutMk cId="3966819956" sldId="2147483653"/>
              <ac:spMk id="28" creationId="{87A7AFAC-3F6D-48D1-A100-148792529BC6}"/>
            </ac:spMkLst>
          </pc:spChg>
          <pc:spChg chg="mod">
            <ac:chgData name="Anna Bianchi" userId="1dd43a41-4e4c-4b62-897c-c402d57a5e85" providerId="ADAL" clId="{8EFBC750-5E01-4228-9E81-CADABFDF27DE}" dt="2024-10-29T12:44:58.163" v="983" actId="1076"/>
            <ac:spMkLst>
              <pc:docMk/>
              <pc:sldMasterMk cId="3223999130" sldId="2147483648"/>
              <pc:sldLayoutMk cId="3966819956" sldId="2147483653"/>
              <ac:spMk id="29" creationId="{81A4F88F-4E35-4BB3-AD24-CAC580C12F96}"/>
            </ac:spMkLst>
          </pc:spChg>
          <pc:spChg chg="mod">
            <ac:chgData name="Anna Bianchi" userId="1dd43a41-4e4c-4b62-897c-c402d57a5e85" providerId="ADAL" clId="{8EFBC750-5E01-4228-9E81-CADABFDF27DE}" dt="2024-10-29T12:44:55.709" v="981" actId="1076"/>
            <ac:spMkLst>
              <pc:docMk/>
              <pc:sldMasterMk cId="3223999130" sldId="2147483648"/>
              <pc:sldLayoutMk cId="3966819956" sldId="2147483653"/>
              <ac:spMk id="30" creationId="{592CE00E-F2AB-4099-8BB8-F109C4F2EFDB}"/>
            </ac:spMkLst>
          </pc:spChg>
          <pc:spChg chg="mod">
            <ac:chgData name="Anna Bianchi" userId="1dd43a41-4e4c-4b62-897c-c402d57a5e85" providerId="ADAL" clId="{8EFBC750-5E01-4228-9E81-CADABFDF27DE}" dt="2024-10-29T11:50:12.121" v="739" actId="208"/>
            <ac:spMkLst>
              <pc:docMk/>
              <pc:sldMasterMk cId="3223999130" sldId="2147483648"/>
              <pc:sldLayoutMk cId="3966819956" sldId="2147483653"/>
              <ac:spMk id="32" creationId="{B0920EEC-7CE3-4708-93D2-53699D17E5E3}"/>
            </ac:spMkLst>
          </pc:spChg>
          <pc:spChg chg="mod">
            <ac:chgData name="Anna Bianchi" userId="1dd43a41-4e4c-4b62-897c-c402d57a5e85" providerId="ADAL" clId="{8EFBC750-5E01-4228-9E81-CADABFDF27DE}" dt="2024-10-29T11:50:15.465" v="740" actId="208"/>
            <ac:spMkLst>
              <pc:docMk/>
              <pc:sldMasterMk cId="3223999130" sldId="2147483648"/>
              <pc:sldLayoutMk cId="3966819956" sldId="2147483653"/>
              <ac:spMk id="33" creationId="{2DF8B751-9294-46D5-B390-5D322195540F}"/>
            </ac:spMkLst>
          </pc:spChg>
          <pc:spChg chg="mod">
            <ac:chgData name="Anna Bianchi" userId="1dd43a41-4e4c-4b62-897c-c402d57a5e85" providerId="ADAL" clId="{8EFBC750-5E01-4228-9E81-CADABFDF27DE}" dt="2024-10-29T11:55:02.194" v="892" actId="1076"/>
            <ac:spMkLst>
              <pc:docMk/>
              <pc:sldMasterMk cId="3223999130" sldId="2147483648"/>
              <pc:sldLayoutMk cId="3966819956" sldId="2147483653"/>
              <ac:spMk id="36" creationId="{2A3D73F7-77EC-4576-B541-20C032F462DC}"/>
            </ac:spMkLst>
          </pc:spChg>
          <pc:spChg chg="mod">
            <ac:chgData name="Anna Bianchi" userId="1dd43a41-4e4c-4b62-897c-c402d57a5e85" providerId="ADAL" clId="{8EFBC750-5E01-4228-9E81-CADABFDF27DE}" dt="2024-10-29T11:54:59.536" v="891" actId="1076"/>
            <ac:spMkLst>
              <pc:docMk/>
              <pc:sldMasterMk cId="3223999130" sldId="2147483648"/>
              <pc:sldLayoutMk cId="3966819956" sldId="2147483653"/>
              <ac:spMk id="40" creationId="{9F75ED2D-7077-4753-B623-4B9A718EB224}"/>
            </ac:spMkLst>
          </pc:spChg>
          <pc:picChg chg="add del mod">
            <ac:chgData name="Anna Bianchi" userId="1dd43a41-4e4c-4b62-897c-c402d57a5e85" providerId="ADAL" clId="{8EFBC750-5E01-4228-9E81-CADABFDF27DE}" dt="2024-10-29T11:44:53.659" v="658" actId="478"/>
            <ac:picMkLst>
              <pc:docMk/>
              <pc:sldMasterMk cId="3223999130" sldId="2147483648"/>
              <pc:sldLayoutMk cId="3966819956" sldId="2147483653"/>
              <ac:picMk id="5" creationId="{6525148F-E4A0-AE22-282B-78C618ADF129}"/>
            </ac:picMkLst>
          </pc:picChg>
          <pc:picChg chg="add del mod">
            <ac:chgData name="Anna Bianchi" userId="1dd43a41-4e4c-4b62-897c-c402d57a5e85" providerId="ADAL" clId="{8EFBC750-5E01-4228-9E81-CADABFDF27DE}" dt="2024-10-29T11:45:25.887" v="668" actId="478"/>
            <ac:picMkLst>
              <pc:docMk/>
              <pc:sldMasterMk cId="3223999130" sldId="2147483648"/>
              <pc:sldLayoutMk cId="3966819956" sldId="2147483653"/>
              <ac:picMk id="7" creationId="{3C04906D-B384-C123-E095-28CB1840B967}"/>
            </ac:picMkLst>
          </pc:picChg>
          <pc:picChg chg="add del mod">
            <ac:chgData name="Anna Bianchi" userId="1dd43a41-4e4c-4b62-897c-c402d57a5e85" providerId="ADAL" clId="{8EFBC750-5E01-4228-9E81-CADABFDF27DE}" dt="2024-10-29T11:45:53.501" v="676" actId="478"/>
            <ac:picMkLst>
              <pc:docMk/>
              <pc:sldMasterMk cId="3223999130" sldId="2147483648"/>
              <pc:sldLayoutMk cId="3966819956" sldId="2147483653"/>
              <ac:picMk id="9" creationId="{FF5F6417-47B0-F79E-54B9-6A14B1ABE318}"/>
            </ac:picMkLst>
          </pc:picChg>
          <pc:picChg chg="add del mod">
            <ac:chgData name="Anna Bianchi" userId="1dd43a41-4e4c-4b62-897c-c402d57a5e85" providerId="ADAL" clId="{8EFBC750-5E01-4228-9E81-CADABFDF27DE}" dt="2024-10-29T11:47:15.265" v="692" actId="478"/>
            <ac:picMkLst>
              <pc:docMk/>
              <pc:sldMasterMk cId="3223999130" sldId="2147483648"/>
              <pc:sldLayoutMk cId="3966819956" sldId="2147483653"/>
              <ac:picMk id="11" creationId="{6ECFF956-0FF7-4D0E-E33C-1F44F260B325}"/>
            </ac:picMkLst>
          </pc:picChg>
        </pc:sldLayoutChg>
        <pc:sldLayoutChg chg="addSp delSp modSp mod">
          <pc:chgData name="Anna Bianchi" userId="1dd43a41-4e4c-4b62-897c-c402d57a5e85" providerId="ADAL" clId="{8EFBC750-5E01-4228-9E81-CADABFDF27DE}" dt="2024-10-29T11:53:42.983" v="858" actId="207"/>
          <pc:sldLayoutMkLst>
            <pc:docMk/>
            <pc:sldMasterMk cId="3223999130" sldId="2147483648"/>
            <pc:sldLayoutMk cId="1159374815" sldId="2147483665"/>
          </pc:sldLayoutMkLst>
          <pc:spChg chg="mod">
            <ac:chgData name="Anna Bianchi" userId="1dd43a41-4e4c-4b62-897c-c402d57a5e85" providerId="ADAL" clId="{8EFBC750-5E01-4228-9E81-CADABFDF27DE}" dt="2024-10-29T11:53:23.442" v="855" actId="207"/>
            <ac:spMkLst>
              <pc:docMk/>
              <pc:sldMasterMk cId="3223999130" sldId="2147483648"/>
              <pc:sldLayoutMk cId="1159374815" sldId="2147483665"/>
              <ac:spMk id="2" creationId="{199AD403-A15F-4A2F-B050-AB874136E732}"/>
            </ac:spMkLst>
          </pc:spChg>
          <pc:spChg chg="mod">
            <ac:chgData name="Anna Bianchi" userId="1dd43a41-4e4c-4b62-897c-c402d57a5e85" providerId="ADAL" clId="{8EFBC750-5E01-4228-9E81-CADABFDF27DE}" dt="2024-10-29T11:53:09.875" v="853" actId="207"/>
            <ac:spMkLst>
              <pc:docMk/>
              <pc:sldMasterMk cId="3223999130" sldId="2147483648"/>
              <pc:sldLayoutMk cId="1159374815" sldId="2147483665"/>
              <ac:spMk id="3" creationId="{7E62A657-0B76-4081-A698-3C47F1AFC78E}"/>
            </ac:spMkLst>
          </pc:spChg>
          <pc:spChg chg="add mod">
            <ac:chgData name="Anna Bianchi" userId="1dd43a41-4e4c-4b62-897c-c402d57a5e85" providerId="ADAL" clId="{8EFBC750-5E01-4228-9E81-CADABFDF27DE}" dt="2024-10-29T11:52:48.933" v="823"/>
            <ac:spMkLst>
              <pc:docMk/>
              <pc:sldMasterMk cId="3223999130" sldId="2147483648"/>
              <pc:sldLayoutMk cId="1159374815" sldId="2147483665"/>
              <ac:spMk id="5" creationId="{22D896A5-EF11-2B7B-6A96-5050BC41CFAE}"/>
            </ac:spMkLst>
          </pc:spChg>
          <pc:spChg chg="add mod">
            <ac:chgData name="Anna Bianchi" userId="1dd43a41-4e4c-4b62-897c-c402d57a5e85" providerId="ADAL" clId="{8EFBC750-5E01-4228-9E81-CADABFDF27DE}" dt="2024-10-29T11:52:48.933" v="823"/>
            <ac:spMkLst>
              <pc:docMk/>
              <pc:sldMasterMk cId="3223999130" sldId="2147483648"/>
              <pc:sldLayoutMk cId="1159374815" sldId="2147483665"/>
              <ac:spMk id="6" creationId="{26F85A5B-B8FA-DB8B-E189-B32A51B98CFE}"/>
            </ac:spMkLst>
          </pc:spChg>
          <pc:spChg chg="add mod">
            <ac:chgData name="Anna Bianchi" userId="1dd43a41-4e4c-4b62-897c-c402d57a5e85" providerId="ADAL" clId="{8EFBC750-5E01-4228-9E81-CADABFDF27DE}" dt="2024-10-29T11:52:48.933" v="823"/>
            <ac:spMkLst>
              <pc:docMk/>
              <pc:sldMasterMk cId="3223999130" sldId="2147483648"/>
              <pc:sldLayoutMk cId="1159374815" sldId="2147483665"/>
              <ac:spMk id="7" creationId="{1DF67C34-7B76-6442-46FD-8181948515FC}"/>
            </ac:spMkLst>
          </pc:spChg>
          <pc:spChg chg="add mod">
            <ac:chgData name="Anna Bianchi" userId="1dd43a41-4e4c-4b62-897c-c402d57a5e85" providerId="ADAL" clId="{8EFBC750-5E01-4228-9E81-CADABFDF27DE}" dt="2024-10-29T11:52:48.933" v="823"/>
            <ac:spMkLst>
              <pc:docMk/>
              <pc:sldMasterMk cId="3223999130" sldId="2147483648"/>
              <pc:sldLayoutMk cId="1159374815" sldId="2147483665"/>
              <ac:spMk id="8" creationId="{6B7E38F9-50F6-DE62-5527-20B6B01375F4}"/>
            </ac:spMkLst>
          </pc:spChg>
          <pc:spChg chg="add mod">
            <ac:chgData name="Anna Bianchi" userId="1dd43a41-4e4c-4b62-897c-c402d57a5e85" providerId="ADAL" clId="{8EFBC750-5E01-4228-9E81-CADABFDF27DE}" dt="2024-10-29T11:52:48.933" v="823"/>
            <ac:spMkLst>
              <pc:docMk/>
              <pc:sldMasterMk cId="3223999130" sldId="2147483648"/>
              <pc:sldLayoutMk cId="1159374815" sldId="2147483665"/>
              <ac:spMk id="9" creationId="{52C66DC0-843E-2EEA-2BFD-E351DCA5A52E}"/>
            </ac:spMkLst>
          </pc:spChg>
          <pc:spChg chg="del mod">
            <ac:chgData name="Anna Bianchi" userId="1dd43a41-4e4c-4b62-897c-c402d57a5e85" providerId="ADAL" clId="{8EFBC750-5E01-4228-9E81-CADABFDF27DE}" dt="2024-10-29T11:52:47.355" v="821" actId="478"/>
            <ac:spMkLst>
              <pc:docMk/>
              <pc:sldMasterMk cId="3223999130" sldId="2147483648"/>
              <pc:sldLayoutMk cId="1159374815" sldId="2147483665"/>
              <ac:spMk id="12" creationId="{F9E3EED1-7BB3-4B75-BCA9-1C1223740B3C}"/>
            </ac:spMkLst>
          </pc:spChg>
          <pc:spChg chg="del mod">
            <ac:chgData name="Anna Bianchi" userId="1dd43a41-4e4c-4b62-897c-c402d57a5e85" providerId="ADAL" clId="{8EFBC750-5E01-4228-9E81-CADABFDF27DE}" dt="2024-10-29T11:52:47.808" v="822" actId="478"/>
            <ac:spMkLst>
              <pc:docMk/>
              <pc:sldMasterMk cId="3223999130" sldId="2147483648"/>
              <pc:sldLayoutMk cId="1159374815" sldId="2147483665"/>
              <ac:spMk id="16" creationId="{29016A5F-A55B-4605-B66C-5C6E2BF4919F}"/>
            </ac:spMkLst>
          </pc:spChg>
          <pc:spChg chg="mod">
            <ac:chgData name="Anna Bianchi" userId="1dd43a41-4e4c-4b62-897c-c402d57a5e85" providerId="ADAL" clId="{8EFBC750-5E01-4228-9E81-CADABFDF27DE}" dt="2024-10-29T11:53:38.400" v="857" actId="207"/>
            <ac:spMkLst>
              <pc:docMk/>
              <pc:sldMasterMk cId="3223999130" sldId="2147483648"/>
              <pc:sldLayoutMk cId="1159374815" sldId="2147483665"/>
              <ac:spMk id="19" creationId="{9DBE4B29-4897-4A3A-B883-A887BCDA3718}"/>
            </ac:spMkLst>
          </pc:spChg>
          <pc:spChg chg="del mod">
            <ac:chgData name="Anna Bianchi" userId="1dd43a41-4e4c-4b62-897c-c402d57a5e85" providerId="ADAL" clId="{8EFBC750-5E01-4228-9E81-CADABFDF27DE}" dt="2024-10-29T11:53:27.559" v="856" actId="478"/>
            <ac:spMkLst>
              <pc:docMk/>
              <pc:sldMasterMk cId="3223999130" sldId="2147483648"/>
              <pc:sldLayoutMk cId="1159374815" sldId="2147483665"/>
              <ac:spMk id="22" creationId="{71BBF4E8-67FF-4A65-9EC1-AE832CEBE85D}"/>
            </ac:spMkLst>
          </pc:spChg>
          <pc:spChg chg="mod">
            <ac:chgData name="Anna Bianchi" userId="1dd43a41-4e4c-4b62-897c-c402d57a5e85" providerId="ADAL" clId="{8EFBC750-5E01-4228-9E81-CADABFDF27DE}" dt="2024-10-29T11:53:42.983" v="858" actId="207"/>
            <ac:spMkLst>
              <pc:docMk/>
              <pc:sldMasterMk cId="3223999130" sldId="2147483648"/>
              <pc:sldLayoutMk cId="1159374815" sldId="2147483665"/>
              <ac:spMk id="23" creationId="{5BB088E3-63C1-423F-A939-150B8E1F87A7}"/>
            </ac:spMkLst>
          </pc:spChg>
          <pc:spChg chg="del mod">
            <ac:chgData name="Anna Bianchi" userId="1dd43a41-4e4c-4b62-897c-c402d57a5e85" providerId="ADAL" clId="{8EFBC750-5E01-4228-9E81-CADABFDF27DE}" dt="2024-10-29T11:52:45.714" v="819" actId="478"/>
            <ac:spMkLst>
              <pc:docMk/>
              <pc:sldMasterMk cId="3223999130" sldId="2147483648"/>
              <pc:sldLayoutMk cId="1159374815" sldId="2147483665"/>
              <ac:spMk id="25" creationId="{C51D0359-A547-4B21-8850-06B9F1CDF9CE}"/>
            </ac:spMkLst>
          </pc:spChg>
          <pc:spChg chg="del">
            <ac:chgData name="Anna Bianchi" userId="1dd43a41-4e4c-4b62-897c-c402d57a5e85" providerId="ADAL" clId="{8EFBC750-5E01-4228-9E81-CADABFDF27DE}" dt="2024-10-29T11:52:46.527" v="820" actId="478"/>
            <ac:spMkLst>
              <pc:docMk/>
              <pc:sldMasterMk cId="3223999130" sldId="2147483648"/>
              <pc:sldLayoutMk cId="1159374815" sldId="2147483665"/>
              <ac:spMk id="26" creationId="{3C229411-48AD-4A50-B02E-041030F18963}"/>
            </ac:spMkLst>
          </pc:spChg>
        </pc:sldLayoutChg>
        <pc:sldLayoutChg chg="addSp delSp modSp mod ord">
          <pc:chgData name="Anna Bianchi" userId="1dd43a41-4e4c-4b62-897c-c402d57a5e85" providerId="ADAL" clId="{8EFBC750-5E01-4228-9E81-CADABFDF27DE}" dt="2024-11-15T09:41:23.914" v="8554" actId="1037"/>
          <pc:sldLayoutMkLst>
            <pc:docMk/>
            <pc:sldMasterMk cId="3223999130" sldId="2147483648"/>
            <pc:sldLayoutMk cId="1097616721" sldId="2147483666"/>
          </pc:sldLayoutMkLst>
          <pc:spChg chg="del">
            <ac:chgData name="Anna Bianchi" userId="1dd43a41-4e4c-4b62-897c-c402d57a5e85" providerId="ADAL" clId="{8EFBC750-5E01-4228-9E81-CADABFDF27DE}" dt="2024-10-29T12:45:50.873" v="988" actId="478"/>
            <ac:spMkLst>
              <pc:docMk/>
              <pc:sldMasterMk cId="3223999130" sldId="2147483648"/>
              <pc:sldLayoutMk cId="1097616721" sldId="2147483666"/>
              <ac:spMk id="2" creationId="{199AD403-A15F-4A2F-B050-AB874136E732}"/>
            </ac:spMkLst>
          </pc:spChg>
          <pc:spChg chg="add mod">
            <ac:chgData name="Anna Bianchi" userId="1dd43a41-4e4c-4b62-897c-c402d57a5e85" providerId="ADAL" clId="{8EFBC750-5E01-4228-9E81-CADABFDF27DE}" dt="2024-10-29T12:45:51.201" v="989"/>
            <ac:spMkLst>
              <pc:docMk/>
              <pc:sldMasterMk cId="3223999130" sldId="2147483648"/>
              <pc:sldLayoutMk cId="1097616721" sldId="2147483666"/>
              <ac:spMk id="4" creationId="{14850568-8B9D-A3D6-643D-45CB103B7386}"/>
            </ac:spMkLst>
          </pc:spChg>
          <pc:spChg chg="add mod">
            <ac:chgData name="Anna Bianchi" userId="1dd43a41-4e4c-4b62-897c-c402d57a5e85" providerId="ADAL" clId="{8EFBC750-5E01-4228-9E81-CADABFDF27DE}" dt="2024-10-29T12:46:17.613" v="992" actId="1076"/>
            <ac:spMkLst>
              <pc:docMk/>
              <pc:sldMasterMk cId="3223999130" sldId="2147483648"/>
              <pc:sldLayoutMk cId="1097616721" sldId="2147483666"/>
              <ac:spMk id="5" creationId="{8CE37A73-37C3-CF86-B2D2-23D26B2F0F96}"/>
            </ac:spMkLst>
          </pc:spChg>
          <pc:spChg chg="add mod">
            <ac:chgData name="Anna Bianchi" userId="1dd43a41-4e4c-4b62-897c-c402d57a5e85" providerId="ADAL" clId="{8EFBC750-5E01-4228-9E81-CADABFDF27DE}" dt="2024-10-29T12:46:20.304" v="993" actId="1076"/>
            <ac:spMkLst>
              <pc:docMk/>
              <pc:sldMasterMk cId="3223999130" sldId="2147483648"/>
              <pc:sldLayoutMk cId="1097616721" sldId="2147483666"/>
              <ac:spMk id="6" creationId="{32C97B24-160E-EFD4-C0E7-FA0695F837ED}"/>
            </ac:spMkLst>
          </pc:spChg>
          <pc:spChg chg="del">
            <ac:chgData name="Anna Bianchi" userId="1dd43a41-4e4c-4b62-897c-c402d57a5e85" providerId="ADAL" clId="{8EFBC750-5E01-4228-9E81-CADABFDF27DE}" dt="2024-10-29T12:46:00.113" v="991" actId="478"/>
            <ac:spMkLst>
              <pc:docMk/>
              <pc:sldMasterMk cId="3223999130" sldId="2147483648"/>
              <pc:sldLayoutMk cId="1097616721" sldId="2147483666"/>
              <ac:spMk id="36" creationId="{2A3D73F7-77EC-4576-B541-20C032F462DC}"/>
            </ac:spMkLst>
          </pc:spChg>
          <pc:spChg chg="mod">
            <ac:chgData name="Anna Bianchi" userId="1dd43a41-4e4c-4b62-897c-c402d57a5e85" providerId="ADAL" clId="{8EFBC750-5E01-4228-9E81-CADABFDF27DE}" dt="2024-11-15T09:41:23.914" v="8554" actId="1037"/>
            <ac:spMkLst>
              <pc:docMk/>
              <pc:sldMasterMk cId="3223999130" sldId="2147483648"/>
              <pc:sldLayoutMk cId="1097616721" sldId="2147483666"/>
              <ac:spMk id="40" creationId="{9F75ED2D-7077-4753-B623-4B9A718EB224}"/>
            </ac:spMkLst>
          </pc:spChg>
        </pc:sldLayoutChg>
        <pc:sldLayoutChg chg="modSp mod">
          <pc:chgData name="Anna Bianchi" userId="1dd43a41-4e4c-4b62-897c-c402d57a5e85" providerId="ADAL" clId="{8EFBC750-5E01-4228-9E81-CADABFDF27DE}" dt="2024-10-29T12:51:36.070" v="1139" actId="2711"/>
          <pc:sldLayoutMkLst>
            <pc:docMk/>
            <pc:sldMasterMk cId="3223999130" sldId="2147483648"/>
            <pc:sldLayoutMk cId="1971461471" sldId="2147483667"/>
          </pc:sldLayoutMkLst>
          <pc:spChg chg="mod">
            <ac:chgData name="Anna Bianchi" userId="1dd43a41-4e4c-4b62-897c-c402d57a5e85" providerId="ADAL" clId="{8EFBC750-5E01-4228-9E81-CADABFDF27DE}" dt="2024-10-29T12:50:37.453" v="1132" actId="207"/>
            <ac:spMkLst>
              <pc:docMk/>
              <pc:sldMasterMk cId="3223999130" sldId="2147483648"/>
              <pc:sldLayoutMk cId="1971461471" sldId="2147483667"/>
              <ac:spMk id="2" creationId="{199AD403-A15F-4A2F-B050-AB874136E732}"/>
            </ac:spMkLst>
          </pc:spChg>
          <pc:spChg chg="mod">
            <ac:chgData name="Anna Bianchi" userId="1dd43a41-4e4c-4b62-897c-c402d57a5e85" providerId="ADAL" clId="{8EFBC750-5E01-4228-9E81-CADABFDF27DE}" dt="2024-10-29T12:49:43.434" v="1103" actId="207"/>
            <ac:spMkLst>
              <pc:docMk/>
              <pc:sldMasterMk cId="3223999130" sldId="2147483648"/>
              <pc:sldLayoutMk cId="1971461471" sldId="2147483667"/>
              <ac:spMk id="3" creationId="{7E62A657-0B76-4081-A698-3C47F1AFC78E}"/>
            </ac:spMkLst>
          </pc:spChg>
          <pc:spChg chg="mod">
            <ac:chgData name="Anna Bianchi" userId="1dd43a41-4e4c-4b62-897c-c402d57a5e85" providerId="ADAL" clId="{8EFBC750-5E01-4228-9E81-CADABFDF27DE}" dt="2024-10-29T12:49:37.634" v="1101" actId="207"/>
            <ac:spMkLst>
              <pc:docMk/>
              <pc:sldMasterMk cId="3223999130" sldId="2147483648"/>
              <pc:sldLayoutMk cId="1971461471" sldId="2147483667"/>
              <ac:spMk id="12" creationId="{F9E3EED1-7BB3-4B75-BCA9-1C1223740B3C}"/>
            </ac:spMkLst>
          </pc:spChg>
          <pc:spChg chg="mod">
            <ac:chgData name="Anna Bianchi" userId="1dd43a41-4e4c-4b62-897c-c402d57a5e85" providerId="ADAL" clId="{8EFBC750-5E01-4228-9E81-CADABFDF27DE}" dt="2024-10-29T12:49:34.710" v="1100" actId="207"/>
            <ac:spMkLst>
              <pc:docMk/>
              <pc:sldMasterMk cId="3223999130" sldId="2147483648"/>
              <pc:sldLayoutMk cId="1971461471" sldId="2147483667"/>
              <ac:spMk id="16" creationId="{29016A5F-A55B-4605-B66C-5C6E2BF4919F}"/>
            </ac:spMkLst>
          </pc:spChg>
          <pc:spChg chg="mod">
            <ac:chgData name="Anna Bianchi" userId="1dd43a41-4e4c-4b62-897c-c402d57a5e85" providerId="ADAL" clId="{8EFBC750-5E01-4228-9E81-CADABFDF27DE}" dt="2024-10-29T12:51:36.070" v="1139" actId="2711"/>
            <ac:spMkLst>
              <pc:docMk/>
              <pc:sldMasterMk cId="3223999130" sldId="2147483648"/>
              <pc:sldLayoutMk cId="1971461471" sldId="2147483667"/>
              <ac:spMk id="19" creationId="{9DBE4B29-4897-4A3A-B883-A887BCDA3718}"/>
            </ac:spMkLst>
          </pc:spChg>
          <pc:spChg chg="mod">
            <ac:chgData name="Anna Bianchi" userId="1dd43a41-4e4c-4b62-897c-c402d57a5e85" providerId="ADAL" clId="{8EFBC750-5E01-4228-9E81-CADABFDF27DE}" dt="2024-10-29T12:51:36.070" v="1139" actId="2711"/>
            <ac:spMkLst>
              <pc:docMk/>
              <pc:sldMasterMk cId="3223999130" sldId="2147483648"/>
              <pc:sldLayoutMk cId="1971461471" sldId="2147483667"/>
              <ac:spMk id="22" creationId="{71BBF4E8-67FF-4A65-9EC1-AE832CEBE85D}"/>
            </ac:spMkLst>
          </pc:spChg>
          <pc:spChg chg="mod">
            <ac:chgData name="Anna Bianchi" userId="1dd43a41-4e4c-4b62-897c-c402d57a5e85" providerId="ADAL" clId="{8EFBC750-5E01-4228-9E81-CADABFDF27DE}" dt="2024-10-29T12:51:36.070" v="1139" actId="2711"/>
            <ac:spMkLst>
              <pc:docMk/>
              <pc:sldMasterMk cId="3223999130" sldId="2147483648"/>
              <pc:sldLayoutMk cId="1971461471" sldId="2147483667"/>
              <ac:spMk id="23" creationId="{5BB088E3-63C1-423F-A939-150B8E1F87A7}"/>
            </ac:spMkLst>
          </pc:spChg>
          <pc:spChg chg="mod">
            <ac:chgData name="Anna Bianchi" userId="1dd43a41-4e4c-4b62-897c-c402d57a5e85" providerId="ADAL" clId="{8EFBC750-5E01-4228-9E81-CADABFDF27DE}" dt="2024-10-29T12:49:31.032" v="1099" actId="207"/>
            <ac:spMkLst>
              <pc:docMk/>
              <pc:sldMasterMk cId="3223999130" sldId="2147483648"/>
              <pc:sldLayoutMk cId="1971461471" sldId="2147483667"/>
              <ac:spMk id="25" creationId="{C51D0359-A547-4B21-8850-06B9F1CDF9CE}"/>
            </ac:spMkLst>
          </pc:spChg>
        </pc:sldLayoutChg>
        <pc:sldLayoutChg chg="delSp mod">
          <pc:chgData name="Anna Bianchi" userId="1dd43a41-4e4c-4b62-897c-c402d57a5e85" providerId="ADAL" clId="{8EFBC750-5E01-4228-9E81-CADABFDF27DE}" dt="2024-11-16T15:28:25.984" v="8904" actId="478"/>
          <pc:sldLayoutMkLst>
            <pc:docMk/>
            <pc:sldMasterMk cId="3223999130" sldId="2147483648"/>
            <pc:sldLayoutMk cId="3755573931" sldId="2147483669"/>
          </pc:sldLayoutMkLst>
          <pc:spChg chg="del">
            <ac:chgData name="Anna Bianchi" userId="1dd43a41-4e4c-4b62-897c-c402d57a5e85" providerId="ADAL" clId="{8EFBC750-5E01-4228-9E81-CADABFDF27DE}" dt="2024-11-16T15:28:20.946" v="8902" actId="478"/>
            <ac:spMkLst>
              <pc:docMk/>
              <pc:sldMasterMk cId="3223999130" sldId="2147483648"/>
              <pc:sldLayoutMk cId="3755573931" sldId="2147483669"/>
              <ac:spMk id="2" creationId="{BE5E9922-FDF3-8965-E850-683B2C99CC77}"/>
            </ac:spMkLst>
          </pc:spChg>
          <pc:spChg chg="del">
            <ac:chgData name="Anna Bianchi" userId="1dd43a41-4e4c-4b62-897c-c402d57a5e85" providerId="ADAL" clId="{8EFBC750-5E01-4228-9E81-CADABFDF27DE}" dt="2024-11-16T15:28:25.984" v="8904" actId="478"/>
            <ac:spMkLst>
              <pc:docMk/>
              <pc:sldMasterMk cId="3223999130" sldId="2147483648"/>
              <pc:sldLayoutMk cId="3755573931" sldId="2147483669"/>
              <ac:spMk id="3" creationId="{6370D2BB-EEAE-9E29-EB36-33FFD2F4C589}"/>
            </ac:spMkLst>
          </pc:spChg>
          <pc:spChg chg="del">
            <ac:chgData name="Anna Bianchi" userId="1dd43a41-4e4c-4b62-897c-c402d57a5e85" providerId="ADAL" clId="{8EFBC750-5E01-4228-9E81-CADABFDF27DE}" dt="2024-11-16T15:28:23.638" v="8903" actId="478"/>
            <ac:spMkLst>
              <pc:docMk/>
              <pc:sldMasterMk cId="3223999130" sldId="2147483648"/>
              <pc:sldLayoutMk cId="3755573931" sldId="2147483669"/>
              <ac:spMk id="4" creationId="{371C2E23-5852-DD42-0938-9073E8DB6CCB}"/>
            </ac:spMkLst>
          </pc:spChg>
        </pc:sldLayoutChg>
      </pc:sldMasterChg>
      <pc:sldMasterChg chg="new del mod addSldLayout delSldLayout">
        <pc:chgData name="Anna Bianchi" userId="1dd43a41-4e4c-4b62-897c-c402d57a5e85" providerId="ADAL" clId="{8EFBC750-5E01-4228-9E81-CADABFDF27DE}" dt="2024-11-16T15:28:16.205" v="8901" actId="6938"/>
        <pc:sldMasterMkLst>
          <pc:docMk/>
          <pc:sldMasterMk cId="838005211" sldId="2147483669"/>
        </pc:sldMasterMkLst>
        <pc:sldLayoutChg chg="new del replId">
          <pc:chgData name="Anna Bianchi" userId="1dd43a41-4e4c-4b62-897c-c402d57a5e85" providerId="ADAL" clId="{8EFBC750-5E01-4228-9E81-CADABFDF27DE}" dt="2024-11-16T15:28:16.205" v="8901" actId="6938"/>
          <pc:sldLayoutMkLst>
            <pc:docMk/>
            <pc:sldMasterMk cId="838005211" sldId="2147483669"/>
            <pc:sldLayoutMk cId="3973481018" sldId="2147483670"/>
          </pc:sldLayoutMkLst>
        </pc:sldLayoutChg>
        <pc:sldLayoutChg chg="new del replId">
          <pc:chgData name="Anna Bianchi" userId="1dd43a41-4e4c-4b62-897c-c402d57a5e85" providerId="ADAL" clId="{8EFBC750-5E01-4228-9E81-CADABFDF27DE}" dt="2024-11-16T15:28:16.205" v="8901" actId="6938"/>
          <pc:sldLayoutMkLst>
            <pc:docMk/>
            <pc:sldMasterMk cId="838005211" sldId="2147483669"/>
            <pc:sldLayoutMk cId="884696642" sldId="2147483671"/>
          </pc:sldLayoutMkLst>
        </pc:sldLayoutChg>
        <pc:sldLayoutChg chg="new del replId">
          <pc:chgData name="Anna Bianchi" userId="1dd43a41-4e4c-4b62-897c-c402d57a5e85" providerId="ADAL" clId="{8EFBC750-5E01-4228-9E81-CADABFDF27DE}" dt="2024-11-16T15:28:16.205" v="8901" actId="6938"/>
          <pc:sldLayoutMkLst>
            <pc:docMk/>
            <pc:sldMasterMk cId="838005211" sldId="2147483669"/>
            <pc:sldLayoutMk cId="1306033171" sldId="2147483672"/>
          </pc:sldLayoutMkLst>
        </pc:sldLayoutChg>
        <pc:sldLayoutChg chg="new del replId">
          <pc:chgData name="Anna Bianchi" userId="1dd43a41-4e4c-4b62-897c-c402d57a5e85" providerId="ADAL" clId="{8EFBC750-5E01-4228-9E81-CADABFDF27DE}" dt="2024-11-16T15:28:16.205" v="8901" actId="6938"/>
          <pc:sldLayoutMkLst>
            <pc:docMk/>
            <pc:sldMasterMk cId="838005211" sldId="2147483669"/>
            <pc:sldLayoutMk cId="4271563859" sldId="2147483673"/>
          </pc:sldLayoutMkLst>
        </pc:sldLayoutChg>
        <pc:sldLayoutChg chg="new del replId">
          <pc:chgData name="Anna Bianchi" userId="1dd43a41-4e4c-4b62-897c-c402d57a5e85" providerId="ADAL" clId="{8EFBC750-5E01-4228-9E81-CADABFDF27DE}" dt="2024-11-16T15:28:16.205" v="8901" actId="6938"/>
          <pc:sldLayoutMkLst>
            <pc:docMk/>
            <pc:sldMasterMk cId="838005211" sldId="2147483669"/>
            <pc:sldLayoutMk cId="565475357" sldId="2147483674"/>
          </pc:sldLayoutMkLst>
        </pc:sldLayoutChg>
        <pc:sldLayoutChg chg="new del replId">
          <pc:chgData name="Anna Bianchi" userId="1dd43a41-4e4c-4b62-897c-c402d57a5e85" providerId="ADAL" clId="{8EFBC750-5E01-4228-9E81-CADABFDF27DE}" dt="2024-11-16T15:28:16.205" v="8901" actId="6938"/>
          <pc:sldLayoutMkLst>
            <pc:docMk/>
            <pc:sldMasterMk cId="838005211" sldId="2147483669"/>
            <pc:sldLayoutMk cId="1097130741" sldId="2147483675"/>
          </pc:sldLayoutMkLst>
        </pc:sldLayoutChg>
        <pc:sldLayoutChg chg="new del replId">
          <pc:chgData name="Anna Bianchi" userId="1dd43a41-4e4c-4b62-897c-c402d57a5e85" providerId="ADAL" clId="{8EFBC750-5E01-4228-9E81-CADABFDF27DE}" dt="2024-11-16T15:28:16.205" v="8901" actId="6938"/>
          <pc:sldLayoutMkLst>
            <pc:docMk/>
            <pc:sldMasterMk cId="838005211" sldId="2147483669"/>
            <pc:sldLayoutMk cId="4161458199" sldId="2147483676"/>
          </pc:sldLayoutMkLst>
        </pc:sldLayoutChg>
        <pc:sldLayoutChg chg="new del replId">
          <pc:chgData name="Anna Bianchi" userId="1dd43a41-4e4c-4b62-897c-c402d57a5e85" providerId="ADAL" clId="{8EFBC750-5E01-4228-9E81-CADABFDF27DE}" dt="2024-11-16T15:28:16.205" v="8901" actId="6938"/>
          <pc:sldLayoutMkLst>
            <pc:docMk/>
            <pc:sldMasterMk cId="838005211" sldId="2147483669"/>
            <pc:sldLayoutMk cId="1147236046" sldId="2147483677"/>
          </pc:sldLayoutMkLst>
        </pc:sldLayoutChg>
        <pc:sldLayoutChg chg="new del replId">
          <pc:chgData name="Anna Bianchi" userId="1dd43a41-4e4c-4b62-897c-c402d57a5e85" providerId="ADAL" clId="{8EFBC750-5E01-4228-9E81-CADABFDF27DE}" dt="2024-11-16T15:28:16.205" v="8901" actId="6938"/>
          <pc:sldLayoutMkLst>
            <pc:docMk/>
            <pc:sldMasterMk cId="838005211" sldId="2147483669"/>
            <pc:sldLayoutMk cId="360904856" sldId="2147483678"/>
          </pc:sldLayoutMkLst>
        </pc:sldLayoutChg>
        <pc:sldLayoutChg chg="new del replId">
          <pc:chgData name="Anna Bianchi" userId="1dd43a41-4e4c-4b62-897c-c402d57a5e85" providerId="ADAL" clId="{8EFBC750-5E01-4228-9E81-CADABFDF27DE}" dt="2024-11-16T15:28:16.205" v="8901" actId="6938"/>
          <pc:sldLayoutMkLst>
            <pc:docMk/>
            <pc:sldMasterMk cId="838005211" sldId="2147483669"/>
            <pc:sldLayoutMk cId="646650046" sldId="2147483679"/>
          </pc:sldLayoutMkLst>
        </pc:sldLayoutChg>
        <pc:sldLayoutChg chg="new del replId">
          <pc:chgData name="Anna Bianchi" userId="1dd43a41-4e4c-4b62-897c-c402d57a5e85" providerId="ADAL" clId="{8EFBC750-5E01-4228-9E81-CADABFDF27DE}" dt="2024-11-16T15:28:16.205" v="8901" actId="6938"/>
          <pc:sldLayoutMkLst>
            <pc:docMk/>
            <pc:sldMasterMk cId="838005211" sldId="2147483669"/>
            <pc:sldLayoutMk cId="2448776820" sldId="2147483680"/>
          </pc:sldLayoutMkLst>
        </pc:sldLayoutChg>
      </pc:sldMasterChg>
    </pc:docChg>
  </pc:docChgLst>
  <pc:docChgLst>
    <pc:chgData name="Valeria Conte" userId="44ec3998-3992-4e3b-a519-d91016fe3849" providerId="ADAL" clId="{56A445FA-738B-4A7D-9E00-3A1FBE434D08}"/>
    <pc:docChg chg="undo custSel addSld delSld modSld sldOrd">
      <pc:chgData name="Valeria Conte" userId="44ec3998-3992-4e3b-a519-d91016fe3849" providerId="ADAL" clId="{56A445FA-738B-4A7D-9E00-3A1FBE434D08}" dt="2024-11-11T13:44:42.088" v="870" actId="20577"/>
      <pc:docMkLst>
        <pc:docMk/>
      </pc:docMkLst>
      <pc:sldChg chg="addSp modSp mod">
        <pc:chgData name="Valeria Conte" userId="44ec3998-3992-4e3b-a519-d91016fe3849" providerId="ADAL" clId="{56A445FA-738B-4A7D-9E00-3A1FBE434D08}" dt="2024-11-11T09:00:39.182" v="12" actId="1582"/>
        <pc:sldMkLst>
          <pc:docMk/>
          <pc:sldMk cId="2463858005" sldId="273"/>
        </pc:sldMkLst>
        <pc:spChg chg="add mod">
          <ac:chgData name="Valeria Conte" userId="44ec3998-3992-4e3b-a519-d91016fe3849" providerId="ADAL" clId="{56A445FA-738B-4A7D-9E00-3A1FBE434D08}" dt="2024-11-11T09:00:39.182" v="12" actId="1582"/>
          <ac:spMkLst>
            <pc:docMk/>
            <pc:sldMk cId="2463858005" sldId="273"/>
            <ac:spMk id="5" creationId="{36410FB6-F1C4-C37B-4271-3E36957A2560}"/>
          </ac:spMkLst>
        </pc:spChg>
      </pc:sldChg>
      <pc:sldChg chg="addSp delSp modSp mod">
        <pc:chgData name="Valeria Conte" userId="44ec3998-3992-4e3b-a519-d91016fe3849" providerId="ADAL" clId="{56A445FA-738B-4A7D-9E00-3A1FBE434D08}" dt="2024-11-11T09:14:36.177" v="30" actId="21"/>
        <pc:sldMkLst>
          <pc:docMk/>
          <pc:sldMk cId="3342166183" sldId="286"/>
        </pc:sldMkLst>
        <pc:spChg chg="add del mod">
          <ac:chgData name="Valeria Conte" userId="44ec3998-3992-4e3b-a519-d91016fe3849" providerId="ADAL" clId="{56A445FA-738B-4A7D-9E00-3A1FBE434D08}" dt="2024-11-11T09:14:36.177" v="30" actId="21"/>
          <ac:spMkLst>
            <pc:docMk/>
            <pc:sldMk cId="3342166183" sldId="286"/>
            <ac:spMk id="6" creationId="{687FE85A-4FC7-89EA-6C4D-303DA369019C}"/>
          </ac:spMkLst>
        </pc:spChg>
      </pc:sldChg>
      <pc:sldChg chg="addSp delSp modSp mod">
        <pc:chgData name="Valeria Conte" userId="44ec3998-3992-4e3b-a519-d91016fe3849" providerId="ADAL" clId="{56A445FA-738B-4A7D-9E00-3A1FBE434D08}" dt="2024-11-11T11:53:04.556" v="846"/>
        <pc:sldMkLst>
          <pc:docMk/>
          <pc:sldMk cId="4097456475" sldId="293"/>
        </pc:sldMkLst>
        <pc:spChg chg="add mod">
          <ac:chgData name="Valeria Conte" userId="44ec3998-3992-4e3b-a519-d91016fe3849" providerId="ADAL" clId="{56A445FA-738B-4A7D-9E00-3A1FBE434D08}" dt="2024-11-11T11:49:45.570" v="826" actId="1076"/>
          <ac:spMkLst>
            <pc:docMk/>
            <pc:sldMk cId="4097456475" sldId="293"/>
            <ac:spMk id="3" creationId="{DB7EE173-6566-855D-9628-7CF7CFC9A4A4}"/>
          </ac:spMkLst>
        </pc:spChg>
        <pc:spChg chg="mod">
          <ac:chgData name="Valeria Conte" userId="44ec3998-3992-4e3b-a519-d91016fe3849" providerId="ADAL" clId="{56A445FA-738B-4A7D-9E00-3A1FBE434D08}" dt="2024-11-11T11:47:45.812" v="726" actId="20577"/>
          <ac:spMkLst>
            <pc:docMk/>
            <pc:sldMk cId="4097456475" sldId="293"/>
            <ac:spMk id="4" creationId="{47917924-0A05-0AFF-42FD-717E08837BA7}"/>
          </ac:spMkLst>
        </pc:spChg>
        <pc:spChg chg="add mod">
          <ac:chgData name="Valeria Conte" userId="44ec3998-3992-4e3b-a519-d91016fe3849" providerId="ADAL" clId="{56A445FA-738B-4A7D-9E00-3A1FBE434D08}" dt="2024-11-11T11:50:50.909" v="831"/>
          <ac:spMkLst>
            <pc:docMk/>
            <pc:sldMk cId="4097456475" sldId="293"/>
            <ac:spMk id="5" creationId="{2C0DCBDD-C3BF-6352-055C-E9CB0012BFEB}"/>
          </ac:spMkLst>
        </pc:spChg>
        <pc:spChg chg="add del mod">
          <ac:chgData name="Valeria Conte" userId="44ec3998-3992-4e3b-a519-d91016fe3849" providerId="ADAL" clId="{56A445FA-738B-4A7D-9E00-3A1FBE434D08}" dt="2024-11-11T11:51:03.017" v="835" actId="478"/>
          <ac:spMkLst>
            <pc:docMk/>
            <pc:sldMk cId="4097456475" sldId="293"/>
            <ac:spMk id="7" creationId="{C573711C-0DFE-3EE2-5705-17585656205A}"/>
          </ac:spMkLst>
        </pc:spChg>
        <pc:spChg chg="mod">
          <ac:chgData name="Valeria Conte" userId="44ec3998-3992-4e3b-a519-d91016fe3849" providerId="ADAL" clId="{56A445FA-738B-4A7D-9E00-3A1FBE434D08}" dt="2024-11-11T11:47:48.834" v="727" actId="1076"/>
          <ac:spMkLst>
            <pc:docMk/>
            <pc:sldMk cId="4097456475" sldId="293"/>
            <ac:spMk id="10" creationId="{3AAD75E7-ACC3-F87B-4559-5C808FA6D835}"/>
          </ac:spMkLst>
        </pc:spChg>
        <pc:graphicFrameChg chg="add del mod ord">
          <ac:chgData name="Valeria Conte" userId="44ec3998-3992-4e3b-a519-d91016fe3849" providerId="ADAL" clId="{56A445FA-738B-4A7D-9E00-3A1FBE434D08}" dt="2024-11-11T11:53:04.556" v="846"/>
          <ac:graphicFrameMkLst>
            <pc:docMk/>
            <pc:sldMk cId="4097456475" sldId="293"/>
            <ac:graphicFrameMk id="6" creationId="{585FBB4F-7E02-3A3C-BC75-7EF8859407A6}"/>
          </ac:graphicFrameMkLst>
        </pc:graphicFrameChg>
        <pc:picChg chg="add mod">
          <ac:chgData name="Valeria Conte" userId="44ec3998-3992-4e3b-a519-d91016fe3849" providerId="ADAL" clId="{56A445FA-738B-4A7D-9E00-3A1FBE434D08}" dt="2024-11-11T11:51:47.758" v="843" actId="171"/>
          <ac:picMkLst>
            <pc:docMk/>
            <pc:sldMk cId="4097456475" sldId="293"/>
            <ac:picMk id="1026" creationId="{E5BB15E5-A4F0-8FD9-83FF-A17CDE0E9DF1}"/>
          </ac:picMkLst>
        </pc:picChg>
      </pc:sldChg>
      <pc:sldChg chg="modSp mod">
        <pc:chgData name="Valeria Conte" userId="44ec3998-3992-4e3b-a519-d91016fe3849" providerId="ADAL" clId="{56A445FA-738B-4A7D-9E00-3A1FBE434D08}" dt="2024-11-11T13:44:42.088" v="870" actId="20577"/>
        <pc:sldMkLst>
          <pc:docMk/>
          <pc:sldMk cId="695809334" sldId="295"/>
        </pc:sldMkLst>
        <pc:graphicFrameChg chg="modGraphic">
          <ac:chgData name="Valeria Conte" userId="44ec3998-3992-4e3b-a519-d91016fe3849" providerId="ADAL" clId="{56A445FA-738B-4A7D-9E00-3A1FBE434D08}" dt="2024-11-11T13:44:42.088" v="870" actId="20577"/>
          <ac:graphicFrameMkLst>
            <pc:docMk/>
            <pc:sldMk cId="695809334" sldId="295"/>
            <ac:graphicFrameMk id="2" creationId="{D0C01106-011A-E32C-B8C7-7B8F5E5F1B5C}"/>
          </ac:graphicFrameMkLst>
        </pc:graphicFrameChg>
      </pc:sldChg>
      <pc:sldChg chg="addSp delSp modSp mod modAnim">
        <pc:chgData name="Valeria Conte" userId="44ec3998-3992-4e3b-a519-d91016fe3849" providerId="ADAL" clId="{56A445FA-738B-4A7D-9E00-3A1FBE434D08}" dt="2024-11-11T11:43:44.691" v="509" actId="14100"/>
        <pc:sldMkLst>
          <pc:docMk/>
          <pc:sldMk cId="492228327" sldId="298"/>
        </pc:sldMkLst>
        <pc:spChg chg="add del mod">
          <ac:chgData name="Valeria Conte" userId="44ec3998-3992-4e3b-a519-d91016fe3849" providerId="ADAL" clId="{56A445FA-738B-4A7D-9E00-3A1FBE434D08}" dt="2024-11-11T11:16:19.727" v="186" actId="478"/>
          <ac:spMkLst>
            <pc:docMk/>
            <pc:sldMk cId="492228327" sldId="298"/>
            <ac:spMk id="2" creationId="{76ED6842-81F9-463D-E1A7-4531E4F3A324}"/>
          </ac:spMkLst>
        </pc:spChg>
        <pc:spChg chg="add mod">
          <ac:chgData name="Valeria Conte" userId="44ec3998-3992-4e3b-a519-d91016fe3849" providerId="ADAL" clId="{56A445FA-738B-4A7D-9E00-3A1FBE434D08}" dt="2024-11-11T11:27:52.347" v="496" actId="14100"/>
          <ac:spMkLst>
            <pc:docMk/>
            <pc:sldMk cId="492228327" sldId="298"/>
            <ac:spMk id="3" creationId="{3430AABA-4269-0386-2384-FF3830045666}"/>
          </ac:spMkLst>
        </pc:spChg>
        <pc:spChg chg="add mod">
          <ac:chgData name="Valeria Conte" userId="44ec3998-3992-4e3b-a519-d91016fe3849" providerId="ADAL" clId="{56A445FA-738B-4A7D-9E00-3A1FBE434D08}" dt="2024-11-11T11:43:44.691" v="509" actId="14100"/>
          <ac:spMkLst>
            <pc:docMk/>
            <pc:sldMk cId="492228327" sldId="298"/>
            <ac:spMk id="5" creationId="{A0B7B8A1-075E-AADB-A03C-CE82B77E1E98}"/>
          </ac:spMkLst>
        </pc:spChg>
        <pc:spChg chg="mod">
          <ac:chgData name="Valeria Conte" userId="44ec3998-3992-4e3b-a519-d91016fe3849" providerId="ADAL" clId="{56A445FA-738B-4A7D-9E00-3A1FBE434D08}" dt="2024-11-11T11:42:26.770" v="506" actId="1076"/>
          <ac:spMkLst>
            <pc:docMk/>
            <pc:sldMk cId="492228327" sldId="298"/>
            <ac:spMk id="6" creationId="{E4786D63-506F-4E69-DD10-C8650D8941EE}"/>
          </ac:spMkLst>
        </pc:spChg>
        <pc:spChg chg="mod">
          <ac:chgData name="Valeria Conte" userId="44ec3998-3992-4e3b-a519-d91016fe3849" providerId="ADAL" clId="{56A445FA-738B-4A7D-9E00-3A1FBE434D08}" dt="2024-11-11T11:22:03.510" v="364" actId="20577"/>
          <ac:spMkLst>
            <pc:docMk/>
            <pc:sldMk cId="492228327" sldId="298"/>
            <ac:spMk id="9" creationId="{5DC25B36-C70D-9D59-DA55-76DD5CAEE871}"/>
          </ac:spMkLst>
        </pc:spChg>
        <pc:spChg chg="mod">
          <ac:chgData name="Valeria Conte" userId="44ec3998-3992-4e3b-a519-d91016fe3849" providerId="ADAL" clId="{56A445FA-738B-4A7D-9E00-3A1FBE434D08}" dt="2024-11-11T11:21:01.908" v="326" actId="20577"/>
          <ac:spMkLst>
            <pc:docMk/>
            <pc:sldMk cId="492228327" sldId="298"/>
            <ac:spMk id="14" creationId="{A2630A20-0F98-AE38-2229-5E75DB961CBE}"/>
          </ac:spMkLst>
        </pc:spChg>
        <pc:spChg chg="mod">
          <ac:chgData name="Valeria Conte" userId="44ec3998-3992-4e3b-a519-d91016fe3849" providerId="ADAL" clId="{56A445FA-738B-4A7D-9E00-3A1FBE434D08}" dt="2024-11-11T11:23:07.581" v="395" actId="20577"/>
          <ac:spMkLst>
            <pc:docMk/>
            <pc:sldMk cId="492228327" sldId="298"/>
            <ac:spMk id="16" creationId="{9EF3F688-F6DD-8D2B-25C5-A81E59308B9E}"/>
          </ac:spMkLst>
        </pc:spChg>
        <pc:spChg chg="mod">
          <ac:chgData name="Valeria Conte" userId="44ec3998-3992-4e3b-a519-d91016fe3849" providerId="ADAL" clId="{56A445FA-738B-4A7D-9E00-3A1FBE434D08}" dt="2024-11-11T11:41:38.587" v="505" actId="14100"/>
          <ac:spMkLst>
            <pc:docMk/>
            <pc:sldMk cId="492228327" sldId="298"/>
            <ac:spMk id="17" creationId="{0D8D5AD5-4E52-434F-5B40-673132E838D1}"/>
          </ac:spMkLst>
        </pc:spChg>
        <pc:spChg chg="mod">
          <ac:chgData name="Valeria Conte" userId="44ec3998-3992-4e3b-a519-d91016fe3849" providerId="ADAL" clId="{56A445FA-738B-4A7D-9E00-3A1FBE434D08}" dt="2024-11-11T11:27:56.555" v="497" actId="1076"/>
          <ac:spMkLst>
            <pc:docMk/>
            <pc:sldMk cId="492228327" sldId="298"/>
            <ac:spMk id="18" creationId="{876ACEED-3CF7-FB12-494A-F44DC2623791}"/>
          </ac:spMkLst>
        </pc:spChg>
        <pc:spChg chg="mod">
          <ac:chgData name="Valeria Conte" userId="44ec3998-3992-4e3b-a519-d91016fe3849" providerId="ADAL" clId="{56A445FA-738B-4A7D-9E00-3A1FBE434D08}" dt="2024-11-11T11:43:02.107" v="507" actId="1076"/>
          <ac:spMkLst>
            <pc:docMk/>
            <pc:sldMk cId="492228327" sldId="298"/>
            <ac:spMk id="19" creationId="{3B788F48-4554-3760-AFC5-91836EC19BD0}"/>
          </ac:spMkLst>
        </pc:spChg>
      </pc:sldChg>
      <pc:sldChg chg="addSp modSp mod">
        <pc:chgData name="Valeria Conte" userId="44ec3998-3992-4e3b-a519-d91016fe3849" providerId="ADAL" clId="{56A445FA-738B-4A7D-9E00-3A1FBE434D08}" dt="2024-11-11T10:19:09.843" v="86" actId="1076"/>
        <pc:sldMkLst>
          <pc:docMk/>
          <pc:sldMk cId="2394870310" sldId="299"/>
        </pc:sldMkLst>
        <pc:grpChg chg="mod">
          <ac:chgData name="Valeria Conte" userId="44ec3998-3992-4e3b-a519-d91016fe3849" providerId="ADAL" clId="{56A445FA-738B-4A7D-9E00-3A1FBE434D08}" dt="2024-11-11T10:19:09.843" v="86" actId="1076"/>
          <ac:grpSpMkLst>
            <pc:docMk/>
            <pc:sldMk cId="2394870310" sldId="299"/>
            <ac:grpSpMk id="5" creationId="{BFEF04A4-4D99-5D82-D943-4072CBA5DAD6}"/>
          </ac:grpSpMkLst>
        </pc:grpChg>
        <pc:grpChg chg="add mod">
          <ac:chgData name="Valeria Conte" userId="44ec3998-3992-4e3b-a519-d91016fe3849" providerId="ADAL" clId="{56A445FA-738B-4A7D-9E00-3A1FBE434D08}" dt="2024-11-11T10:18:51.506" v="85" actId="1076"/>
          <ac:grpSpMkLst>
            <pc:docMk/>
            <pc:sldMk cId="2394870310" sldId="299"/>
            <ac:grpSpMk id="18" creationId="{27BB2B48-7E69-6BCC-C017-FB2E6EA54DA0}"/>
          </ac:grpSpMkLst>
        </pc:grpChg>
        <pc:picChg chg="add mod modCrop">
          <ac:chgData name="Valeria Conte" userId="44ec3998-3992-4e3b-a519-d91016fe3849" providerId="ADAL" clId="{56A445FA-738B-4A7D-9E00-3A1FBE434D08}" dt="2024-11-11T10:18:42.956" v="84" actId="208"/>
          <ac:picMkLst>
            <pc:docMk/>
            <pc:sldMk cId="2394870310" sldId="299"/>
            <ac:picMk id="11" creationId="{848436C8-75CF-8185-C78B-4D325DA30D6C}"/>
          </ac:picMkLst>
        </pc:picChg>
        <pc:picChg chg="add mod modCrop">
          <ac:chgData name="Valeria Conte" userId="44ec3998-3992-4e3b-a519-d91016fe3849" providerId="ADAL" clId="{56A445FA-738B-4A7D-9E00-3A1FBE434D08}" dt="2024-11-11T10:18:42.956" v="84" actId="208"/>
          <ac:picMkLst>
            <pc:docMk/>
            <pc:sldMk cId="2394870310" sldId="299"/>
            <ac:picMk id="12" creationId="{464EFAB5-11F0-F4DD-8FE6-0579FA76C324}"/>
          </ac:picMkLst>
        </pc:picChg>
        <pc:picChg chg="mod">
          <ac:chgData name="Valeria Conte" userId="44ec3998-3992-4e3b-a519-d91016fe3849" providerId="ADAL" clId="{56A445FA-738B-4A7D-9E00-3A1FBE434D08}" dt="2024-11-11T10:16:29.707" v="63" actId="1076"/>
          <ac:picMkLst>
            <pc:docMk/>
            <pc:sldMk cId="2394870310" sldId="299"/>
            <ac:picMk id="7170" creationId="{30370585-24F9-E4D3-5A54-55EA7A9A8628}"/>
          </ac:picMkLst>
        </pc:picChg>
      </pc:sldChg>
      <pc:sldChg chg="ord">
        <pc:chgData name="Valeria Conte" userId="44ec3998-3992-4e3b-a519-d91016fe3849" providerId="ADAL" clId="{56A445FA-738B-4A7D-9E00-3A1FBE434D08}" dt="2024-11-11T09:03:02.014" v="14"/>
        <pc:sldMkLst>
          <pc:docMk/>
          <pc:sldMk cId="3602479561" sldId="301"/>
        </pc:sldMkLst>
      </pc:sldChg>
      <pc:sldChg chg="addSp delSp modSp new mod">
        <pc:chgData name="Valeria Conte" userId="44ec3998-3992-4e3b-a519-d91016fe3849" providerId="ADAL" clId="{56A445FA-738B-4A7D-9E00-3A1FBE434D08}" dt="2024-11-11T09:19:02.111" v="62" actId="20577"/>
        <pc:sldMkLst>
          <pc:docMk/>
          <pc:sldMk cId="826349758" sldId="302"/>
        </pc:sldMkLst>
        <pc:spChg chg="add mod">
          <ac:chgData name="Valeria Conte" userId="44ec3998-3992-4e3b-a519-d91016fe3849" providerId="ADAL" clId="{56A445FA-738B-4A7D-9E00-3A1FBE434D08}" dt="2024-11-11T09:12:17.003" v="19" actId="20577"/>
          <ac:spMkLst>
            <pc:docMk/>
            <pc:sldMk cId="826349758" sldId="302"/>
            <ac:spMk id="5" creationId="{58B6376D-CD9B-D39B-8211-42D4E08656C0}"/>
          </ac:spMkLst>
        </pc:spChg>
        <pc:spChg chg="add mod">
          <ac:chgData name="Valeria Conte" userId="44ec3998-3992-4e3b-a519-d91016fe3849" providerId="ADAL" clId="{56A445FA-738B-4A7D-9E00-3A1FBE434D08}" dt="2024-11-11T09:17:29.275" v="49" actId="1076"/>
          <ac:spMkLst>
            <pc:docMk/>
            <pc:sldMk cId="826349758" sldId="302"/>
            <ac:spMk id="7" creationId="{CF31B6E4-1523-B0F9-C768-A148476DE431}"/>
          </ac:spMkLst>
        </pc:spChg>
        <pc:spChg chg="add del mod">
          <ac:chgData name="Valeria Conte" userId="44ec3998-3992-4e3b-a519-d91016fe3849" providerId="ADAL" clId="{56A445FA-738B-4A7D-9E00-3A1FBE434D08}" dt="2024-11-11T09:14:48.607" v="32" actId="478"/>
          <ac:spMkLst>
            <pc:docMk/>
            <pc:sldMk cId="826349758" sldId="302"/>
            <ac:spMk id="9" creationId="{669F3405-7AD3-D483-DA13-84078F7DA75C}"/>
          </ac:spMkLst>
        </pc:spChg>
        <pc:spChg chg="add mod">
          <ac:chgData name="Valeria Conte" userId="44ec3998-3992-4e3b-a519-d91016fe3849" providerId="ADAL" clId="{56A445FA-738B-4A7D-9E00-3A1FBE434D08}" dt="2024-11-11T09:14:53.277" v="34" actId="1076"/>
          <ac:spMkLst>
            <pc:docMk/>
            <pc:sldMk cId="826349758" sldId="302"/>
            <ac:spMk id="10" creationId="{687FE85A-4FC7-89EA-6C4D-303DA369019C}"/>
          </ac:spMkLst>
        </pc:spChg>
        <pc:spChg chg="add mod">
          <ac:chgData name="Valeria Conte" userId="44ec3998-3992-4e3b-a519-d91016fe3849" providerId="ADAL" clId="{56A445FA-738B-4A7D-9E00-3A1FBE434D08}" dt="2024-11-11T09:19:02.111" v="62" actId="20577"/>
          <ac:spMkLst>
            <pc:docMk/>
            <pc:sldMk cId="826349758" sldId="302"/>
            <ac:spMk id="11" creationId="{956B7F9F-4F6D-665C-F7E4-AEAB92423F15}"/>
          </ac:spMkLst>
        </pc:spChg>
      </pc:sldChg>
      <pc:sldChg chg="new del">
        <pc:chgData name="Valeria Conte" userId="44ec3998-3992-4e3b-a519-d91016fe3849" providerId="ADAL" clId="{56A445FA-738B-4A7D-9E00-3A1FBE434D08}" dt="2024-11-11T11:10:50.439" v="89" actId="2696"/>
        <pc:sldMkLst>
          <pc:docMk/>
          <pc:sldMk cId="356376904" sldId="303"/>
        </pc:sldMkLst>
      </pc:sldChg>
      <pc:sldChg chg="addSp modSp new mod">
        <pc:chgData name="Valeria Conte" userId="44ec3998-3992-4e3b-a519-d91016fe3849" providerId="ADAL" clId="{56A445FA-738B-4A7D-9E00-3A1FBE434D08}" dt="2024-11-11T12:20:08.458" v="864" actId="1076"/>
        <pc:sldMkLst>
          <pc:docMk/>
          <pc:sldMk cId="3074461130" sldId="303"/>
        </pc:sldMkLst>
        <pc:picChg chg="add mod modCrop">
          <ac:chgData name="Valeria Conte" userId="44ec3998-3992-4e3b-a519-d91016fe3849" providerId="ADAL" clId="{56A445FA-738B-4A7D-9E00-3A1FBE434D08}" dt="2024-11-11T12:20:08.458" v="864" actId="1076"/>
          <ac:picMkLst>
            <pc:docMk/>
            <pc:sldMk cId="3074461130" sldId="303"/>
            <ac:picMk id="5" creationId="{0A766552-6EB9-AE09-DB37-2F962CFBE4BB}"/>
          </ac:picMkLst>
        </pc:picChg>
        <pc:picChg chg="add mod">
          <ac:chgData name="Valeria Conte" userId="44ec3998-3992-4e3b-a519-d91016fe3849" providerId="ADAL" clId="{56A445FA-738B-4A7D-9E00-3A1FBE434D08}" dt="2024-11-11T12:20:06.178" v="863" actId="1076"/>
          <ac:picMkLst>
            <pc:docMk/>
            <pc:sldMk cId="3074461130" sldId="303"/>
            <ac:picMk id="6" creationId="{AC306E70-2F15-58C3-8C29-CC4EE43001B1}"/>
          </ac:picMkLst>
        </pc:picChg>
      </pc:sldChg>
      <pc:sldChg chg="new del">
        <pc:chgData name="Valeria Conte" userId="44ec3998-3992-4e3b-a519-d91016fe3849" providerId="ADAL" clId="{56A445FA-738B-4A7D-9E00-3A1FBE434D08}" dt="2024-11-11T11:10:54.881" v="90" actId="2696"/>
        <pc:sldMkLst>
          <pc:docMk/>
          <pc:sldMk cId="1568165206" sldId="304"/>
        </pc:sldMkLst>
      </pc:sldChg>
    </pc:docChg>
  </pc:docChgLst>
  <pc:docChgLst>
    <pc:chgData name="Anna Bianchi" userId="1dd43a41-4e4c-4b62-897c-c402d57a5e85" providerId="ADAL" clId="{7E0A2C20-EFE7-4154-BBCD-F203FBDD73CA}"/>
    <pc:docChg chg="undo custSel addSld delSld modSld sldOrd modMainMaster">
      <pc:chgData name="Anna Bianchi" userId="1dd43a41-4e4c-4b62-897c-c402d57a5e85" providerId="ADAL" clId="{7E0A2C20-EFE7-4154-BBCD-F203FBDD73CA}" dt="2024-10-02T12:40:50.690" v="2164" actId="478"/>
      <pc:docMkLst>
        <pc:docMk/>
      </pc:docMkLst>
      <pc:sldChg chg="del">
        <pc:chgData name="Anna Bianchi" userId="1dd43a41-4e4c-4b62-897c-c402d57a5e85" providerId="ADAL" clId="{7E0A2C20-EFE7-4154-BBCD-F203FBDD73CA}" dt="2024-09-26T14:07:51.396" v="607" actId="2696"/>
        <pc:sldMkLst>
          <pc:docMk/>
          <pc:sldMk cId="2287211883" sldId="256"/>
        </pc:sldMkLst>
      </pc:sldChg>
      <pc:sldChg chg="addSp delSp modSp add mod delAnim modAnim">
        <pc:chgData name="Anna Bianchi" userId="1dd43a41-4e4c-4b62-897c-c402d57a5e85" providerId="ADAL" clId="{7E0A2C20-EFE7-4154-BBCD-F203FBDD73CA}" dt="2024-09-30T10:19:40.669" v="1625" actId="20577"/>
        <pc:sldMkLst>
          <pc:docMk/>
          <pc:sldMk cId="2588331293" sldId="256"/>
        </pc:sldMkLst>
        <pc:spChg chg="del mod">
          <ac:chgData name="Anna Bianchi" userId="1dd43a41-4e4c-4b62-897c-c402d57a5e85" providerId="ADAL" clId="{7E0A2C20-EFE7-4154-BBCD-F203FBDD73CA}" dt="2024-09-30T10:19:37.294" v="1622" actId="478"/>
          <ac:spMkLst>
            <pc:docMk/>
            <pc:sldMk cId="2588331293" sldId="256"/>
            <ac:spMk id="3" creationId="{AF19924C-9707-09F7-BD14-A90045E937FA}"/>
          </ac:spMkLst>
        </pc:spChg>
        <pc:spChg chg="mod">
          <ac:chgData name="Anna Bianchi" userId="1dd43a41-4e4c-4b62-897c-c402d57a5e85" providerId="ADAL" clId="{7E0A2C20-EFE7-4154-BBCD-F203FBDD73CA}" dt="2024-09-27T08:57:20.468" v="883" actId="20577"/>
          <ac:spMkLst>
            <pc:docMk/>
            <pc:sldMk cId="2588331293" sldId="256"/>
            <ac:spMk id="4" creationId="{AEBC1A8D-E693-4704-8E11-5AAB4B40BAEF}"/>
          </ac:spMkLst>
        </pc:spChg>
        <pc:spChg chg="add mod">
          <ac:chgData name="Anna Bianchi" userId="1dd43a41-4e4c-4b62-897c-c402d57a5e85" providerId="ADAL" clId="{7E0A2C20-EFE7-4154-BBCD-F203FBDD73CA}" dt="2024-09-27T08:49:28.930" v="611"/>
          <ac:spMkLst>
            <pc:docMk/>
            <pc:sldMk cId="2588331293" sldId="256"/>
            <ac:spMk id="5" creationId="{0D04E71A-5186-2E14-3D29-EC4C3B4A5B4D}"/>
          </ac:spMkLst>
        </pc:spChg>
        <pc:spChg chg="add mod">
          <ac:chgData name="Anna Bianchi" userId="1dd43a41-4e4c-4b62-897c-c402d57a5e85" providerId="ADAL" clId="{7E0A2C20-EFE7-4154-BBCD-F203FBDD73CA}" dt="2024-09-30T10:19:40.669" v="1625" actId="20577"/>
          <ac:spMkLst>
            <pc:docMk/>
            <pc:sldMk cId="2588331293" sldId="256"/>
            <ac:spMk id="5" creationId="{2DB125F8-E912-4A65-1226-AFCF617D3F57}"/>
          </ac:spMkLst>
        </pc:spChg>
        <pc:spChg chg="add mod">
          <ac:chgData name="Anna Bianchi" userId="1dd43a41-4e4c-4b62-897c-c402d57a5e85" providerId="ADAL" clId="{7E0A2C20-EFE7-4154-BBCD-F203FBDD73CA}" dt="2024-09-27T08:49:28.930" v="611"/>
          <ac:spMkLst>
            <pc:docMk/>
            <pc:sldMk cId="2588331293" sldId="256"/>
            <ac:spMk id="10" creationId="{7413FB59-DFC8-C008-82CE-E66E79161048}"/>
          </ac:spMkLst>
        </pc:spChg>
        <pc:spChg chg="add mod">
          <ac:chgData name="Anna Bianchi" userId="1dd43a41-4e4c-4b62-897c-c402d57a5e85" providerId="ADAL" clId="{7E0A2C20-EFE7-4154-BBCD-F203FBDD73CA}" dt="2024-09-27T08:49:28.930" v="611"/>
          <ac:spMkLst>
            <pc:docMk/>
            <pc:sldMk cId="2588331293" sldId="256"/>
            <ac:spMk id="11" creationId="{5DE1926E-4861-BA2D-3346-B7104AD40CF7}"/>
          </ac:spMkLst>
        </pc:spChg>
        <pc:spChg chg="add mod">
          <ac:chgData name="Anna Bianchi" userId="1dd43a41-4e4c-4b62-897c-c402d57a5e85" providerId="ADAL" clId="{7E0A2C20-EFE7-4154-BBCD-F203FBDD73CA}" dt="2024-09-27T08:49:28.930" v="611"/>
          <ac:spMkLst>
            <pc:docMk/>
            <pc:sldMk cId="2588331293" sldId="256"/>
            <ac:spMk id="12" creationId="{9E9E1580-4E87-4A12-3445-847DA8BD1C23}"/>
          </ac:spMkLst>
        </pc:spChg>
        <pc:spChg chg="add mod">
          <ac:chgData name="Anna Bianchi" userId="1dd43a41-4e4c-4b62-897c-c402d57a5e85" providerId="ADAL" clId="{7E0A2C20-EFE7-4154-BBCD-F203FBDD73CA}" dt="2024-09-27T08:50:05.202" v="661"/>
          <ac:spMkLst>
            <pc:docMk/>
            <pc:sldMk cId="2588331293" sldId="256"/>
            <ac:spMk id="13" creationId="{60F4B17D-433C-8356-44D2-DECB47721E56}"/>
          </ac:spMkLst>
        </pc:spChg>
        <pc:spChg chg="add del mod">
          <ac:chgData name="Anna Bianchi" userId="1dd43a41-4e4c-4b62-897c-c402d57a5e85" providerId="ADAL" clId="{7E0A2C20-EFE7-4154-BBCD-F203FBDD73CA}" dt="2024-09-27T08:57:56.985" v="890" actId="478"/>
          <ac:spMkLst>
            <pc:docMk/>
            <pc:sldMk cId="2588331293" sldId="256"/>
            <ac:spMk id="15" creationId="{3F70CE72-6C54-355D-F28D-5CD4D6AE7B2D}"/>
          </ac:spMkLst>
        </pc:spChg>
        <pc:spChg chg="add mod">
          <ac:chgData name="Anna Bianchi" userId="1dd43a41-4e4c-4b62-897c-c402d57a5e85" providerId="ADAL" clId="{7E0A2C20-EFE7-4154-BBCD-F203FBDD73CA}" dt="2024-09-27T08:59:37.110" v="1024" actId="207"/>
          <ac:spMkLst>
            <pc:docMk/>
            <pc:sldMk cId="2588331293" sldId="256"/>
            <ac:spMk id="16" creationId="{B3F20D6A-99D1-E5B1-D180-4FBC68403F47}"/>
          </ac:spMkLst>
        </pc:spChg>
        <pc:picChg chg="add mod">
          <ac:chgData name="Anna Bianchi" userId="1dd43a41-4e4c-4b62-897c-c402d57a5e85" providerId="ADAL" clId="{7E0A2C20-EFE7-4154-BBCD-F203FBDD73CA}" dt="2024-09-27T08:49:28.930" v="611"/>
          <ac:picMkLst>
            <pc:docMk/>
            <pc:sldMk cId="2588331293" sldId="256"/>
            <ac:picMk id="6" creationId="{BE24FBD3-E8E8-C2D3-5226-8E9709E30FB6}"/>
          </ac:picMkLst>
        </pc:picChg>
        <pc:picChg chg="add mod">
          <ac:chgData name="Anna Bianchi" userId="1dd43a41-4e4c-4b62-897c-c402d57a5e85" providerId="ADAL" clId="{7E0A2C20-EFE7-4154-BBCD-F203FBDD73CA}" dt="2024-09-27T08:49:28.930" v="611"/>
          <ac:picMkLst>
            <pc:docMk/>
            <pc:sldMk cId="2588331293" sldId="256"/>
            <ac:picMk id="7" creationId="{C518828F-80B1-B267-0A97-F528344AEC3C}"/>
          </ac:picMkLst>
        </pc:picChg>
        <pc:picChg chg="add mod">
          <ac:chgData name="Anna Bianchi" userId="1dd43a41-4e4c-4b62-897c-c402d57a5e85" providerId="ADAL" clId="{7E0A2C20-EFE7-4154-BBCD-F203FBDD73CA}" dt="2024-09-27T08:49:28.930" v="611"/>
          <ac:picMkLst>
            <pc:docMk/>
            <pc:sldMk cId="2588331293" sldId="256"/>
            <ac:picMk id="8" creationId="{93E60CB7-6C8D-88A0-5507-723C3173F02E}"/>
          </ac:picMkLst>
        </pc:picChg>
        <pc:picChg chg="add mod">
          <ac:chgData name="Anna Bianchi" userId="1dd43a41-4e4c-4b62-897c-c402d57a5e85" providerId="ADAL" clId="{7E0A2C20-EFE7-4154-BBCD-F203FBDD73CA}" dt="2024-09-27T08:49:28.930" v="611"/>
          <ac:picMkLst>
            <pc:docMk/>
            <pc:sldMk cId="2588331293" sldId="256"/>
            <ac:picMk id="9" creationId="{94A3A2E8-5881-A61B-4D98-A1333258045D}"/>
          </ac:picMkLst>
        </pc:picChg>
        <pc:picChg chg="add mod">
          <ac:chgData name="Anna Bianchi" userId="1dd43a41-4e4c-4b62-897c-c402d57a5e85" providerId="ADAL" clId="{7E0A2C20-EFE7-4154-BBCD-F203FBDD73CA}" dt="2024-09-27T08:58:44.308" v="1010" actId="1076"/>
          <ac:picMkLst>
            <pc:docMk/>
            <pc:sldMk cId="2588331293" sldId="256"/>
            <ac:picMk id="14" creationId="{806F051E-77E0-2F48-94A5-E746D06A8EF0}"/>
          </ac:picMkLst>
        </pc:picChg>
      </pc:sldChg>
      <pc:sldChg chg="delSp modSp mod">
        <pc:chgData name="Anna Bianchi" userId="1dd43a41-4e4c-4b62-897c-c402d57a5e85" providerId="ADAL" clId="{7E0A2C20-EFE7-4154-BBCD-F203FBDD73CA}" dt="2024-09-27T11:44:07.601" v="1233" actId="20577"/>
        <pc:sldMkLst>
          <pc:docMk/>
          <pc:sldMk cId="3953500455" sldId="259"/>
        </pc:sldMkLst>
        <pc:spChg chg="mod">
          <ac:chgData name="Anna Bianchi" userId="1dd43a41-4e4c-4b62-897c-c402d57a5e85" providerId="ADAL" clId="{7E0A2C20-EFE7-4154-BBCD-F203FBDD73CA}" dt="2024-09-26T12:38:21.701" v="155" actId="20577"/>
          <ac:spMkLst>
            <pc:docMk/>
            <pc:sldMk cId="3953500455" sldId="259"/>
            <ac:spMk id="6" creationId="{55C6D235-86D2-43F6-A7D1-0DD3DC936D3D}"/>
          </ac:spMkLst>
        </pc:spChg>
        <pc:spChg chg="del">
          <ac:chgData name="Anna Bianchi" userId="1dd43a41-4e4c-4b62-897c-c402d57a5e85" providerId="ADAL" clId="{7E0A2C20-EFE7-4154-BBCD-F203FBDD73CA}" dt="2024-09-27T08:55:33.565" v="872" actId="478"/>
          <ac:spMkLst>
            <pc:docMk/>
            <pc:sldMk cId="3953500455" sldId="259"/>
            <ac:spMk id="10" creationId="{FB46114B-6896-57F0-356A-AD5914420359}"/>
          </ac:spMkLst>
        </pc:spChg>
        <pc:spChg chg="mod">
          <ac:chgData name="Anna Bianchi" userId="1dd43a41-4e4c-4b62-897c-c402d57a5e85" providerId="ADAL" clId="{7E0A2C20-EFE7-4154-BBCD-F203FBDD73CA}" dt="2024-09-27T11:44:07.601" v="1233" actId="20577"/>
          <ac:spMkLst>
            <pc:docMk/>
            <pc:sldMk cId="3953500455" sldId="259"/>
            <ac:spMk id="11" creationId="{111C6CF2-34DC-6A10-072B-23AE7528439D}"/>
          </ac:spMkLst>
        </pc:spChg>
      </pc:sldChg>
      <pc:sldChg chg="addSp delSp modSp mod">
        <pc:chgData name="Anna Bianchi" userId="1dd43a41-4e4c-4b62-897c-c402d57a5e85" providerId="ADAL" clId="{7E0A2C20-EFE7-4154-BBCD-F203FBDD73CA}" dt="2024-09-27T13:42:48.115" v="1455" actId="478"/>
        <pc:sldMkLst>
          <pc:docMk/>
          <pc:sldMk cId="1316663592" sldId="269"/>
        </pc:sldMkLst>
        <pc:spChg chg="del">
          <ac:chgData name="Anna Bianchi" userId="1dd43a41-4e4c-4b62-897c-c402d57a5e85" providerId="ADAL" clId="{7E0A2C20-EFE7-4154-BBCD-F203FBDD73CA}" dt="2024-09-26T10:57:34.252" v="25" actId="478"/>
          <ac:spMkLst>
            <pc:docMk/>
            <pc:sldMk cId="1316663592" sldId="269"/>
            <ac:spMk id="6" creationId="{459230DA-C209-4406-A9FA-EE60A7827F74}"/>
          </ac:spMkLst>
        </pc:spChg>
        <pc:spChg chg="mod">
          <ac:chgData name="Anna Bianchi" userId="1dd43a41-4e4c-4b62-897c-c402d57a5e85" providerId="ADAL" clId="{7E0A2C20-EFE7-4154-BBCD-F203FBDD73CA}" dt="2024-09-26T10:57:43.617" v="28" actId="14100"/>
          <ac:spMkLst>
            <pc:docMk/>
            <pc:sldMk cId="1316663592" sldId="269"/>
            <ac:spMk id="7" creationId="{D10F5C8F-9E7F-4E64-9AF6-329D1654118B}"/>
          </ac:spMkLst>
        </pc:spChg>
        <pc:spChg chg="mod">
          <ac:chgData name="Anna Bianchi" userId="1dd43a41-4e4c-4b62-897c-c402d57a5e85" providerId="ADAL" clId="{7E0A2C20-EFE7-4154-BBCD-F203FBDD73CA}" dt="2024-09-26T10:57:27.173" v="24" actId="1036"/>
          <ac:spMkLst>
            <pc:docMk/>
            <pc:sldMk cId="1316663592" sldId="269"/>
            <ac:spMk id="8" creationId="{0427B4F9-67D0-4A0A-2141-0CB168553EBA}"/>
          </ac:spMkLst>
        </pc:spChg>
        <pc:spChg chg="mod">
          <ac:chgData name="Anna Bianchi" userId="1dd43a41-4e4c-4b62-897c-c402d57a5e85" providerId="ADAL" clId="{7E0A2C20-EFE7-4154-BBCD-F203FBDD73CA}" dt="2024-09-26T10:57:27.173" v="24" actId="1036"/>
          <ac:spMkLst>
            <pc:docMk/>
            <pc:sldMk cId="1316663592" sldId="269"/>
            <ac:spMk id="9" creationId="{4340D1D5-3549-484D-86D2-0EA98B44C9AD}"/>
          </ac:spMkLst>
        </pc:spChg>
        <pc:spChg chg="add del mod">
          <ac:chgData name="Anna Bianchi" userId="1dd43a41-4e4c-4b62-897c-c402d57a5e85" providerId="ADAL" clId="{7E0A2C20-EFE7-4154-BBCD-F203FBDD73CA}" dt="2024-09-27T13:42:48.115" v="1455" actId="478"/>
          <ac:spMkLst>
            <pc:docMk/>
            <pc:sldMk cId="1316663592" sldId="269"/>
            <ac:spMk id="11" creationId="{FF4219E9-A58C-E050-1258-7E17C15445C0}"/>
          </ac:spMkLst>
        </pc:spChg>
      </pc:sldChg>
      <pc:sldChg chg="addSp delSp modSp mod">
        <pc:chgData name="Anna Bianchi" userId="1dd43a41-4e4c-4b62-897c-c402d57a5e85" providerId="ADAL" clId="{7E0A2C20-EFE7-4154-BBCD-F203FBDD73CA}" dt="2024-10-02T12:40:50.690" v="2164" actId="478"/>
        <pc:sldMkLst>
          <pc:docMk/>
          <pc:sldMk cId="346773599" sldId="270"/>
        </pc:sldMkLst>
        <pc:spChg chg="add mod">
          <ac:chgData name="Anna Bianchi" userId="1dd43a41-4e4c-4b62-897c-c402d57a5e85" providerId="ADAL" clId="{7E0A2C20-EFE7-4154-BBCD-F203FBDD73CA}" dt="2024-09-30T10:19:56.285" v="1631" actId="20577"/>
          <ac:spMkLst>
            <pc:docMk/>
            <pc:sldMk cId="346773599" sldId="270"/>
            <ac:spMk id="3" creationId="{DEA94D2E-1B05-FC74-DF62-6A8479241760}"/>
          </ac:spMkLst>
        </pc:spChg>
        <pc:spChg chg="add del mod">
          <ac:chgData name="Anna Bianchi" userId="1dd43a41-4e4c-4b62-897c-c402d57a5e85" providerId="ADAL" clId="{7E0A2C20-EFE7-4154-BBCD-F203FBDD73CA}" dt="2024-10-02T12:40:50.690" v="2164" actId="478"/>
          <ac:spMkLst>
            <pc:docMk/>
            <pc:sldMk cId="346773599" sldId="270"/>
            <ac:spMk id="5" creationId="{927D05D1-B60B-3B6E-DF20-CCF7CFE0F465}"/>
          </ac:spMkLst>
        </pc:spChg>
        <pc:spChg chg="del">
          <ac:chgData name="Anna Bianchi" userId="1dd43a41-4e4c-4b62-897c-c402d57a5e85" providerId="ADAL" clId="{7E0A2C20-EFE7-4154-BBCD-F203FBDD73CA}" dt="2024-10-02T12:40:47.766" v="2163" actId="478"/>
          <ac:spMkLst>
            <pc:docMk/>
            <pc:sldMk cId="346773599" sldId="270"/>
            <ac:spMk id="6" creationId="{55C6D235-86D2-43F6-A7D1-0DD3DC936D3D}"/>
          </ac:spMkLst>
        </pc:spChg>
        <pc:spChg chg="del">
          <ac:chgData name="Anna Bianchi" userId="1dd43a41-4e4c-4b62-897c-c402d57a5e85" providerId="ADAL" clId="{7E0A2C20-EFE7-4154-BBCD-F203FBDD73CA}" dt="2024-09-30T10:19:54.095" v="1629" actId="478"/>
          <ac:spMkLst>
            <pc:docMk/>
            <pc:sldMk cId="346773599" sldId="270"/>
            <ac:spMk id="11" creationId="{111C6CF2-34DC-6A10-072B-23AE7528439D}"/>
          </ac:spMkLst>
        </pc:spChg>
      </pc:sldChg>
      <pc:sldChg chg="addSp delSp modSp mod">
        <pc:chgData name="Anna Bianchi" userId="1dd43a41-4e4c-4b62-897c-c402d57a5e85" providerId="ADAL" clId="{7E0A2C20-EFE7-4154-BBCD-F203FBDD73CA}" dt="2024-09-30T11:11:23.954" v="2116" actId="20577"/>
        <pc:sldMkLst>
          <pc:docMk/>
          <pc:sldMk cId="3754297675" sldId="271"/>
        </pc:sldMkLst>
        <pc:spChg chg="add mod">
          <ac:chgData name="Anna Bianchi" userId="1dd43a41-4e4c-4b62-897c-c402d57a5e85" providerId="ADAL" clId="{7E0A2C20-EFE7-4154-BBCD-F203FBDD73CA}" dt="2024-09-30T11:11:23.954" v="2116" actId="20577"/>
          <ac:spMkLst>
            <pc:docMk/>
            <pc:sldMk cId="3754297675" sldId="271"/>
            <ac:spMk id="3" creationId="{CB5AAE89-A705-B26B-DD5A-A2823108BC12}"/>
          </ac:spMkLst>
        </pc:spChg>
        <pc:spChg chg="mod">
          <ac:chgData name="Anna Bianchi" userId="1dd43a41-4e4c-4b62-897c-c402d57a5e85" providerId="ADAL" clId="{7E0A2C20-EFE7-4154-BBCD-F203FBDD73CA}" dt="2024-09-27T08:54:06.037" v="870" actId="20577"/>
          <ac:spMkLst>
            <pc:docMk/>
            <pc:sldMk cId="3754297675" sldId="271"/>
            <ac:spMk id="6" creationId="{55C6D235-86D2-43F6-A7D1-0DD3DC936D3D}"/>
          </ac:spMkLst>
        </pc:spChg>
        <pc:spChg chg="del">
          <ac:chgData name="Anna Bianchi" userId="1dd43a41-4e4c-4b62-897c-c402d57a5e85" providerId="ADAL" clId="{7E0A2C20-EFE7-4154-BBCD-F203FBDD73CA}" dt="2024-09-27T08:55:30.071" v="871" actId="478"/>
          <ac:spMkLst>
            <pc:docMk/>
            <pc:sldMk cId="3754297675" sldId="271"/>
            <ac:spMk id="10" creationId="{FB46114B-6896-57F0-356A-AD5914420359}"/>
          </ac:spMkLst>
        </pc:spChg>
        <pc:spChg chg="del mod">
          <ac:chgData name="Anna Bianchi" userId="1dd43a41-4e4c-4b62-897c-c402d57a5e85" providerId="ADAL" clId="{7E0A2C20-EFE7-4154-BBCD-F203FBDD73CA}" dt="2024-09-30T10:19:28.799" v="1619" actId="478"/>
          <ac:spMkLst>
            <pc:docMk/>
            <pc:sldMk cId="3754297675" sldId="271"/>
            <ac:spMk id="11" creationId="{111C6CF2-34DC-6A10-072B-23AE7528439D}"/>
          </ac:spMkLst>
        </pc:spChg>
      </pc:sldChg>
      <pc:sldChg chg="addSp delSp modSp add mod modAnim">
        <pc:chgData name="Anna Bianchi" userId="1dd43a41-4e4c-4b62-897c-c402d57a5e85" providerId="ADAL" clId="{7E0A2C20-EFE7-4154-BBCD-F203FBDD73CA}" dt="2024-09-30T10:19:49.653" v="1628" actId="20577"/>
        <pc:sldMkLst>
          <pc:docMk/>
          <pc:sldMk cId="148903439" sldId="272"/>
        </pc:sldMkLst>
        <pc:spChg chg="del mod">
          <ac:chgData name="Anna Bianchi" userId="1dd43a41-4e4c-4b62-897c-c402d57a5e85" providerId="ADAL" clId="{7E0A2C20-EFE7-4154-BBCD-F203FBDD73CA}" dt="2024-09-30T10:19:47.337" v="1626" actId="478"/>
          <ac:spMkLst>
            <pc:docMk/>
            <pc:sldMk cId="148903439" sldId="272"/>
            <ac:spMk id="3" creationId="{AF19924C-9707-09F7-BD14-A90045E937FA}"/>
          </ac:spMkLst>
        </pc:spChg>
        <pc:spChg chg="mod">
          <ac:chgData name="Anna Bianchi" userId="1dd43a41-4e4c-4b62-897c-c402d57a5e85" providerId="ADAL" clId="{7E0A2C20-EFE7-4154-BBCD-F203FBDD73CA}" dt="2024-09-27T09:00:01.117" v="1053" actId="20577"/>
          <ac:spMkLst>
            <pc:docMk/>
            <pc:sldMk cId="148903439" sldId="272"/>
            <ac:spMk id="4" creationId="{AEBC1A8D-E693-4704-8E11-5AAB4B40BAEF}"/>
          </ac:spMkLst>
        </pc:spChg>
        <pc:spChg chg="add mod">
          <ac:chgData name="Anna Bianchi" userId="1dd43a41-4e4c-4b62-897c-c402d57a5e85" providerId="ADAL" clId="{7E0A2C20-EFE7-4154-BBCD-F203FBDD73CA}" dt="2024-09-30T10:19:49.653" v="1628" actId="20577"/>
          <ac:spMkLst>
            <pc:docMk/>
            <pc:sldMk cId="148903439" sldId="272"/>
            <ac:spMk id="5" creationId="{1FB4F703-C974-8E73-043E-AFFBECE653F8}"/>
          </ac:spMkLst>
        </pc:spChg>
        <pc:spChg chg="add mod">
          <ac:chgData name="Anna Bianchi" userId="1dd43a41-4e4c-4b62-897c-c402d57a5e85" providerId="ADAL" clId="{7E0A2C20-EFE7-4154-BBCD-F203FBDD73CA}" dt="2024-09-27T08:50:04.400" v="660"/>
          <ac:spMkLst>
            <pc:docMk/>
            <pc:sldMk cId="148903439" sldId="272"/>
            <ac:spMk id="5" creationId="{5CB701FF-CCB2-FCE8-8B33-B4201F2A1CBD}"/>
          </ac:spMkLst>
        </pc:spChg>
        <pc:spChg chg="add mod">
          <ac:chgData name="Anna Bianchi" userId="1dd43a41-4e4c-4b62-897c-c402d57a5e85" providerId="ADAL" clId="{7E0A2C20-EFE7-4154-BBCD-F203FBDD73CA}" dt="2024-09-27T09:02:02.131" v="1198" actId="1076"/>
          <ac:spMkLst>
            <pc:docMk/>
            <pc:sldMk cId="148903439" sldId="272"/>
            <ac:spMk id="7" creationId="{B5BDEE0A-AE35-7722-A4DA-B684061A297C}"/>
          </ac:spMkLst>
        </pc:spChg>
        <pc:spChg chg="add mod">
          <ac:chgData name="Anna Bianchi" userId="1dd43a41-4e4c-4b62-897c-c402d57a5e85" providerId="ADAL" clId="{7E0A2C20-EFE7-4154-BBCD-F203FBDD73CA}" dt="2024-09-27T09:02:11.723" v="1202" actId="1076"/>
          <ac:spMkLst>
            <pc:docMk/>
            <pc:sldMk cId="148903439" sldId="272"/>
            <ac:spMk id="8" creationId="{29235149-D062-3BF0-0ACB-C9352826FA55}"/>
          </ac:spMkLst>
        </pc:spChg>
        <pc:spChg chg="add mod">
          <ac:chgData name="Anna Bianchi" userId="1dd43a41-4e4c-4b62-897c-c402d57a5e85" providerId="ADAL" clId="{7E0A2C20-EFE7-4154-BBCD-F203FBDD73CA}" dt="2024-09-27T09:02:06.572" v="1200" actId="1076"/>
          <ac:spMkLst>
            <pc:docMk/>
            <pc:sldMk cId="148903439" sldId="272"/>
            <ac:spMk id="9" creationId="{2634C3AA-45DD-1A18-F789-C4F0C79C7E18}"/>
          </ac:spMkLst>
        </pc:spChg>
        <pc:picChg chg="add mod">
          <ac:chgData name="Anna Bianchi" userId="1dd43a41-4e4c-4b62-897c-c402d57a5e85" providerId="ADAL" clId="{7E0A2C20-EFE7-4154-BBCD-F203FBDD73CA}" dt="2024-09-27T09:01:59.852" v="1197" actId="1076"/>
          <ac:picMkLst>
            <pc:docMk/>
            <pc:sldMk cId="148903439" sldId="272"/>
            <ac:picMk id="6" creationId="{D3039D2A-1843-9D48-AC83-0ACE1FE5D724}"/>
          </ac:picMkLst>
        </pc:picChg>
      </pc:sldChg>
      <pc:sldChg chg="del">
        <pc:chgData name="Anna Bianchi" userId="1dd43a41-4e4c-4b62-897c-c402d57a5e85" providerId="ADAL" clId="{7E0A2C20-EFE7-4154-BBCD-F203FBDD73CA}" dt="2024-09-26T14:07:51.396" v="607" actId="2696"/>
        <pc:sldMkLst>
          <pc:docMk/>
          <pc:sldMk cId="3424656149" sldId="272"/>
        </pc:sldMkLst>
      </pc:sldChg>
      <pc:sldChg chg="addSp modSp del mod modAnim">
        <pc:chgData name="Anna Bianchi" userId="1dd43a41-4e4c-4b62-897c-c402d57a5e85" providerId="ADAL" clId="{7E0A2C20-EFE7-4154-BBCD-F203FBDD73CA}" dt="2024-09-26T14:07:47.910" v="605" actId="2696"/>
        <pc:sldMkLst>
          <pc:docMk/>
          <pc:sldMk cId="966940904" sldId="273"/>
        </pc:sldMkLst>
        <pc:spChg chg="mod">
          <ac:chgData name="Anna Bianchi" userId="1dd43a41-4e4c-4b62-897c-c402d57a5e85" providerId="ADAL" clId="{7E0A2C20-EFE7-4154-BBCD-F203FBDD73CA}" dt="2024-09-26T13:35:43.949" v="503" actId="20577"/>
          <ac:spMkLst>
            <pc:docMk/>
            <pc:sldMk cId="966940904" sldId="273"/>
            <ac:spMk id="4" creationId="{AEBC1A8D-E693-4704-8E11-5AAB4B40BAEF}"/>
          </ac:spMkLst>
        </pc:spChg>
        <pc:spChg chg="add mod">
          <ac:chgData name="Anna Bianchi" userId="1dd43a41-4e4c-4b62-897c-c402d57a5e85" providerId="ADAL" clId="{7E0A2C20-EFE7-4154-BBCD-F203FBDD73CA}" dt="2024-09-26T13:34:31.419" v="440" actId="13822"/>
          <ac:spMkLst>
            <pc:docMk/>
            <pc:sldMk cId="966940904" sldId="273"/>
            <ac:spMk id="5" creationId="{5AF3B762-FF29-A317-7B17-D02FCA0BB80A}"/>
          </ac:spMkLst>
        </pc:spChg>
        <pc:spChg chg="add mod">
          <ac:chgData name="Anna Bianchi" userId="1dd43a41-4e4c-4b62-897c-c402d57a5e85" providerId="ADAL" clId="{7E0A2C20-EFE7-4154-BBCD-F203FBDD73CA}" dt="2024-09-26T13:35:08.345" v="451" actId="1037"/>
          <ac:spMkLst>
            <pc:docMk/>
            <pc:sldMk cId="966940904" sldId="273"/>
            <ac:spMk id="6" creationId="{EDA4CB1D-3D78-E4DE-AC92-2F338EBE2723}"/>
          </ac:spMkLst>
        </pc:spChg>
        <pc:spChg chg="mod">
          <ac:chgData name="Anna Bianchi" userId="1dd43a41-4e4c-4b62-897c-c402d57a5e85" providerId="ADAL" clId="{7E0A2C20-EFE7-4154-BBCD-F203FBDD73CA}" dt="2024-09-26T13:33:58.605" v="406"/>
          <ac:spMkLst>
            <pc:docMk/>
            <pc:sldMk cId="966940904" sldId="273"/>
            <ac:spMk id="9" creationId="{86C15D91-C672-0D7B-E146-3926AF85940B}"/>
          </ac:spMkLst>
        </pc:spChg>
        <pc:spChg chg="add mod">
          <ac:chgData name="Anna Bianchi" userId="1dd43a41-4e4c-4b62-897c-c402d57a5e85" providerId="ADAL" clId="{7E0A2C20-EFE7-4154-BBCD-F203FBDD73CA}" dt="2024-09-26T13:34:29.713" v="439" actId="13822"/>
          <ac:spMkLst>
            <pc:docMk/>
            <pc:sldMk cId="966940904" sldId="273"/>
            <ac:spMk id="17" creationId="{62148231-BF6A-CF53-5284-D082B84D9079}"/>
          </ac:spMkLst>
        </pc:spChg>
        <pc:spChg chg="add mod">
          <ac:chgData name="Anna Bianchi" userId="1dd43a41-4e4c-4b62-897c-c402d57a5e85" providerId="ADAL" clId="{7E0A2C20-EFE7-4154-BBCD-F203FBDD73CA}" dt="2024-09-26T13:34:57.059" v="445" actId="208"/>
          <ac:spMkLst>
            <pc:docMk/>
            <pc:sldMk cId="966940904" sldId="273"/>
            <ac:spMk id="18" creationId="{5346C495-1DB0-0945-8E04-04B5A0E9023D}"/>
          </ac:spMkLst>
        </pc:spChg>
        <pc:spChg chg="add mod">
          <ac:chgData name="Anna Bianchi" userId="1dd43a41-4e4c-4b62-897c-c402d57a5e85" providerId="ADAL" clId="{7E0A2C20-EFE7-4154-BBCD-F203FBDD73CA}" dt="2024-09-26T13:35:24.246" v="455" actId="208"/>
          <ac:spMkLst>
            <pc:docMk/>
            <pc:sldMk cId="966940904" sldId="273"/>
            <ac:spMk id="19" creationId="{AACF193F-B563-D9FA-6EF8-141F153D268E}"/>
          </ac:spMkLst>
        </pc:spChg>
        <pc:grpChg chg="add mod">
          <ac:chgData name="Anna Bianchi" userId="1dd43a41-4e4c-4b62-897c-c402d57a5e85" providerId="ADAL" clId="{7E0A2C20-EFE7-4154-BBCD-F203FBDD73CA}" dt="2024-09-26T13:34:05.638" v="413" actId="1036"/>
          <ac:grpSpMkLst>
            <pc:docMk/>
            <pc:sldMk cId="966940904" sldId="273"/>
            <ac:grpSpMk id="7" creationId="{E89FCAD5-0B30-A7DF-FC7F-8F66C0150D6E}"/>
          </ac:grpSpMkLst>
        </pc:grpChg>
        <pc:grpChg chg="add mod">
          <ac:chgData name="Anna Bianchi" userId="1dd43a41-4e4c-4b62-897c-c402d57a5e85" providerId="ADAL" clId="{7E0A2C20-EFE7-4154-BBCD-F203FBDD73CA}" dt="2024-09-26T13:34:05.638" v="413" actId="1036"/>
          <ac:grpSpMkLst>
            <pc:docMk/>
            <pc:sldMk cId="966940904" sldId="273"/>
            <ac:grpSpMk id="11" creationId="{9281E334-9E90-2CC5-9426-2E1F791CD80F}"/>
          </ac:grpSpMkLst>
        </pc:grpChg>
        <pc:grpChg chg="add mod">
          <ac:chgData name="Anna Bianchi" userId="1dd43a41-4e4c-4b62-897c-c402d57a5e85" providerId="ADAL" clId="{7E0A2C20-EFE7-4154-BBCD-F203FBDD73CA}" dt="2024-09-26T13:34:05.638" v="413" actId="1036"/>
          <ac:grpSpMkLst>
            <pc:docMk/>
            <pc:sldMk cId="966940904" sldId="273"/>
            <ac:grpSpMk id="14" creationId="{C0DB938F-AAFC-E2B8-50DC-5B1C17486494}"/>
          </ac:grpSpMkLst>
        </pc:grpChg>
        <pc:picChg chg="mod">
          <ac:chgData name="Anna Bianchi" userId="1dd43a41-4e4c-4b62-897c-c402d57a5e85" providerId="ADAL" clId="{7E0A2C20-EFE7-4154-BBCD-F203FBDD73CA}" dt="2024-09-26T13:33:58.605" v="406"/>
          <ac:picMkLst>
            <pc:docMk/>
            <pc:sldMk cId="966940904" sldId="273"/>
            <ac:picMk id="8" creationId="{A17E3CB4-CCB4-E846-9EAA-5738611DA248}"/>
          </ac:picMkLst>
        </pc:picChg>
        <pc:picChg chg="add mod">
          <ac:chgData name="Anna Bianchi" userId="1dd43a41-4e4c-4b62-897c-c402d57a5e85" providerId="ADAL" clId="{7E0A2C20-EFE7-4154-BBCD-F203FBDD73CA}" dt="2024-09-26T13:34:05.638" v="413" actId="1036"/>
          <ac:picMkLst>
            <pc:docMk/>
            <pc:sldMk cId="966940904" sldId="273"/>
            <ac:picMk id="10" creationId="{6F425F87-6101-0010-0276-C3A0EC4CDB2D}"/>
          </ac:picMkLst>
        </pc:picChg>
        <pc:picChg chg="mod">
          <ac:chgData name="Anna Bianchi" userId="1dd43a41-4e4c-4b62-897c-c402d57a5e85" providerId="ADAL" clId="{7E0A2C20-EFE7-4154-BBCD-F203FBDD73CA}" dt="2024-09-26T13:33:58.605" v="406"/>
          <ac:picMkLst>
            <pc:docMk/>
            <pc:sldMk cId="966940904" sldId="273"/>
            <ac:picMk id="12" creationId="{19FE64F2-E898-2610-5E51-43CAD14472BE}"/>
          </ac:picMkLst>
        </pc:picChg>
        <pc:picChg chg="mod">
          <ac:chgData name="Anna Bianchi" userId="1dd43a41-4e4c-4b62-897c-c402d57a5e85" providerId="ADAL" clId="{7E0A2C20-EFE7-4154-BBCD-F203FBDD73CA}" dt="2024-09-26T13:33:58.605" v="406"/>
          <ac:picMkLst>
            <pc:docMk/>
            <pc:sldMk cId="966940904" sldId="273"/>
            <ac:picMk id="13" creationId="{D6C866D3-5FDA-822E-C990-AE15A8DD3678}"/>
          </ac:picMkLst>
        </pc:picChg>
        <pc:picChg chg="mod">
          <ac:chgData name="Anna Bianchi" userId="1dd43a41-4e4c-4b62-897c-c402d57a5e85" providerId="ADAL" clId="{7E0A2C20-EFE7-4154-BBCD-F203FBDD73CA}" dt="2024-09-26T13:33:58.605" v="406"/>
          <ac:picMkLst>
            <pc:docMk/>
            <pc:sldMk cId="966940904" sldId="273"/>
            <ac:picMk id="15" creationId="{BFEB6222-3F45-7BF1-397C-B38DBB74F731}"/>
          </ac:picMkLst>
        </pc:picChg>
        <pc:picChg chg="mod">
          <ac:chgData name="Anna Bianchi" userId="1dd43a41-4e4c-4b62-897c-c402d57a5e85" providerId="ADAL" clId="{7E0A2C20-EFE7-4154-BBCD-F203FBDD73CA}" dt="2024-09-26T13:33:58.605" v="406"/>
          <ac:picMkLst>
            <pc:docMk/>
            <pc:sldMk cId="966940904" sldId="273"/>
            <ac:picMk id="16" creationId="{D3EC98DF-6E8E-916D-CAFD-FE25A776DE26}"/>
          </ac:picMkLst>
        </pc:picChg>
      </pc:sldChg>
      <pc:sldChg chg="modSp add mod">
        <pc:chgData name="Anna Bianchi" userId="1dd43a41-4e4c-4b62-897c-c402d57a5e85" providerId="ADAL" clId="{7E0A2C20-EFE7-4154-BBCD-F203FBDD73CA}" dt="2024-09-27T11:44:12.753" v="1236" actId="20577"/>
        <pc:sldMkLst>
          <pc:docMk/>
          <pc:sldMk cId="2463858005" sldId="273"/>
        </pc:sldMkLst>
        <pc:spChg chg="mod">
          <ac:chgData name="Anna Bianchi" userId="1dd43a41-4e4c-4b62-897c-c402d57a5e85" providerId="ADAL" clId="{7E0A2C20-EFE7-4154-BBCD-F203FBDD73CA}" dt="2024-09-27T11:44:12.753" v="1236" actId="20577"/>
          <ac:spMkLst>
            <pc:docMk/>
            <pc:sldMk cId="2463858005" sldId="273"/>
            <ac:spMk id="3" creationId="{AF19924C-9707-09F7-BD14-A90045E937FA}"/>
          </ac:spMkLst>
        </pc:spChg>
      </pc:sldChg>
      <pc:sldChg chg="addSp modSp del mod modAnim">
        <pc:chgData name="Anna Bianchi" userId="1dd43a41-4e4c-4b62-897c-c402d57a5e85" providerId="ADAL" clId="{7E0A2C20-EFE7-4154-BBCD-F203FBDD73CA}" dt="2024-09-26T14:07:47.910" v="605" actId="2696"/>
        <pc:sldMkLst>
          <pc:docMk/>
          <pc:sldMk cId="1156836636" sldId="274"/>
        </pc:sldMkLst>
        <pc:spChg chg="mod">
          <ac:chgData name="Anna Bianchi" userId="1dd43a41-4e4c-4b62-897c-c402d57a5e85" providerId="ADAL" clId="{7E0A2C20-EFE7-4154-BBCD-F203FBDD73CA}" dt="2024-09-26T13:36:22.577" v="579" actId="403"/>
          <ac:spMkLst>
            <pc:docMk/>
            <pc:sldMk cId="1156836636" sldId="274"/>
            <ac:spMk id="4" creationId="{AEBC1A8D-E693-4704-8E11-5AAB4B40BAEF}"/>
          </ac:spMkLst>
        </pc:spChg>
        <pc:spChg chg="add mod">
          <ac:chgData name="Anna Bianchi" userId="1dd43a41-4e4c-4b62-897c-c402d57a5e85" providerId="ADAL" clId="{7E0A2C20-EFE7-4154-BBCD-F203FBDD73CA}" dt="2024-09-26T13:47:16.075" v="590" actId="14100"/>
          <ac:spMkLst>
            <pc:docMk/>
            <pc:sldMk cId="1156836636" sldId="274"/>
            <ac:spMk id="5" creationId="{9394286F-D1A0-6507-B464-FEC52F946DF3}"/>
          </ac:spMkLst>
        </pc:spChg>
        <pc:spChg chg="add mod">
          <ac:chgData name="Anna Bianchi" userId="1dd43a41-4e4c-4b62-897c-c402d57a5e85" providerId="ADAL" clId="{7E0A2C20-EFE7-4154-BBCD-F203FBDD73CA}" dt="2024-09-26T13:47:27.687" v="593" actId="13822"/>
          <ac:spMkLst>
            <pc:docMk/>
            <pc:sldMk cId="1156836636" sldId="274"/>
            <ac:spMk id="6" creationId="{9F67FD5C-184E-C12F-1B02-2595D977AC0E}"/>
          </ac:spMkLst>
        </pc:spChg>
        <pc:spChg chg="add mod">
          <ac:chgData name="Anna Bianchi" userId="1dd43a41-4e4c-4b62-897c-c402d57a5e85" providerId="ADAL" clId="{7E0A2C20-EFE7-4154-BBCD-F203FBDD73CA}" dt="2024-09-26T13:48:15.894" v="596" actId="207"/>
          <ac:spMkLst>
            <pc:docMk/>
            <pc:sldMk cId="1156836636" sldId="274"/>
            <ac:spMk id="7" creationId="{EDCC5C4D-8A2B-D8CB-25D8-FFB3228519DE}"/>
          </ac:spMkLst>
        </pc:spChg>
        <pc:picChg chg="add mod">
          <ac:chgData name="Anna Bianchi" userId="1dd43a41-4e4c-4b62-897c-c402d57a5e85" providerId="ADAL" clId="{7E0A2C20-EFE7-4154-BBCD-F203FBDD73CA}" dt="2024-09-26T13:41:18.771" v="588"/>
          <ac:picMkLst>
            <pc:docMk/>
            <pc:sldMk cId="1156836636" sldId="274"/>
            <ac:picMk id="8" creationId="{2418EA37-85A2-2AE5-EA74-10BC05EB3686}"/>
          </ac:picMkLst>
        </pc:picChg>
        <pc:picChg chg="add mod">
          <ac:chgData name="Anna Bianchi" userId="1dd43a41-4e4c-4b62-897c-c402d57a5e85" providerId="ADAL" clId="{7E0A2C20-EFE7-4154-BBCD-F203FBDD73CA}" dt="2024-09-26T13:41:18.771" v="588"/>
          <ac:picMkLst>
            <pc:docMk/>
            <pc:sldMk cId="1156836636" sldId="274"/>
            <ac:picMk id="9" creationId="{349CBE76-D1AF-D0F7-DCE4-76BEC02237E7}"/>
          </ac:picMkLst>
        </pc:picChg>
        <pc:picChg chg="add mod">
          <ac:chgData name="Anna Bianchi" userId="1dd43a41-4e4c-4b62-897c-c402d57a5e85" providerId="ADAL" clId="{7E0A2C20-EFE7-4154-BBCD-F203FBDD73CA}" dt="2024-09-26T13:41:18.771" v="588"/>
          <ac:picMkLst>
            <pc:docMk/>
            <pc:sldMk cId="1156836636" sldId="274"/>
            <ac:picMk id="10" creationId="{99798ECF-5EC8-17F4-3F5C-DC929254D283}"/>
          </ac:picMkLst>
        </pc:picChg>
        <pc:picChg chg="add mod">
          <ac:chgData name="Anna Bianchi" userId="1dd43a41-4e4c-4b62-897c-c402d57a5e85" providerId="ADAL" clId="{7E0A2C20-EFE7-4154-BBCD-F203FBDD73CA}" dt="2024-09-26T13:41:18.771" v="588"/>
          <ac:picMkLst>
            <pc:docMk/>
            <pc:sldMk cId="1156836636" sldId="274"/>
            <ac:picMk id="11" creationId="{60054D22-483F-B14B-6A8D-C27E1EF67EBA}"/>
          </ac:picMkLst>
        </pc:picChg>
      </pc:sldChg>
      <pc:sldChg chg="modSp add mod">
        <pc:chgData name="Anna Bianchi" userId="1dd43a41-4e4c-4b62-897c-c402d57a5e85" providerId="ADAL" clId="{7E0A2C20-EFE7-4154-BBCD-F203FBDD73CA}" dt="2024-09-30T10:18:51.534" v="1606" actId="20577"/>
        <pc:sldMkLst>
          <pc:docMk/>
          <pc:sldMk cId="1403111392" sldId="274"/>
        </pc:sldMkLst>
        <pc:spChg chg="mod">
          <ac:chgData name="Anna Bianchi" userId="1dd43a41-4e4c-4b62-897c-c402d57a5e85" providerId="ADAL" clId="{7E0A2C20-EFE7-4154-BBCD-F203FBDD73CA}" dt="2024-09-30T10:18:51.534" v="1606" actId="20577"/>
          <ac:spMkLst>
            <pc:docMk/>
            <pc:sldMk cId="1403111392" sldId="274"/>
            <ac:spMk id="3" creationId="{AF19924C-9707-09F7-BD14-A90045E937FA}"/>
          </ac:spMkLst>
        </pc:spChg>
      </pc:sldChg>
      <pc:sldChg chg="addSp delSp modSp mod modAnim">
        <pc:chgData name="Anna Bianchi" userId="1dd43a41-4e4c-4b62-897c-c402d57a5e85" providerId="ADAL" clId="{7E0A2C20-EFE7-4154-BBCD-F203FBDD73CA}" dt="2024-09-30T10:20:04" v="1634" actId="20577"/>
        <pc:sldMkLst>
          <pc:docMk/>
          <pc:sldMk cId="4204870643" sldId="275"/>
        </pc:sldMkLst>
        <pc:spChg chg="del">
          <ac:chgData name="Anna Bianchi" userId="1dd43a41-4e4c-4b62-897c-c402d57a5e85" providerId="ADAL" clId="{7E0A2C20-EFE7-4154-BBCD-F203FBDD73CA}" dt="2024-09-30T10:20:01.366" v="1632" actId="478"/>
          <ac:spMkLst>
            <pc:docMk/>
            <pc:sldMk cId="4204870643" sldId="275"/>
            <ac:spMk id="3" creationId="{AF19924C-9707-09F7-BD14-A90045E937FA}"/>
          </ac:spMkLst>
        </pc:spChg>
        <pc:spChg chg="mod">
          <ac:chgData name="Anna Bianchi" userId="1dd43a41-4e4c-4b62-897c-c402d57a5e85" providerId="ADAL" clId="{7E0A2C20-EFE7-4154-BBCD-F203FBDD73CA}" dt="2024-09-27T13:40:56.160" v="1419" actId="20577"/>
          <ac:spMkLst>
            <pc:docMk/>
            <pc:sldMk cId="4204870643" sldId="275"/>
            <ac:spMk id="4" creationId="{AEBC1A8D-E693-4704-8E11-5AAB4B40BAEF}"/>
          </ac:spMkLst>
        </pc:spChg>
        <pc:spChg chg="add mod">
          <ac:chgData name="Anna Bianchi" userId="1dd43a41-4e4c-4b62-897c-c402d57a5e85" providerId="ADAL" clId="{7E0A2C20-EFE7-4154-BBCD-F203FBDD73CA}" dt="2024-09-30T10:20:04" v="1634" actId="20577"/>
          <ac:spMkLst>
            <pc:docMk/>
            <pc:sldMk cId="4204870643" sldId="275"/>
            <ac:spMk id="5" creationId="{056A4234-B982-FEB9-475E-B7E089ECB600}"/>
          </ac:spMkLst>
        </pc:spChg>
        <pc:spChg chg="add mod">
          <ac:chgData name="Anna Bianchi" userId="1dd43a41-4e4c-4b62-897c-c402d57a5e85" providerId="ADAL" clId="{7E0A2C20-EFE7-4154-BBCD-F203FBDD73CA}" dt="2024-09-27T08:50:02.447" v="659"/>
          <ac:spMkLst>
            <pc:docMk/>
            <pc:sldMk cId="4204870643" sldId="275"/>
            <ac:spMk id="5" creationId="{FCBD6C71-2390-AB9B-17A9-2D1499733B54}"/>
          </ac:spMkLst>
        </pc:spChg>
        <pc:spChg chg="mod">
          <ac:chgData name="Anna Bianchi" userId="1dd43a41-4e4c-4b62-897c-c402d57a5e85" providerId="ADAL" clId="{7E0A2C20-EFE7-4154-BBCD-F203FBDD73CA}" dt="2024-09-27T13:40:29.138" v="1397"/>
          <ac:spMkLst>
            <pc:docMk/>
            <pc:sldMk cId="4204870643" sldId="275"/>
            <ac:spMk id="8" creationId="{2123582D-79B3-6493-3F63-064E7A9B626B}"/>
          </ac:spMkLst>
        </pc:spChg>
        <pc:spChg chg="mod">
          <ac:chgData name="Anna Bianchi" userId="1dd43a41-4e4c-4b62-897c-c402d57a5e85" providerId="ADAL" clId="{7E0A2C20-EFE7-4154-BBCD-F203FBDD73CA}" dt="2024-09-27T13:40:29.138" v="1397"/>
          <ac:spMkLst>
            <pc:docMk/>
            <pc:sldMk cId="4204870643" sldId="275"/>
            <ac:spMk id="9" creationId="{72DFEBF9-60AB-B5C1-6873-11C073EA10FB}"/>
          </ac:spMkLst>
        </pc:spChg>
        <pc:spChg chg="mod">
          <ac:chgData name="Anna Bianchi" userId="1dd43a41-4e4c-4b62-897c-c402d57a5e85" providerId="ADAL" clId="{7E0A2C20-EFE7-4154-BBCD-F203FBDD73CA}" dt="2024-09-27T13:40:29.138" v="1397"/>
          <ac:spMkLst>
            <pc:docMk/>
            <pc:sldMk cId="4204870643" sldId="275"/>
            <ac:spMk id="48" creationId="{3BCF9D6F-014A-FD8E-9689-C6499028541F}"/>
          </ac:spMkLst>
        </pc:spChg>
        <pc:spChg chg="mod">
          <ac:chgData name="Anna Bianchi" userId="1dd43a41-4e4c-4b62-897c-c402d57a5e85" providerId="ADAL" clId="{7E0A2C20-EFE7-4154-BBCD-F203FBDD73CA}" dt="2024-09-27T13:40:29.138" v="1397"/>
          <ac:spMkLst>
            <pc:docMk/>
            <pc:sldMk cId="4204870643" sldId="275"/>
            <ac:spMk id="49" creationId="{52774DCD-40F5-9FB3-589E-411ADE748A4D}"/>
          </ac:spMkLst>
        </pc:spChg>
        <pc:grpChg chg="add mod">
          <ac:chgData name="Anna Bianchi" userId="1dd43a41-4e4c-4b62-897c-c402d57a5e85" providerId="ADAL" clId="{7E0A2C20-EFE7-4154-BBCD-F203FBDD73CA}" dt="2024-09-27T13:40:36.254" v="1398" actId="1076"/>
          <ac:grpSpMkLst>
            <pc:docMk/>
            <pc:sldMk cId="4204870643" sldId="275"/>
            <ac:grpSpMk id="7" creationId="{350A8E1F-2CEA-8239-869D-505CFB5FC311}"/>
          </ac:grpSpMkLst>
        </pc:grpChg>
        <pc:grpChg chg="add mod">
          <ac:chgData name="Anna Bianchi" userId="1dd43a41-4e4c-4b62-897c-c402d57a5e85" providerId="ADAL" clId="{7E0A2C20-EFE7-4154-BBCD-F203FBDD73CA}" dt="2024-09-27T13:40:36.254" v="1398" actId="1076"/>
          <ac:grpSpMkLst>
            <pc:docMk/>
            <pc:sldMk cId="4204870643" sldId="275"/>
            <ac:grpSpMk id="47" creationId="{01BBF61B-FA9D-3AA2-BDD2-5FE384CBE5F0}"/>
          </ac:grpSpMkLst>
        </pc:grpChg>
        <pc:grpChg chg="add mod">
          <ac:chgData name="Anna Bianchi" userId="1dd43a41-4e4c-4b62-897c-c402d57a5e85" providerId="ADAL" clId="{7E0A2C20-EFE7-4154-BBCD-F203FBDD73CA}" dt="2024-09-27T13:40:45.164" v="1399"/>
          <ac:grpSpMkLst>
            <pc:docMk/>
            <pc:sldMk cId="4204870643" sldId="275"/>
            <ac:grpSpMk id="50" creationId="{16D92913-E324-BED8-009F-58A8C5DC4AAE}"/>
          </ac:grpSpMkLst>
        </pc:grpChg>
        <pc:picChg chg="add mod">
          <ac:chgData name="Anna Bianchi" userId="1dd43a41-4e4c-4b62-897c-c402d57a5e85" providerId="ADAL" clId="{7E0A2C20-EFE7-4154-BBCD-F203FBDD73CA}" dt="2024-09-27T13:40:36.254" v="1398" actId="1076"/>
          <ac:picMkLst>
            <pc:docMk/>
            <pc:sldMk cId="4204870643" sldId="275"/>
            <ac:picMk id="6" creationId="{96F38939-64FE-71F0-C3BE-7DE48D5AAE68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10" creationId="{0523E526-971B-979C-4D93-401BAF91D8A5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11" creationId="{1135D2BC-3A3C-340D-1414-66420B479D2B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12" creationId="{D3C0ED50-B793-A4FF-27CD-193A6FAD0718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13" creationId="{C1B58D00-32E8-4936-BFBE-CD845BC15A13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14" creationId="{2A73CDBA-271C-9040-A4FE-A0B0D38D7A95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15" creationId="{D709DD03-049D-8B76-1E20-7FF8EE172D34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16" creationId="{AF5A449A-D82A-EA19-70F7-B84A2125DA2F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17" creationId="{FCEE4FF9-4780-2EDD-EE0C-1DDD66C1B58C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18" creationId="{6ED35873-CDBA-F926-5AA3-1EAE22FDA0DE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19" creationId="{83102A73-6B14-2942-ADD4-5DACBC04F013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20" creationId="{EE2E00BB-487D-505D-81FC-E376C4473D3E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21" creationId="{4D2C0169-1788-E1B7-B000-E0D82404B8B7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22" creationId="{44138E32-003A-6265-BC41-64915FC3EE86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23" creationId="{4A595D78-C913-5B30-C0ED-017285DF9ADA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24" creationId="{C57FDE65-EA76-DDD5-1DDC-B1064096819F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25" creationId="{61F48606-6DBC-CB08-E63B-42230E0F1B83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26" creationId="{C42DD1EC-8996-635A-8EAA-5B9F647CE16F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27" creationId="{505CE49A-1E7A-5661-011B-7F3BBA3AD0E4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28" creationId="{E3A7B0B9-6DCA-B45C-203E-46F6B7CEA34E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29" creationId="{BCD7657B-D72C-5599-AC90-05164F72B481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30" creationId="{AB5300F8-9BE0-86ED-50CE-208DB4342947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31" creationId="{4E1EBBD2-3C24-8C17-73FD-BE051C470299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32" creationId="{8770A292-534F-2E0F-40E0-3320B9684B47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33" creationId="{276F25DA-673A-D1B7-A71E-C06A9493E664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34" creationId="{80EC0176-9946-295C-0D0C-E8DF03014F2D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35" creationId="{A72C430A-1338-06CF-566C-F5AB0B8FE0D4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36" creationId="{FE8905B6-8FBB-9C77-65C1-FBBAF965F126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37" creationId="{49C6471F-F118-A5FC-73AD-91C802A0EA43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38" creationId="{2CEA2380-B361-E4C1-8A4F-8593BA08ABC7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39" creationId="{FBD73792-C377-3A8E-6489-96D272470F37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40" creationId="{E0767B42-3900-C0ED-8676-C80C65144048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41" creationId="{B462E677-49C3-A020-D579-D2E571FA580F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42" creationId="{A2377E56-3C54-8D76-1C64-C9C0714BED95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43" creationId="{34A6435E-1A02-6180-6615-4C604BEB9BFF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44" creationId="{1028D679-DB2B-ACE5-C0F2-76EF883B6970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45" creationId="{B90322B9-4E61-EB5A-1B8D-04A1440288CD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46" creationId="{CD7ED538-8F13-9C35-E474-3E77A9AF5B2F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51" creationId="{02D41E40-785C-565F-0F56-C3752E39619C}"/>
          </ac:picMkLst>
        </pc:picChg>
        <pc:picChg chg="mod">
          <ac:chgData name="Anna Bianchi" userId="1dd43a41-4e4c-4b62-897c-c402d57a5e85" providerId="ADAL" clId="{7E0A2C20-EFE7-4154-BBCD-F203FBDD73CA}" dt="2024-09-27T13:40:29.138" v="1397"/>
          <ac:picMkLst>
            <pc:docMk/>
            <pc:sldMk cId="4204870643" sldId="275"/>
            <ac:picMk id="52" creationId="{03AB5B9C-38D4-E2A4-3E8C-56B674168E9D}"/>
          </ac:picMkLst>
        </pc:picChg>
      </pc:sldChg>
      <pc:sldChg chg="addSp delSp modSp mod modAnim">
        <pc:chgData name="Anna Bianchi" userId="1dd43a41-4e4c-4b62-897c-c402d57a5e85" providerId="ADAL" clId="{7E0A2C20-EFE7-4154-BBCD-F203FBDD73CA}" dt="2024-09-30T10:20:12.174" v="1638" actId="20577"/>
        <pc:sldMkLst>
          <pc:docMk/>
          <pc:sldMk cId="3675225814" sldId="276"/>
        </pc:sldMkLst>
        <pc:spChg chg="del">
          <ac:chgData name="Anna Bianchi" userId="1dd43a41-4e4c-4b62-897c-c402d57a5e85" providerId="ADAL" clId="{7E0A2C20-EFE7-4154-BBCD-F203FBDD73CA}" dt="2024-09-30T10:20:09.118" v="1635" actId="478"/>
          <ac:spMkLst>
            <pc:docMk/>
            <pc:sldMk cId="3675225814" sldId="276"/>
            <ac:spMk id="3" creationId="{AF19924C-9707-09F7-BD14-A90045E937FA}"/>
          </ac:spMkLst>
        </pc:spChg>
        <pc:spChg chg="mod">
          <ac:chgData name="Anna Bianchi" userId="1dd43a41-4e4c-4b62-897c-c402d57a5e85" providerId="ADAL" clId="{7E0A2C20-EFE7-4154-BBCD-F203FBDD73CA}" dt="2024-09-27T13:41:03.511" v="1441" actId="20577"/>
          <ac:spMkLst>
            <pc:docMk/>
            <pc:sldMk cId="3675225814" sldId="276"/>
            <ac:spMk id="4" creationId="{AEBC1A8D-E693-4704-8E11-5AAB4B40BAEF}"/>
          </ac:spMkLst>
        </pc:spChg>
        <pc:spChg chg="add mod">
          <ac:chgData name="Anna Bianchi" userId="1dd43a41-4e4c-4b62-897c-c402d57a5e85" providerId="ADAL" clId="{7E0A2C20-EFE7-4154-BBCD-F203FBDD73CA}" dt="2024-09-27T13:41:34.296" v="1442"/>
          <ac:spMkLst>
            <pc:docMk/>
            <pc:sldMk cId="3675225814" sldId="276"/>
            <ac:spMk id="8" creationId="{10B3E6A0-7D5C-6232-9061-FC309ED727E4}"/>
          </ac:spMkLst>
        </pc:spChg>
        <pc:spChg chg="add mod">
          <ac:chgData name="Anna Bianchi" userId="1dd43a41-4e4c-4b62-897c-c402d57a5e85" providerId="ADAL" clId="{7E0A2C20-EFE7-4154-BBCD-F203FBDD73CA}" dt="2024-09-30T10:20:12.174" v="1638" actId="20577"/>
          <ac:spMkLst>
            <pc:docMk/>
            <pc:sldMk cId="3675225814" sldId="276"/>
            <ac:spMk id="9" creationId="{213AE000-BBE1-9C5C-EB14-3A1CDA94A7E3}"/>
          </ac:spMkLst>
        </pc:spChg>
        <pc:picChg chg="add mod">
          <ac:chgData name="Anna Bianchi" userId="1dd43a41-4e4c-4b62-897c-c402d57a5e85" providerId="ADAL" clId="{7E0A2C20-EFE7-4154-BBCD-F203FBDD73CA}" dt="2024-09-27T13:41:34.296" v="1442"/>
          <ac:picMkLst>
            <pc:docMk/>
            <pc:sldMk cId="3675225814" sldId="276"/>
            <ac:picMk id="5" creationId="{85209837-FEF6-B4CD-B743-E4B289B305C6}"/>
          </ac:picMkLst>
        </pc:picChg>
        <pc:picChg chg="add mod">
          <ac:chgData name="Anna Bianchi" userId="1dd43a41-4e4c-4b62-897c-c402d57a5e85" providerId="ADAL" clId="{7E0A2C20-EFE7-4154-BBCD-F203FBDD73CA}" dt="2024-09-27T13:41:34.296" v="1442"/>
          <ac:picMkLst>
            <pc:docMk/>
            <pc:sldMk cId="3675225814" sldId="276"/>
            <ac:picMk id="6" creationId="{E38B3B31-355C-FAA3-9D67-9779B8A1090A}"/>
          </ac:picMkLst>
        </pc:picChg>
        <pc:picChg chg="add mod">
          <ac:chgData name="Anna Bianchi" userId="1dd43a41-4e4c-4b62-897c-c402d57a5e85" providerId="ADAL" clId="{7E0A2C20-EFE7-4154-BBCD-F203FBDD73CA}" dt="2024-09-27T13:41:34.296" v="1442"/>
          <ac:picMkLst>
            <pc:docMk/>
            <pc:sldMk cId="3675225814" sldId="276"/>
            <ac:picMk id="7" creationId="{841865D5-463D-0424-C1F9-AC08BA40B9BE}"/>
          </ac:picMkLst>
        </pc:picChg>
      </pc:sldChg>
      <pc:sldChg chg="modSp add mod">
        <pc:chgData name="Anna Bianchi" userId="1dd43a41-4e4c-4b62-897c-c402d57a5e85" providerId="ADAL" clId="{7E0A2C20-EFE7-4154-BBCD-F203FBDD73CA}" dt="2024-09-30T10:18:56.315" v="1607" actId="20577"/>
        <pc:sldMkLst>
          <pc:docMk/>
          <pc:sldMk cId="935442176" sldId="277"/>
        </pc:sldMkLst>
        <pc:spChg chg="mod">
          <ac:chgData name="Anna Bianchi" userId="1dd43a41-4e4c-4b62-897c-c402d57a5e85" providerId="ADAL" clId="{7E0A2C20-EFE7-4154-BBCD-F203FBDD73CA}" dt="2024-09-30T10:18:56.315" v="1607" actId="20577"/>
          <ac:spMkLst>
            <pc:docMk/>
            <pc:sldMk cId="935442176" sldId="277"/>
            <ac:spMk id="3" creationId="{AF19924C-9707-09F7-BD14-A90045E937FA}"/>
          </ac:spMkLst>
        </pc:spChg>
        <pc:spChg chg="mod">
          <ac:chgData name="Anna Bianchi" userId="1dd43a41-4e4c-4b62-897c-c402d57a5e85" providerId="ADAL" clId="{7E0A2C20-EFE7-4154-BBCD-F203FBDD73CA}" dt="2024-09-27T08:57:44.373" v="888" actId="14100"/>
          <ac:spMkLst>
            <pc:docMk/>
            <pc:sldMk cId="935442176" sldId="277"/>
            <ac:spMk id="17" creationId="{FAEDBB82-BE55-D869-828A-CB34F637561F}"/>
          </ac:spMkLst>
        </pc:spChg>
      </pc:sldChg>
      <pc:sldChg chg="new del">
        <pc:chgData name="Anna Bianchi" userId="1dd43a41-4e4c-4b62-897c-c402d57a5e85" providerId="ADAL" clId="{7E0A2C20-EFE7-4154-BBCD-F203FBDD73CA}" dt="2024-09-26T12:44:38.241" v="405" actId="680"/>
        <pc:sldMkLst>
          <pc:docMk/>
          <pc:sldMk cId="2712996743" sldId="277"/>
        </pc:sldMkLst>
      </pc:sldChg>
      <pc:sldChg chg="addSp modSp add del mod modAnim">
        <pc:chgData name="Anna Bianchi" userId="1dd43a41-4e4c-4b62-897c-c402d57a5e85" providerId="ADAL" clId="{7E0A2C20-EFE7-4154-BBCD-F203FBDD73CA}" dt="2024-09-26T14:07:47.910" v="605" actId="2696"/>
        <pc:sldMkLst>
          <pc:docMk/>
          <pc:sldMk cId="2761133751" sldId="277"/>
        </pc:sldMkLst>
        <pc:spChg chg="mod">
          <ac:chgData name="Anna Bianchi" userId="1dd43a41-4e4c-4b62-897c-c402d57a5e85" providerId="ADAL" clId="{7E0A2C20-EFE7-4154-BBCD-F203FBDD73CA}" dt="2024-09-26T13:36:30.548" v="583" actId="20577"/>
          <ac:spMkLst>
            <pc:docMk/>
            <pc:sldMk cId="2761133751" sldId="277"/>
            <ac:spMk id="4" creationId="{AEBC1A8D-E693-4704-8E11-5AAB4B40BAEF}"/>
          </ac:spMkLst>
        </pc:spChg>
        <pc:spChg chg="add mod">
          <ac:chgData name="Anna Bianchi" userId="1dd43a41-4e4c-4b62-897c-c402d57a5e85" providerId="ADAL" clId="{7E0A2C20-EFE7-4154-BBCD-F203FBDD73CA}" dt="2024-09-26T13:40:39.234" v="584"/>
          <ac:spMkLst>
            <pc:docMk/>
            <pc:sldMk cId="2761133751" sldId="277"/>
            <ac:spMk id="5" creationId="{C86BCFA6-2479-5181-5386-2FA6CC64D4EB}"/>
          </ac:spMkLst>
        </pc:spChg>
        <pc:spChg chg="add mod">
          <ac:chgData name="Anna Bianchi" userId="1dd43a41-4e4c-4b62-897c-c402d57a5e85" providerId="ADAL" clId="{7E0A2C20-EFE7-4154-BBCD-F203FBDD73CA}" dt="2024-09-26T13:40:39.234" v="584"/>
          <ac:spMkLst>
            <pc:docMk/>
            <pc:sldMk cId="2761133751" sldId="277"/>
            <ac:spMk id="6" creationId="{98BF6FBB-1B6C-E7F8-9972-38B7975DA074}"/>
          </ac:spMkLst>
        </pc:spChg>
        <pc:spChg chg="add mod">
          <ac:chgData name="Anna Bianchi" userId="1dd43a41-4e4c-4b62-897c-c402d57a5e85" providerId="ADAL" clId="{7E0A2C20-EFE7-4154-BBCD-F203FBDD73CA}" dt="2024-09-26T13:40:39.234" v="584"/>
          <ac:spMkLst>
            <pc:docMk/>
            <pc:sldMk cId="2761133751" sldId="277"/>
            <ac:spMk id="7" creationId="{AEBE9292-751D-A2AF-FB69-7F3F1555273E}"/>
          </ac:spMkLst>
        </pc:spChg>
        <pc:spChg chg="add mod">
          <ac:chgData name="Anna Bianchi" userId="1dd43a41-4e4c-4b62-897c-c402d57a5e85" providerId="ADAL" clId="{7E0A2C20-EFE7-4154-BBCD-F203FBDD73CA}" dt="2024-09-26T13:41:03.089" v="586"/>
          <ac:spMkLst>
            <pc:docMk/>
            <pc:sldMk cId="2761133751" sldId="277"/>
            <ac:spMk id="10" creationId="{C5F6F150-9098-8C33-B1B7-4CFBC1D57C93}"/>
          </ac:spMkLst>
        </pc:spChg>
        <pc:spChg chg="add mod">
          <ac:chgData name="Anna Bianchi" userId="1dd43a41-4e4c-4b62-897c-c402d57a5e85" providerId="ADAL" clId="{7E0A2C20-EFE7-4154-BBCD-F203FBDD73CA}" dt="2024-09-26T13:41:03.089" v="586"/>
          <ac:spMkLst>
            <pc:docMk/>
            <pc:sldMk cId="2761133751" sldId="277"/>
            <ac:spMk id="11" creationId="{F8ACB018-C010-F344-CFC4-9BCFA535CF84}"/>
          </ac:spMkLst>
        </pc:spChg>
        <pc:spChg chg="add mod">
          <ac:chgData name="Anna Bianchi" userId="1dd43a41-4e4c-4b62-897c-c402d57a5e85" providerId="ADAL" clId="{7E0A2C20-EFE7-4154-BBCD-F203FBDD73CA}" dt="2024-09-26T13:41:03.089" v="586"/>
          <ac:spMkLst>
            <pc:docMk/>
            <pc:sldMk cId="2761133751" sldId="277"/>
            <ac:spMk id="12" creationId="{C6F21E15-ABBE-1E15-C820-1ED417BC0B1F}"/>
          </ac:spMkLst>
        </pc:spChg>
        <pc:spChg chg="add mod ord">
          <ac:chgData name="Anna Bianchi" userId="1dd43a41-4e4c-4b62-897c-c402d57a5e85" providerId="ADAL" clId="{7E0A2C20-EFE7-4154-BBCD-F203FBDD73CA}" dt="2024-09-26T13:49:23.337" v="599" actId="166"/>
          <ac:spMkLst>
            <pc:docMk/>
            <pc:sldMk cId="2761133751" sldId="277"/>
            <ac:spMk id="17" creationId="{FAEDBB82-BE55-D869-828A-CB34F637561F}"/>
          </ac:spMkLst>
        </pc:spChg>
        <pc:spChg chg="add mod">
          <ac:chgData name="Anna Bianchi" userId="1dd43a41-4e4c-4b62-897c-c402d57a5e85" providerId="ADAL" clId="{7E0A2C20-EFE7-4154-BBCD-F203FBDD73CA}" dt="2024-09-26T13:50:17.184" v="604" actId="1076"/>
          <ac:spMkLst>
            <pc:docMk/>
            <pc:sldMk cId="2761133751" sldId="277"/>
            <ac:spMk id="18" creationId="{42200EB9-4A5E-FFF9-DB12-C5FC2D501DCC}"/>
          </ac:spMkLst>
        </pc:spChg>
        <pc:spChg chg="mod">
          <ac:chgData name="Anna Bianchi" userId="1dd43a41-4e4c-4b62-897c-c402d57a5e85" providerId="ADAL" clId="{7E0A2C20-EFE7-4154-BBCD-F203FBDD73CA}" dt="2024-09-26T13:49:13.618" v="597"/>
          <ac:spMkLst>
            <pc:docMk/>
            <pc:sldMk cId="2761133751" sldId="277"/>
            <ac:spMk id="21" creationId="{828B88FE-0F4A-568C-7F9F-A70569FD5973}"/>
          </ac:spMkLst>
        </pc:spChg>
        <pc:spChg chg="mod">
          <ac:chgData name="Anna Bianchi" userId="1dd43a41-4e4c-4b62-897c-c402d57a5e85" providerId="ADAL" clId="{7E0A2C20-EFE7-4154-BBCD-F203FBDD73CA}" dt="2024-09-26T13:49:13.618" v="597"/>
          <ac:spMkLst>
            <pc:docMk/>
            <pc:sldMk cId="2761133751" sldId="277"/>
            <ac:spMk id="24" creationId="{68DA6FE6-48FE-3643-7B42-45D9F4C7F166}"/>
          </ac:spMkLst>
        </pc:spChg>
        <pc:spChg chg="add mod">
          <ac:chgData name="Anna Bianchi" userId="1dd43a41-4e4c-4b62-897c-c402d57a5e85" providerId="ADAL" clId="{7E0A2C20-EFE7-4154-BBCD-F203FBDD73CA}" dt="2024-09-26T13:49:13.618" v="597"/>
          <ac:spMkLst>
            <pc:docMk/>
            <pc:sldMk cId="2761133751" sldId="277"/>
            <ac:spMk id="26" creationId="{7725E89C-4754-A0E7-2DB4-097B2C613276}"/>
          </ac:spMkLst>
        </pc:spChg>
        <pc:grpChg chg="add mod">
          <ac:chgData name="Anna Bianchi" userId="1dd43a41-4e4c-4b62-897c-c402d57a5e85" providerId="ADAL" clId="{7E0A2C20-EFE7-4154-BBCD-F203FBDD73CA}" dt="2024-09-26T13:49:13.618" v="597"/>
          <ac:grpSpMkLst>
            <pc:docMk/>
            <pc:sldMk cId="2761133751" sldId="277"/>
            <ac:grpSpMk id="19" creationId="{6FFE9F4B-FDCE-20AE-8743-F0DF57F03D92}"/>
          </ac:grpSpMkLst>
        </pc:grpChg>
        <pc:grpChg chg="add mod">
          <ac:chgData name="Anna Bianchi" userId="1dd43a41-4e4c-4b62-897c-c402d57a5e85" providerId="ADAL" clId="{7E0A2C20-EFE7-4154-BBCD-F203FBDD73CA}" dt="2024-09-26T13:49:13.618" v="597"/>
          <ac:grpSpMkLst>
            <pc:docMk/>
            <pc:sldMk cId="2761133751" sldId="277"/>
            <ac:grpSpMk id="22" creationId="{EBC03B03-F58A-E452-9C6F-141630DA6D54}"/>
          </ac:grpSpMkLst>
        </pc:grpChg>
        <pc:picChg chg="add mod">
          <ac:chgData name="Anna Bianchi" userId="1dd43a41-4e4c-4b62-897c-c402d57a5e85" providerId="ADAL" clId="{7E0A2C20-EFE7-4154-BBCD-F203FBDD73CA}" dt="2024-09-26T13:40:39.234" v="584"/>
          <ac:picMkLst>
            <pc:docMk/>
            <pc:sldMk cId="2761133751" sldId="277"/>
            <ac:picMk id="8" creationId="{639EE674-EA01-5EC9-B32C-B71F3111D370}"/>
          </ac:picMkLst>
        </pc:picChg>
        <pc:picChg chg="add mod">
          <ac:chgData name="Anna Bianchi" userId="1dd43a41-4e4c-4b62-897c-c402d57a5e85" providerId="ADAL" clId="{7E0A2C20-EFE7-4154-BBCD-F203FBDD73CA}" dt="2024-09-26T13:40:39.234" v="584"/>
          <ac:picMkLst>
            <pc:docMk/>
            <pc:sldMk cId="2761133751" sldId="277"/>
            <ac:picMk id="9" creationId="{C9FCB57B-84BF-2260-C754-FD19E9DE79B4}"/>
          </ac:picMkLst>
        </pc:picChg>
        <pc:picChg chg="add mod">
          <ac:chgData name="Anna Bianchi" userId="1dd43a41-4e4c-4b62-897c-c402d57a5e85" providerId="ADAL" clId="{7E0A2C20-EFE7-4154-BBCD-F203FBDD73CA}" dt="2024-09-26T13:41:03.089" v="586"/>
          <ac:picMkLst>
            <pc:docMk/>
            <pc:sldMk cId="2761133751" sldId="277"/>
            <ac:picMk id="13" creationId="{56DA5C4F-B3EF-8007-2ABA-08A7D1B81745}"/>
          </ac:picMkLst>
        </pc:picChg>
        <pc:picChg chg="add mod">
          <ac:chgData name="Anna Bianchi" userId="1dd43a41-4e4c-4b62-897c-c402d57a5e85" providerId="ADAL" clId="{7E0A2C20-EFE7-4154-BBCD-F203FBDD73CA}" dt="2024-09-26T13:41:03.089" v="586"/>
          <ac:picMkLst>
            <pc:docMk/>
            <pc:sldMk cId="2761133751" sldId="277"/>
            <ac:picMk id="14" creationId="{EF84456E-44BA-F304-2401-09789AA7506F}"/>
          </ac:picMkLst>
        </pc:picChg>
        <pc:picChg chg="add mod">
          <ac:chgData name="Anna Bianchi" userId="1dd43a41-4e4c-4b62-897c-c402d57a5e85" providerId="ADAL" clId="{7E0A2C20-EFE7-4154-BBCD-F203FBDD73CA}" dt="2024-09-26T13:41:03.089" v="586"/>
          <ac:picMkLst>
            <pc:docMk/>
            <pc:sldMk cId="2761133751" sldId="277"/>
            <ac:picMk id="15" creationId="{E863F2DE-06B6-A50B-1482-1EBF074B29A3}"/>
          </ac:picMkLst>
        </pc:picChg>
        <pc:picChg chg="add mod">
          <ac:chgData name="Anna Bianchi" userId="1dd43a41-4e4c-4b62-897c-c402d57a5e85" providerId="ADAL" clId="{7E0A2C20-EFE7-4154-BBCD-F203FBDD73CA}" dt="2024-09-26T13:41:03.089" v="586"/>
          <ac:picMkLst>
            <pc:docMk/>
            <pc:sldMk cId="2761133751" sldId="277"/>
            <ac:picMk id="16" creationId="{6942FBF5-0733-658A-C6C2-64B4A4DBF1DA}"/>
          </ac:picMkLst>
        </pc:picChg>
        <pc:picChg chg="mod">
          <ac:chgData name="Anna Bianchi" userId="1dd43a41-4e4c-4b62-897c-c402d57a5e85" providerId="ADAL" clId="{7E0A2C20-EFE7-4154-BBCD-F203FBDD73CA}" dt="2024-09-26T13:49:13.618" v="597"/>
          <ac:picMkLst>
            <pc:docMk/>
            <pc:sldMk cId="2761133751" sldId="277"/>
            <ac:picMk id="20" creationId="{80EB22DA-1F73-69F6-F756-42ECC620B1B2}"/>
          </ac:picMkLst>
        </pc:picChg>
        <pc:picChg chg="mod">
          <ac:chgData name="Anna Bianchi" userId="1dd43a41-4e4c-4b62-897c-c402d57a5e85" providerId="ADAL" clId="{7E0A2C20-EFE7-4154-BBCD-F203FBDD73CA}" dt="2024-09-26T13:49:13.618" v="597"/>
          <ac:picMkLst>
            <pc:docMk/>
            <pc:sldMk cId="2761133751" sldId="277"/>
            <ac:picMk id="23" creationId="{C0C9B66B-C630-8B78-651D-B8DFE111918F}"/>
          </ac:picMkLst>
        </pc:picChg>
        <pc:picChg chg="add mod">
          <ac:chgData name="Anna Bianchi" userId="1dd43a41-4e4c-4b62-897c-c402d57a5e85" providerId="ADAL" clId="{7E0A2C20-EFE7-4154-BBCD-F203FBDD73CA}" dt="2024-09-26T13:49:13.618" v="597"/>
          <ac:picMkLst>
            <pc:docMk/>
            <pc:sldMk cId="2761133751" sldId="277"/>
            <ac:picMk id="25" creationId="{2107317D-327D-7475-3105-411F7E90C978}"/>
          </ac:picMkLst>
        </pc:picChg>
      </pc:sldChg>
      <pc:sldChg chg="new del">
        <pc:chgData name="Anna Bianchi" userId="1dd43a41-4e4c-4b62-897c-c402d57a5e85" providerId="ADAL" clId="{7E0A2C20-EFE7-4154-BBCD-F203FBDD73CA}" dt="2024-09-26T12:44:37.979" v="404" actId="680"/>
        <pc:sldMkLst>
          <pc:docMk/>
          <pc:sldMk cId="2337363727" sldId="278"/>
        </pc:sldMkLst>
      </pc:sldChg>
      <pc:sldChg chg="addSp modSp new mod modAnim">
        <pc:chgData name="Anna Bianchi" userId="1dd43a41-4e4c-4b62-897c-c402d57a5e85" providerId="ADAL" clId="{7E0A2C20-EFE7-4154-BBCD-F203FBDD73CA}" dt="2024-09-30T11:10:54.405" v="2090" actId="20577"/>
        <pc:sldMkLst>
          <pc:docMk/>
          <pc:sldMk cId="3427248642" sldId="278"/>
        </pc:sldMkLst>
        <pc:spChg chg="mod">
          <ac:chgData name="Anna Bianchi" userId="1dd43a41-4e4c-4b62-897c-c402d57a5e85" providerId="ADAL" clId="{7E0A2C20-EFE7-4154-BBCD-F203FBDD73CA}" dt="2024-09-27T12:31:08.113" v="1323" actId="20577"/>
          <ac:spMkLst>
            <pc:docMk/>
            <pc:sldMk cId="3427248642" sldId="278"/>
            <ac:spMk id="2" creationId="{5299901F-870D-98D9-4BDE-5807597D670E}"/>
          </ac:spMkLst>
        </pc:spChg>
        <pc:spChg chg="add mod">
          <ac:chgData name="Anna Bianchi" userId="1dd43a41-4e4c-4b62-897c-c402d57a5e85" providerId="ADAL" clId="{7E0A2C20-EFE7-4154-BBCD-F203FBDD73CA}" dt="2024-09-27T08:51:09.703" v="731" actId="1036"/>
          <ac:spMkLst>
            <pc:docMk/>
            <pc:sldMk cId="3427248642" sldId="278"/>
            <ac:spMk id="3" creationId="{BD39FAB8-4723-7E3D-5572-828A9872E3E3}"/>
          </ac:spMkLst>
        </pc:spChg>
        <pc:spChg chg="add mod">
          <ac:chgData name="Anna Bianchi" userId="1dd43a41-4e4c-4b62-897c-c402d57a5e85" providerId="ADAL" clId="{7E0A2C20-EFE7-4154-BBCD-F203FBDD73CA}" dt="2024-09-27T08:51:09.703" v="731" actId="1036"/>
          <ac:spMkLst>
            <pc:docMk/>
            <pc:sldMk cId="3427248642" sldId="278"/>
            <ac:spMk id="8" creationId="{BFAB8EB8-0FFD-AE69-2DF9-50023F303733}"/>
          </ac:spMkLst>
        </pc:spChg>
        <pc:spChg chg="add mod">
          <ac:chgData name="Anna Bianchi" userId="1dd43a41-4e4c-4b62-897c-c402d57a5e85" providerId="ADAL" clId="{7E0A2C20-EFE7-4154-BBCD-F203FBDD73CA}" dt="2024-09-27T08:51:09.703" v="731" actId="1036"/>
          <ac:spMkLst>
            <pc:docMk/>
            <pc:sldMk cId="3427248642" sldId="278"/>
            <ac:spMk id="9" creationId="{33D56939-36C0-4762-22F1-4B76CFFD4F15}"/>
          </ac:spMkLst>
        </pc:spChg>
        <pc:spChg chg="add mod">
          <ac:chgData name="Anna Bianchi" userId="1dd43a41-4e4c-4b62-897c-c402d57a5e85" providerId="ADAL" clId="{7E0A2C20-EFE7-4154-BBCD-F203FBDD73CA}" dt="2024-09-27T08:51:09.703" v="731" actId="1036"/>
          <ac:spMkLst>
            <pc:docMk/>
            <pc:sldMk cId="3427248642" sldId="278"/>
            <ac:spMk id="10" creationId="{1E31E96C-A3B9-54E2-4131-3DFAFC881A76}"/>
          </ac:spMkLst>
        </pc:spChg>
        <pc:spChg chg="add mod">
          <ac:chgData name="Anna Bianchi" userId="1dd43a41-4e4c-4b62-897c-c402d57a5e85" providerId="ADAL" clId="{7E0A2C20-EFE7-4154-BBCD-F203FBDD73CA}" dt="2024-09-27T08:49:54.845" v="654"/>
          <ac:spMkLst>
            <pc:docMk/>
            <pc:sldMk cId="3427248642" sldId="278"/>
            <ac:spMk id="11" creationId="{4E5D7011-F38A-394D-0D21-5E84569BD23E}"/>
          </ac:spMkLst>
        </pc:spChg>
        <pc:spChg chg="add mod">
          <ac:chgData name="Anna Bianchi" userId="1dd43a41-4e4c-4b62-897c-c402d57a5e85" providerId="ADAL" clId="{7E0A2C20-EFE7-4154-BBCD-F203FBDD73CA}" dt="2024-09-30T11:10:54.405" v="2090" actId="20577"/>
          <ac:spMkLst>
            <pc:docMk/>
            <pc:sldMk cId="3427248642" sldId="278"/>
            <ac:spMk id="12" creationId="{04D6757E-1780-441A-0FA8-3C50ECFB5ADE}"/>
          </ac:spMkLst>
        </pc:spChg>
        <pc:picChg chg="add mod">
          <ac:chgData name="Anna Bianchi" userId="1dd43a41-4e4c-4b62-897c-c402d57a5e85" providerId="ADAL" clId="{7E0A2C20-EFE7-4154-BBCD-F203FBDD73CA}" dt="2024-09-27T08:51:09.703" v="731" actId="1036"/>
          <ac:picMkLst>
            <pc:docMk/>
            <pc:sldMk cId="3427248642" sldId="278"/>
            <ac:picMk id="4" creationId="{6C71D017-B539-8217-8A0E-1AD3314D273C}"/>
          </ac:picMkLst>
        </pc:picChg>
        <pc:picChg chg="add mod">
          <ac:chgData name="Anna Bianchi" userId="1dd43a41-4e4c-4b62-897c-c402d57a5e85" providerId="ADAL" clId="{7E0A2C20-EFE7-4154-BBCD-F203FBDD73CA}" dt="2024-09-27T08:51:09.703" v="731" actId="1036"/>
          <ac:picMkLst>
            <pc:docMk/>
            <pc:sldMk cId="3427248642" sldId="278"/>
            <ac:picMk id="5" creationId="{CF547A27-6371-CC16-A97D-09FA8C243469}"/>
          </ac:picMkLst>
        </pc:picChg>
        <pc:picChg chg="add mod">
          <ac:chgData name="Anna Bianchi" userId="1dd43a41-4e4c-4b62-897c-c402d57a5e85" providerId="ADAL" clId="{7E0A2C20-EFE7-4154-BBCD-F203FBDD73CA}" dt="2024-09-27T08:51:09.703" v="731" actId="1036"/>
          <ac:picMkLst>
            <pc:docMk/>
            <pc:sldMk cId="3427248642" sldId="278"/>
            <ac:picMk id="6" creationId="{E7EAB2D1-31FC-2CB6-9077-ED35E4798E14}"/>
          </ac:picMkLst>
        </pc:picChg>
        <pc:picChg chg="add mod">
          <ac:chgData name="Anna Bianchi" userId="1dd43a41-4e4c-4b62-897c-c402d57a5e85" providerId="ADAL" clId="{7E0A2C20-EFE7-4154-BBCD-F203FBDD73CA}" dt="2024-09-27T08:51:09.703" v="731" actId="1036"/>
          <ac:picMkLst>
            <pc:docMk/>
            <pc:sldMk cId="3427248642" sldId="278"/>
            <ac:picMk id="7" creationId="{97D6121F-C7BB-0845-99AE-533958C79FAD}"/>
          </ac:picMkLst>
        </pc:picChg>
      </pc:sldChg>
      <pc:sldChg chg="addSp delSp modSp new mod modAnim">
        <pc:chgData name="Anna Bianchi" userId="1dd43a41-4e4c-4b62-897c-c402d57a5e85" providerId="ADAL" clId="{7E0A2C20-EFE7-4154-BBCD-F203FBDD73CA}" dt="2024-09-30T11:11:19.628" v="2115" actId="20577"/>
        <pc:sldMkLst>
          <pc:docMk/>
          <pc:sldMk cId="1824073787" sldId="279"/>
        </pc:sldMkLst>
        <pc:spChg chg="mod">
          <ac:chgData name="Anna Bianchi" userId="1dd43a41-4e4c-4b62-897c-c402d57a5e85" providerId="ADAL" clId="{7E0A2C20-EFE7-4154-BBCD-F203FBDD73CA}" dt="2024-09-27T12:30:35.557" v="1292" actId="27636"/>
          <ac:spMkLst>
            <pc:docMk/>
            <pc:sldMk cId="1824073787" sldId="279"/>
            <ac:spMk id="2" creationId="{06026124-D6AC-E90C-E2CA-995AF4BB0E4A}"/>
          </ac:spMkLst>
        </pc:spChg>
        <pc:spChg chg="add mod">
          <ac:chgData name="Anna Bianchi" userId="1dd43a41-4e4c-4b62-897c-c402d57a5e85" providerId="ADAL" clId="{7E0A2C20-EFE7-4154-BBCD-F203FBDD73CA}" dt="2024-09-27T08:49:56.276" v="655"/>
          <ac:spMkLst>
            <pc:docMk/>
            <pc:sldMk cId="1824073787" sldId="279"/>
            <ac:spMk id="3" creationId="{09044CD5-8DD0-1726-1C3F-D1908DD57C6F}"/>
          </ac:spMkLst>
        </pc:spChg>
        <pc:spChg chg="add del">
          <ac:chgData name="Anna Bianchi" userId="1dd43a41-4e4c-4b62-897c-c402d57a5e85" providerId="ADAL" clId="{7E0A2C20-EFE7-4154-BBCD-F203FBDD73CA}" dt="2024-09-27T08:51:16.713" v="733" actId="22"/>
          <ac:spMkLst>
            <pc:docMk/>
            <pc:sldMk cId="1824073787" sldId="279"/>
            <ac:spMk id="5" creationId="{9B3DB307-789D-870A-BF01-3D457A165309}"/>
          </ac:spMkLst>
        </pc:spChg>
        <pc:spChg chg="add 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10" creationId="{DA12A9E1-98B6-314C-EA80-8711BD765CA3}"/>
          </ac:spMkLst>
        </pc:spChg>
        <pc:spChg chg="add 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11" creationId="{8A140624-B8C3-CC52-DC57-12949367DD0D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14" creationId="{8FD50413-D856-E409-E6AA-42B645AD38A8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15" creationId="{6437D705-3EF9-1099-A790-1155EA6BDC2F}"/>
          </ac:spMkLst>
        </pc:spChg>
        <pc:spChg chg="add 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16" creationId="{D25D9DC8-9393-CA71-6DBA-E49116C0056E}"/>
          </ac:spMkLst>
        </pc:spChg>
        <pc:spChg chg="add 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17" creationId="{7B14C2DF-F01B-2584-8DD1-68F6CFD473BC}"/>
          </ac:spMkLst>
        </pc:spChg>
        <pc:spChg chg="add 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18" creationId="{8AFD5137-E8D8-8741-9B78-33B13B368496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21" creationId="{AEDA5843-94EA-0763-6EF5-426E4A6B516D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23" creationId="{91F1B4B0-37EF-2A76-0213-A008CA3E4455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25" creationId="{D3ABD790-7C5E-EE75-64AB-D888FA29CA4D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27" creationId="{360DD129-C94D-33C1-F09F-787D8D476AC0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29" creationId="{07EAAE46-8600-F225-6437-2085941B48B8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31" creationId="{330A9EE0-5C4C-A4AD-62EE-8EFBBD0364F8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32" creationId="{6984E8D2-242F-893E-32E2-FAD722AF7A91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33" creationId="{ABB6CCE8-2A0B-A9E3-CEFE-9752401A1BEB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34" creationId="{BBB8D2BF-27F7-2001-00CC-D80DF8F42F0F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35" creationId="{738FE24E-0204-6D9C-6E7D-0A4CB6FBC9E5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36" creationId="{1B3A4098-EA96-B873-AFCE-02C4024791A0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37" creationId="{EBE66039-09A2-4126-5DC1-F8F0CEBBF7F3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38" creationId="{1EAFF3C5-D450-7D06-C0B4-272327C1C1CA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39" creationId="{ED28624A-CC62-8966-814F-7CF2639EC24D}"/>
          </ac:spMkLst>
        </pc:spChg>
        <pc:spChg chg="mod">
          <ac:chgData name="Anna Bianchi" userId="1dd43a41-4e4c-4b62-897c-c402d57a5e85" providerId="ADAL" clId="{7E0A2C20-EFE7-4154-BBCD-F203FBDD73CA}" dt="2024-09-27T08:51:57.511" v="738"/>
          <ac:spMkLst>
            <pc:docMk/>
            <pc:sldMk cId="1824073787" sldId="279"/>
            <ac:spMk id="40" creationId="{E910B5BC-D056-7B38-BDEC-EE5BADDC3DC6}"/>
          </ac:spMkLst>
        </pc:spChg>
        <pc:spChg chg="add mod ord">
          <ac:chgData name="Anna Bianchi" userId="1dd43a41-4e4c-4b62-897c-c402d57a5e85" providerId="ADAL" clId="{7E0A2C20-EFE7-4154-BBCD-F203FBDD73CA}" dt="2024-09-27T08:52:41.358" v="753" actId="1038"/>
          <ac:spMkLst>
            <pc:docMk/>
            <pc:sldMk cId="1824073787" sldId="279"/>
            <ac:spMk id="42" creationId="{1A6A668A-F09B-187C-600A-B53308B5390B}"/>
          </ac:spMkLst>
        </pc:spChg>
        <pc:spChg chg="add mod ord">
          <ac:chgData name="Anna Bianchi" userId="1dd43a41-4e4c-4b62-897c-c402d57a5e85" providerId="ADAL" clId="{7E0A2C20-EFE7-4154-BBCD-F203FBDD73CA}" dt="2024-09-27T08:52:50.485" v="756" actId="1076"/>
          <ac:spMkLst>
            <pc:docMk/>
            <pc:sldMk cId="1824073787" sldId="279"/>
            <ac:spMk id="43" creationId="{8F7FACD5-D876-C3EC-77FA-21F9DE5F7B53}"/>
          </ac:spMkLst>
        </pc:spChg>
        <pc:spChg chg="add mod">
          <ac:chgData name="Anna Bianchi" userId="1dd43a41-4e4c-4b62-897c-c402d57a5e85" providerId="ADAL" clId="{7E0A2C20-EFE7-4154-BBCD-F203FBDD73CA}" dt="2024-09-27T08:53:15.556" v="810" actId="1076"/>
          <ac:spMkLst>
            <pc:docMk/>
            <pc:sldMk cId="1824073787" sldId="279"/>
            <ac:spMk id="45" creationId="{575ECD90-8FF1-1864-F370-285AEB72EA5D}"/>
          </ac:spMkLst>
        </pc:spChg>
        <pc:spChg chg="add mod">
          <ac:chgData name="Anna Bianchi" userId="1dd43a41-4e4c-4b62-897c-c402d57a5e85" providerId="ADAL" clId="{7E0A2C20-EFE7-4154-BBCD-F203FBDD73CA}" dt="2024-09-30T11:11:19.628" v="2115" actId="20577"/>
          <ac:spMkLst>
            <pc:docMk/>
            <pc:sldMk cId="1824073787" sldId="279"/>
            <ac:spMk id="46" creationId="{A03F04CF-9118-30C4-8DA8-0814955860BE}"/>
          </ac:spMkLst>
        </pc:spChg>
        <pc:grpChg chg="add mod">
          <ac:chgData name="Anna Bianchi" userId="1dd43a41-4e4c-4b62-897c-c402d57a5e85" providerId="ADAL" clId="{7E0A2C20-EFE7-4154-BBCD-F203FBDD73CA}" dt="2024-09-27T08:51:57.511" v="738"/>
          <ac:grpSpMkLst>
            <pc:docMk/>
            <pc:sldMk cId="1824073787" sldId="279"/>
            <ac:grpSpMk id="12" creationId="{92A51823-B84C-66BB-1465-8E6CC09E781B}"/>
          </ac:grpSpMkLst>
        </pc:grpChg>
        <pc:grpChg chg="add mod">
          <ac:chgData name="Anna Bianchi" userId="1dd43a41-4e4c-4b62-897c-c402d57a5e85" providerId="ADAL" clId="{7E0A2C20-EFE7-4154-BBCD-F203FBDD73CA}" dt="2024-09-27T08:51:57.511" v="738"/>
          <ac:grpSpMkLst>
            <pc:docMk/>
            <pc:sldMk cId="1824073787" sldId="279"/>
            <ac:grpSpMk id="20" creationId="{05FD4A2C-D394-9ABD-2AAB-8C886A317512}"/>
          </ac:grpSpMkLst>
        </pc:grpChg>
        <pc:grpChg chg="mod">
          <ac:chgData name="Anna Bianchi" userId="1dd43a41-4e4c-4b62-897c-c402d57a5e85" providerId="ADAL" clId="{7E0A2C20-EFE7-4154-BBCD-F203FBDD73CA}" dt="2024-09-27T08:51:57.511" v="738"/>
          <ac:grpSpMkLst>
            <pc:docMk/>
            <pc:sldMk cId="1824073787" sldId="279"/>
            <ac:grpSpMk id="22" creationId="{27A4882A-4E58-4DD4-3612-ABB9786D338C}"/>
          </ac:grpSpMkLst>
        </pc:grpChg>
        <pc:grpChg chg="mod">
          <ac:chgData name="Anna Bianchi" userId="1dd43a41-4e4c-4b62-897c-c402d57a5e85" providerId="ADAL" clId="{7E0A2C20-EFE7-4154-BBCD-F203FBDD73CA}" dt="2024-09-27T08:51:57.511" v="738"/>
          <ac:grpSpMkLst>
            <pc:docMk/>
            <pc:sldMk cId="1824073787" sldId="279"/>
            <ac:grpSpMk id="24" creationId="{2C9F792D-0F03-FC34-B598-2DDE28D7655F}"/>
          </ac:grpSpMkLst>
        </pc:grpChg>
        <pc:grpChg chg="mod">
          <ac:chgData name="Anna Bianchi" userId="1dd43a41-4e4c-4b62-897c-c402d57a5e85" providerId="ADAL" clId="{7E0A2C20-EFE7-4154-BBCD-F203FBDD73CA}" dt="2024-09-27T08:51:57.511" v="738"/>
          <ac:grpSpMkLst>
            <pc:docMk/>
            <pc:sldMk cId="1824073787" sldId="279"/>
            <ac:grpSpMk id="26" creationId="{1E0C55C2-774E-06A7-7030-D726F97FD794}"/>
          </ac:grpSpMkLst>
        </pc:grpChg>
        <pc:grpChg chg="mod">
          <ac:chgData name="Anna Bianchi" userId="1dd43a41-4e4c-4b62-897c-c402d57a5e85" providerId="ADAL" clId="{7E0A2C20-EFE7-4154-BBCD-F203FBDD73CA}" dt="2024-09-27T08:51:57.511" v="738"/>
          <ac:grpSpMkLst>
            <pc:docMk/>
            <pc:sldMk cId="1824073787" sldId="279"/>
            <ac:grpSpMk id="28" creationId="{6EF4EED4-FC18-BF93-55FD-1A349D5A4E9C}"/>
          </ac:grpSpMkLst>
        </pc:grpChg>
        <pc:grpChg chg="mod">
          <ac:chgData name="Anna Bianchi" userId="1dd43a41-4e4c-4b62-897c-c402d57a5e85" providerId="ADAL" clId="{7E0A2C20-EFE7-4154-BBCD-F203FBDD73CA}" dt="2024-09-27T08:51:57.511" v="738"/>
          <ac:grpSpMkLst>
            <pc:docMk/>
            <pc:sldMk cId="1824073787" sldId="279"/>
            <ac:grpSpMk id="30" creationId="{4BC5D743-9588-7B4E-8A77-A5230765E28B}"/>
          </ac:grpSpMkLst>
        </pc:grpChg>
        <pc:picChg chg="add mod">
          <ac:chgData name="Anna Bianchi" userId="1dd43a41-4e4c-4b62-897c-c402d57a5e85" providerId="ADAL" clId="{7E0A2C20-EFE7-4154-BBCD-F203FBDD73CA}" dt="2024-09-27T08:51:57.511" v="738"/>
          <ac:picMkLst>
            <pc:docMk/>
            <pc:sldMk cId="1824073787" sldId="279"/>
            <ac:picMk id="6" creationId="{A2DD9039-1195-259A-C639-F0654BEDA908}"/>
          </ac:picMkLst>
        </pc:picChg>
        <pc:picChg chg="add mod">
          <ac:chgData name="Anna Bianchi" userId="1dd43a41-4e4c-4b62-897c-c402d57a5e85" providerId="ADAL" clId="{7E0A2C20-EFE7-4154-BBCD-F203FBDD73CA}" dt="2024-09-27T08:51:57.511" v="738"/>
          <ac:picMkLst>
            <pc:docMk/>
            <pc:sldMk cId="1824073787" sldId="279"/>
            <ac:picMk id="7" creationId="{023AAAA2-716F-9F6E-D644-4E87503F4900}"/>
          </ac:picMkLst>
        </pc:picChg>
        <pc:picChg chg="add mod">
          <ac:chgData name="Anna Bianchi" userId="1dd43a41-4e4c-4b62-897c-c402d57a5e85" providerId="ADAL" clId="{7E0A2C20-EFE7-4154-BBCD-F203FBDD73CA}" dt="2024-09-27T08:51:57.511" v="738"/>
          <ac:picMkLst>
            <pc:docMk/>
            <pc:sldMk cId="1824073787" sldId="279"/>
            <ac:picMk id="8" creationId="{392CC243-E77C-4915-BF0A-8CE139567198}"/>
          </ac:picMkLst>
        </pc:picChg>
        <pc:picChg chg="add mod">
          <ac:chgData name="Anna Bianchi" userId="1dd43a41-4e4c-4b62-897c-c402d57a5e85" providerId="ADAL" clId="{7E0A2C20-EFE7-4154-BBCD-F203FBDD73CA}" dt="2024-09-27T08:51:57.511" v="738"/>
          <ac:picMkLst>
            <pc:docMk/>
            <pc:sldMk cId="1824073787" sldId="279"/>
            <ac:picMk id="9" creationId="{9F0907D4-A17F-D040-85C5-DB23D53FD522}"/>
          </ac:picMkLst>
        </pc:picChg>
        <pc:picChg chg="mod">
          <ac:chgData name="Anna Bianchi" userId="1dd43a41-4e4c-4b62-897c-c402d57a5e85" providerId="ADAL" clId="{7E0A2C20-EFE7-4154-BBCD-F203FBDD73CA}" dt="2024-09-27T08:51:57.511" v="738"/>
          <ac:picMkLst>
            <pc:docMk/>
            <pc:sldMk cId="1824073787" sldId="279"/>
            <ac:picMk id="13" creationId="{33FAE461-A249-7C9B-03CC-ECF1011FE1A2}"/>
          </ac:picMkLst>
        </pc:picChg>
        <pc:picChg chg="add mod">
          <ac:chgData name="Anna Bianchi" userId="1dd43a41-4e4c-4b62-897c-c402d57a5e85" providerId="ADAL" clId="{7E0A2C20-EFE7-4154-BBCD-F203FBDD73CA}" dt="2024-09-27T08:52:47.815" v="755" actId="1076"/>
          <ac:picMkLst>
            <pc:docMk/>
            <pc:sldMk cId="1824073787" sldId="279"/>
            <ac:picMk id="19" creationId="{9295CEC6-D4A4-AC77-0F3B-3DE40BB3CB2F}"/>
          </ac:picMkLst>
        </pc:picChg>
        <pc:cxnChg chg="add mod ord">
          <ac:chgData name="Anna Bianchi" userId="1dd43a41-4e4c-4b62-897c-c402d57a5e85" providerId="ADAL" clId="{7E0A2C20-EFE7-4154-BBCD-F203FBDD73CA}" dt="2024-09-27T08:52:50.485" v="756" actId="1076"/>
          <ac:cxnSpMkLst>
            <pc:docMk/>
            <pc:sldMk cId="1824073787" sldId="279"/>
            <ac:cxnSpMk id="41" creationId="{27146CEE-D748-A5B6-7B59-18030235DBDE}"/>
          </ac:cxnSpMkLst>
        </pc:cxnChg>
      </pc:sldChg>
      <pc:sldChg chg="addSp delSp modSp add mod delAnim modAnim">
        <pc:chgData name="Anna Bianchi" userId="1dd43a41-4e4c-4b62-897c-c402d57a5e85" providerId="ADAL" clId="{7E0A2C20-EFE7-4154-BBCD-F203FBDD73CA}" dt="2024-09-30T11:22:25.261" v="2162"/>
        <pc:sldMkLst>
          <pc:docMk/>
          <pc:sldMk cId="3607111463" sldId="280"/>
        </pc:sldMkLst>
        <pc:spChg chg="mod">
          <ac:chgData name="Anna Bianchi" userId="1dd43a41-4e4c-4b62-897c-c402d57a5e85" providerId="ADAL" clId="{7E0A2C20-EFE7-4154-BBCD-F203FBDD73CA}" dt="2024-09-27T11:44:16.135" v="1237" actId="20577"/>
          <ac:spMkLst>
            <pc:docMk/>
            <pc:sldMk cId="3607111463" sldId="280"/>
            <ac:spMk id="3" creationId="{AF19924C-9707-09F7-BD14-A90045E937FA}"/>
          </ac:spMkLst>
        </pc:spChg>
        <pc:spChg chg="mod">
          <ac:chgData name="Anna Bianchi" userId="1dd43a41-4e4c-4b62-897c-c402d57a5e85" providerId="ADAL" clId="{7E0A2C20-EFE7-4154-BBCD-F203FBDD73CA}" dt="2024-09-27T13:37:51.851" v="1394" actId="20577"/>
          <ac:spMkLst>
            <pc:docMk/>
            <pc:sldMk cId="3607111463" sldId="280"/>
            <ac:spMk id="4" creationId="{AEBC1A8D-E693-4704-8E11-5AAB4B40BAEF}"/>
          </ac:spMkLst>
        </pc:spChg>
        <pc:spChg chg="del">
          <ac:chgData name="Anna Bianchi" userId="1dd43a41-4e4c-4b62-897c-c402d57a5e85" providerId="ADAL" clId="{7E0A2C20-EFE7-4154-BBCD-F203FBDD73CA}" dt="2024-09-27T11:43:49.211" v="1225" actId="478"/>
          <ac:spMkLst>
            <pc:docMk/>
            <pc:sldMk cId="3607111463" sldId="280"/>
            <ac:spMk id="5" creationId="{5AF3B762-FF29-A317-7B17-D02FCA0BB80A}"/>
          </ac:spMkLst>
        </pc:spChg>
        <pc:spChg chg="del">
          <ac:chgData name="Anna Bianchi" userId="1dd43a41-4e4c-4b62-897c-c402d57a5e85" providerId="ADAL" clId="{7E0A2C20-EFE7-4154-BBCD-F203FBDD73CA}" dt="2024-09-27T11:43:53.262" v="1232" actId="478"/>
          <ac:spMkLst>
            <pc:docMk/>
            <pc:sldMk cId="3607111463" sldId="280"/>
            <ac:spMk id="6" creationId="{EDA4CB1D-3D78-E4DE-AC92-2F338EBE2723}"/>
          </ac:spMkLst>
        </pc:spChg>
        <pc:spChg chg="add mod">
          <ac:chgData name="Anna Bianchi" userId="1dd43a41-4e4c-4b62-897c-c402d57a5e85" providerId="ADAL" clId="{7E0A2C20-EFE7-4154-BBCD-F203FBDD73CA}" dt="2024-09-30T11:22:21.745" v="2161" actId="164"/>
          <ac:spMkLst>
            <pc:docMk/>
            <pc:sldMk cId="3607111463" sldId="280"/>
            <ac:spMk id="11" creationId="{A37E0C38-62DC-5851-23D5-E9503C5F3B73}"/>
          </ac:spMkLst>
        </pc:spChg>
        <pc:spChg chg="add mod">
          <ac:chgData name="Anna Bianchi" userId="1dd43a41-4e4c-4b62-897c-c402d57a5e85" providerId="ADAL" clId="{7E0A2C20-EFE7-4154-BBCD-F203FBDD73CA}" dt="2024-09-30T11:22:15.321" v="2160" actId="164"/>
          <ac:spMkLst>
            <pc:docMk/>
            <pc:sldMk cId="3607111463" sldId="280"/>
            <ac:spMk id="12" creationId="{5DF15BEA-A59F-C678-1BD8-A79FA06EF025}"/>
          </ac:spMkLst>
        </pc:spChg>
        <pc:spChg chg="add mod">
          <ac:chgData name="Anna Bianchi" userId="1dd43a41-4e4c-4b62-897c-c402d57a5e85" providerId="ADAL" clId="{7E0A2C20-EFE7-4154-BBCD-F203FBDD73CA}" dt="2024-09-30T11:22:21.745" v="2161" actId="164"/>
          <ac:spMkLst>
            <pc:docMk/>
            <pc:sldMk cId="3607111463" sldId="280"/>
            <ac:spMk id="13" creationId="{347E663F-7DC5-1D3D-8A81-61F42B57B8EC}"/>
          </ac:spMkLst>
        </pc:spChg>
        <pc:spChg chg="add mod">
          <ac:chgData name="Anna Bianchi" userId="1dd43a41-4e4c-4b62-897c-c402d57a5e85" providerId="ADAL" clId="{7E0A2C20-EFE7-4154-BBCD-F203FBDD73CA}" dt="2024-09-30T11:21:58.435" v="2159" actId="164"/>
          <ac:spMkLst>
            <pc:docMk/>
            <pc:sldMk cId="3607111463" sldId="280"/>
            <ac:spMk id="14" creationId="{70F79089-DE50-5752-70A8-3B4F32639991}"/>
          </ac:spMkLst>
        </pc:spChg>
        <pc:spChg chg="del">
          <ac:chgData name="Anna Bianchi" userId="1dd43a41-4e4c-4b62-897c-c402d57a5e85" providerId="ADAL" clId="{7E0A2C20-EFE7-4154-BBCD-F203FBDD73CA}" dt="2024-09-27T11:43:48.696" v="1224" actId="478"/>
          <ac:spMkLst>
            <pc:docMk/>
            <pc:sldMk cId="3607111463" sldId="280"/>
            <ac:spMk id="17" creationId="{62148231-BF6A-CF53-5284-D082B84D9079}"/>
          </ac:spMkLst>
        </pc:spChg>
        <pc:spChg chg="del">
          <ac:chgData name="Anna Bianchi" userId="1dd43a41-4e4c-4b62-897c-c402d57a5e85" providerId="ADAL" clId="{7E0A2C20-EFE7-4154-BBCD-F203FBDD73CA}" dt="2024-09-27T11:43:51.327" v="1229" actId="478"/>
          <ac:spMkLst>
            <pc:docMk/>
            <pc:sldMk cId="3607111463" sldId="280"/>
            <ac:spMk id="18" creationId="{5346C495-1DB0-0945-8E04-04B5A0E9023D}"/>
          </ac:spMkLst>
        </pc:spChg>
        <pc:spChg chg="del mod">
          <ac:chgData name="Anna Bianchi" userId="1dd43a41-4e4c-4b62-897c-c402d57a5e85" providerId="ADAL" clId="{7E0A2C20-EFE7-4154-BBCD-F203FBDD73CA}" dt="2024-09-27T11:43:52.438" v="1231" actId="478"/>
          <ac:spMkLst>
            <pc:docMk/>
            <pc:sldMk cId="3607111463" sldId="280"/>
            <ac:spMk id="19" creationId="{AACF193F-B563-D9FA-6EF8-141F153D268E}"/>
          </ac:spMkLst>
        </pc:spChg>
        <pc:spChg chg="mod">
          <ac:chgData name="Anna Bianchi" userId="1dd43a41-4e4c-4b62-897c-c402d57a5e85" providerId="ADAL" clId="{7E0A2C20-EFE7-4154-BBCD-F203FBDD73CA}" dt="2024-09-27T13:40:25.286" v="1395"/>
          <ac:spMkLst>
            <pc:docMk/>
            <pc:sldMk cId="3607111463" sldId="280"/>
            <ac:spMk id="22" creationId="{D3052840-AF24-1DDF-BA52-4AAFC9A9C096}"/>
          </ac:spMkLst>
        </pc:spChg>
        <pc:spChg chg="mod">
          <ac:chgData name="Anna Bianchi" userId="1dd43a41-4e4c-4b62-897c-c402d57a5e85" providerId="ADAL" clId="{7E0A2C20-EFE7-4154-BBCD-F203FBDD73CA}" dt="2024-09-27T13:40:25.286" v="1395"/>
          <ac:spMkLst>
            <pc:docMk/>
            <pc:sldMk cId="3607111463" sldId="280"/>
            <ac:spMk id="23" creationId="{26471F41-F4F8-795C-B333-9F1D85E2CDAB}"/>
          </ac:spMkLst>
        </pc:spChg>
        <pc:spChg chg="mod">
          <ac:chgData name="Anna Bianchi" userId="1dd43a41-4e4c-4b62-897c-c402d57a5e85" providerId="ADAL" clId="{7E0A2C20-EFE7-4154-BBCD-F203FBDD73CA}" dt="2024-09-27T13:40:25.286" v="1395"/>
          <ac:spMkLst>
            <pc:docMk/>
            <pc:sldMk cId="3607111463" sldId="280"/>
            <ac:spMk id="62" creationId="{2D22B0C9-50E0-53F3-86AB-E6804F8A93B7}"/>
          </ac:spMkLst>
        </pc:spChg>
        <pc:spChg chg="mod">
          <ac:chgData name="Anna Bianchi" userId="1dd43a41-4e4c-4b62-897c-c402d57a5e85" providerId="ADAL" clId="{7E0A2C20-EFE7-4154-BBCD-F203FBDD73CA}" dt="2024-09-27T13:40:25.286" v="1395"/>
          <ac:spMkLst>
            <pc:docMk/>
            <pc:sldMk cId="3607111463" sldId="280"/>
            <ac:spMk id="63" creationId="{85D2B38A-B471-C510-BEBC-EE233B160D2E}"/>
          </ac:spMkLst>
        </pc:spChg>
        <pc:grpChg chg="del">
          <ac:chgData name="Anna Bianchi" userId="1dd43a41-4e4c-4b62-897c-c402d57a5e85" providerId="ADAL" clId="{7E0A2C20-EFE7-4154-BBCD-F203FBDD73CA}" dt="2024-09-27T11:43:50.607" v="1228" actId="478"/>
          <ac:grpSpMkLst>
            <pc:docMk/>
            <pc:sldMk cId="3607111463" sldId="280"/>
            <ac:grpSpMk id="7" creationId="{E89FCAD5-0B30-A7DF-FC7F-8F66C0150D6E}"/>
          </ac:grpSpMkLst>
        </pc:grpChg>
        <pc:grpChg chg="del">
          <ac:chgData name="Anna Bianchi" userId="1dd43a41-4e4c-4b62-897c-c402d57a5e85" providerId="ADAL" clId="{7E0A2C20-EFE7-4154-BBCD-F203FBDD73CA}" dt="2024-09-27T11:43:49.631" v="1226" actId="478"/>
          <ac:grpSpMkLst>
            <pc:docMk/>
            <pc:sldMk cId="3607111463" sldId="280"/>
            <ac:grpSpMk id="11" creationId="{9281E334-9E90-2CC5-9426-2E1F791CD80F}"/>
          </ac:grpSpMkLst>
        </pc:grpChg>
        <pc:grpChg chg="del">
          <ac:chgData name="Anna Bianchi" userId="1dd43a41-4e4c-4b62-897c-c402d57a5e85" providerId="ADAL" clId="{7E0A2C20-EFE7-4154-BBCD-F203FBDD73CA}" dt="2024-09-27T11:43:47.639" v="1223" actId="478"/>
          <ac:grpSpMkLst>
            <pc:docMk/>
            <pc:sldMk cId="3607111463" sldId="280"/>
            <ac:grpSpMk id="14" creationId="{C0DB938F-AAFC-E2B8-50DC-5B1C17486494}"/>
          </ac:grpSpMkLst>
        </pc:grpChg>
        <pc:grpChg chg="add mod">
          <ac:chgData name="Anna Bianchi" userId="1dd43a41-4e4c-4b62-897c-c402d57a5e85" providerId="ADAL" clId="{7E0A2C20-EFE7-4154-BBCD-F203FBDD73CA}" dt="2024-09-27T13:40:25.286" v="1395"/>
          <ac:grpSpMkLst>
            <pc:docMk/>
            <pc:sldMk cId="3607111463" sldId="280"/>
            <ac:grpSpMk id="21" creationId="{93144B6B-6EE1-E403-D4F6-856CBDFFBF06}"/>
          </ac:grpSpMkLst>
        </pc:grpChg>
        <pc:grpChg chg="add mod">
          <ac:chgData name="Anna Bianchi" userId="1dd43a41-4e4c-4b62-897c-c402d57a5e85" providerId="ADAL" clId="{7E0A2C20-EFE7-4154-BBCD-F203FBDD73CA}" dt="2024-09-30T11:22:15.321" v="2160" actId="164"/>
          <ac:grpSpMkLst>
            <pc:docMk/>
            <pc:sldMk cId="3607111463" sldId="280"/>
            <ac:grpSpMk id="25" creationId="{196BBB13-7FE3-901D-C699-B5C7EA1CC015}"/>
          </ac:grpSpMkLst>
        </pc:grpChg>
        <pc:grpChg chg="add mod">
          <ac:chgData name="Anna Bianchi" userId="1dd43a41-4e4c-4b62-897c-c402d57a5e85" providerId="ADAL" clId="{7E0A2C20-EFE7-4154-BBCD-F203FBDD73CA}" dt="2024-09-30T11:22:15.321" v="2160" actId="164"/>
          <ac:grpSpMkLst>
            <pc:docMk/>
            <pc:sldMk cId="3607111463" sldId="280"/>
            <ac:grpSpMk id="26" creationId="{27065AAA-3DF5-2ED1-694A-4B2BEAE03294}"/>
          </ac:grpSpMkLst>
        </pc:grpChg>
        <pc:grpChg chg="add mod">
          <ac:chgData name="Anna Bianchi" userId="1dd43a41-4e4c-4b62-897c-c402d57a5e85" providerId="ADAL" clId="{7E0A2C20-EFE7-4154-BBCD-F203FBDD73CA}" dt="2024-09-30T11:22:21.745" v="2161" actId="164"/>
          <ac:grpSpMkLst>
            <pc:docMk/>
            <pc:sldMk cId="3607111463" sldId="280"/>
            <ac:grpSpMk id="27" creationId="{60AE54B4-C05A-8F41-81A0-72E6F6BA46B8}"/>
          </ac:grpSpMkLst>
        </pc:grpChg>
        <pc:grpChg chg="add mod">
          <ac:chgData name="Anna Bianchi" userId="1dd43a41-4e4c-4b62-897c-c402d57a5e85" providerId="ADAL" clId="{7E0A2C20-EFE7-4154-BBCD-F203FBDD73CA}" dt="2024-09-27T13:40:25.286" v="1395"/>
          <ac:grpSpMkLst>
            <pc:docMk/>
            <pc:sldMk cId="3607111463" sldId="280"/>
            <ac:grpSpMk id="61" creationId="{B3DA6BBF-9C64-E38C-FDC4-230868C6A869}"/>
          </ac:grpSpMkLst>
        </pc:grpChg>
        <pc:grpChg chg="add mod">
          <ac:chgData name="Anna Bianchi" userId="1dd43a41-4e4c-4b62-897c-c402d57a5e85" providerId="ADAL" clId="{7E0A2C20-EFE7-4154-BBCD-F203FBDD73CA}" dt="2024-09-27T13:40:25.286" v="1395"/>
          <ac:grpSpMkLst>
            <pc:docMk/>
            <pc:sldMk cId="3607111463" sldId="280"/>
            <ac:grpSpMk id="64" creationId="{5C4860C2-962C-0B3E-8E00-CF8120A631C2}"/>
          </ac:grpSpMkLst>
        </pc:grpChg>
        <pc:picChg chg="add mod">
          <ac:chgData name="Anna Bianchi" userId="1dd43a41-4e4c-4b62-897c-c402d57a5e85" providerId="ADAL" clId="{7E0A2C20-EFE7-4154-BBCD-F203FBDD73CA}" dt="2024-09-30T11:22:15.321" v="2160" actId="164"/>
          <ac:picMkLst>
            <pc:docMk/>
            <pc:sldMk cId="3607111463" sldId="280"/>
            <ac:picMk id="6" creationId="{FB1A1E05-6BA2-F888-7A84-5EEB1B5E1F9C}"/>
          </ac:picMkLst>
        </pc:picChg>
        <pc:picChg chg="add mod">
          <ac:chgData name="Anna Bianchi" userId="1dd43a41-4e4c-4b62-897c-c402d57a5e85" providerId="ADAL" clId="{7E0A2C20-EFE7-4154-BBCD-F203FBDD73CA}" dt="2024-09-30T11:22:21.745" v="2161" actId="164"/>
          <ac:picMkLst>
            <pc:docMk/>
            <pc:sldMk cId="3607111463" sldId="280"/>
            <ac:picMk id="8" creationId="{C8321C8A-BF6D-A0E4-7E48-240A27B4D183}"/>
          </ac:picMkLst>
        </pc:picChg>
        <pc:picChg chg="del">
          <ac:chgData name="Anna Bianchi" userId="1dd43a41-4e4c-4b62-897c-c402d57a5e85" providerId="ADAL" clId="{7E0A2C20-EFE7-4154-BBCD-F203FBDD73CA}" dt="2024-09-27T11:43:50.006" v="1227" actId="478"/>
          <ac:picMkLst>
            <pc:docMk/>
            <pc:sldMk cId="3607111463" sldId="280"/>
            <ac:picMk id="10" creationId="{6F425F87-6101-0010-0276-C3A0EC4CDB2D}"/>
          </ac:picMkLst>
        </pc:picChg>
        <pc:picChg chg="add mod">
          <ac:chgData name="Anna Bianchi" userId="1dd43a41-4e4c-4b62-897c-c402d57a5e85" providerId="ADAL" clId="{7E0A2C20-EFE7-4154-BBCD-F203FBDD73CA}" dt="2024-09-30T11:22:21.745" v="2161" actId="164"/>
          <ac:picMkLst>
            <pc:docMk/>
            <pc:sldMk cId="3607111463" sldId="280"/>
            <ac:picMk id="10" creationId="{A8CE145C-C57A-DFC2-B154-9601BE2CC90C}"/>
          </ac:picMkLst>
        </pc:picChg>
        <pc:picChg chg="add 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20" creationId="{ED0BD6CA-786F-8F80-B266-B0CD1A2E4992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24" creationId="{3AC4E67B-44E8-66BC-FC4F-74356EBEE7E6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25" creationId="{FBF6920D-9B73-618F-A4D4-2FE79D899AF2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26" creationId="{DD9102BA-8183-87C0-975C-D8DEA55D7D76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27" creationId="{C458DA07-8ED4-EC1A-1872-E55793390B62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28" creationId="{C3A31217-FE4E-E389-C432-8C415448BAB6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29" creationId="{390408FB-D6E4-DE35-1DBE-6D5DC22916D3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30" creationId="{09A0A447-BDA7-5F25-28C7-62856D058E7F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31" creationId="{6A76E2D9-E1C7-ACAB-7BEB-77D7A488E0BD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32" creationId="{A1CE1DF5-53B7-99D8-900A-6B0B7326C565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33" creationId="{E8D6076A-B79A-8F32-54BF-3E93914D204B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34" creationId="{B41636CE-35E3-59E8-BF84-555BF9DF12F9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35" creationId="{082E49C2-CBC6-B4C8-8AF7-BC61E02B93CA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36" creationId="{3C71140F-7194-B49F-251C-EA33DC8C66AD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37" creationId="{802612AD-2BBE-BCDF-EEE9-3B88789ED091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38" creationId="{6B7E1D22-48CB-2B66-621D-FEF3FD64A4AE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39" creationId="{2EAE3DEF-C5E5-66C6-5E7E-F462B6A7D377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40" creationId="{838CF490-0E1B-85A0-F6DD-59CFB91997F2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41" creationId="{582C720C-102A-191B-EBDC-76D4AF07A080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42" creationId="{3E0D31EF-0987-B73D-B323-BD9F705FC6C9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43" creationId="{5A9CFA4E-0735-01D8-A6AA-2D7B5640C9AF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44" creationId="{9353AA60-C6DE-C648-E7AA-4C26478849D6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45" creationId="{75090BB2-82A9-1EA2-C3A0-0C04C8657909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46" creationId="{9A2935C1-D1C6-12CB-5C01-DDD1FB9BFB63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47" creationId="{0BD196F8-7C3B-DF54-1465-976436CFEA25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48" creationId="{CE7A8659-058C-C781-F892-B0177E24B309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49" creationId="{8D374ADF-48C0-0396-6529-07DF7AF8676C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50" creationId="{C4DAE61F-6726-D7F3-E66A-5D2D76677991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51" creationId="{D3944485-17B7-E03D-51CA-6E26DCD43B34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52" creationId="{1ACF56B0-F7A6-DD4D-114E-1CD6F86BFE64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53" creationId="{9BBB0598-F3B5-02AE-F5B3-F6A89D2F5374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54" creationId="{CAD592BF-3DB9-1950-DAA9-ED751541A255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55" creationId="{9DECA957-5FB6-2927-1388-3B551EB631B3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56" creationId="{53B4FE67-3526-4A9E-99F6-488841222E7A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57" creationId="{DDBA2D3F-02AA-4452-CA6E-72BE81CD5FDF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58" creationId="{30574E17-7EB1-72AF-FB6A-F2C5F218DA23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59" creationId="{CF617609-FBF4-4318-D2A6-01CEF574ADD8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60" creationId="{3B89F2DA-39C1-A228-798A-D5F9C174F594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65" creationId="{56E3C098-8AD7-1990-1DC6-7FCC269BAEA6}"/>
          </ac:picMkLst>
        </pc:picChg>
        <pc:picChg chg="mod">
          <ac:chgData name="Anna Bianchi" userId="1dd43a41-4e4c-4b62-897c-c402d57a5e85" providerId="ADAL" clId="{7E0A2C20-EFE7-4154-BBCD-F203FBDD73CA}" dt="2024-09-27T13:40:25.286" v="1395"/>
          <ac:picMkLst>
            <pc:docMk/>
            <pc:sldMk cId="3607111463" sldId="280"/>
            <ac:picMk id="66" creationId="{0265ADC7-FEE9-E5D4-AED4-3928067A2836}"/>
          </ac:picMkLst>
        </pc:picChg>
        <pc:cxnChg chg="add mod">
          <ac:chgData name="Anna Bianchi" userId="1dd43a41-4e4c-4b62-897c-c402d57a5e85" providerId="ADAL" clId="{7E0A2C20-EFE7-4154-BBCD-F203FBDD73CA}" dt="2024-09-30T11:21:58.435" v="2159" actId="164"/>
          <ac:cxnSpMkLst>
            <pc:docMk/>
            <pc:sldMk cId="3607111463" sldId="280"/>
            <ac:cxnSpMk id="16" creationId="{6689E096-EF48-2359-2C5D-7E13C16ADC39}"/>
          </ac:cxnSpMkLst>
        </pc:cxnChg>
      </pc:sldChg>
      <pc:sldChg chg="addSp delSp modSp add mod delAnim modAnim">
        <pc:chgData name="Anna Bianchi" userId="1dd43a41-4e4c-4b62-897c-c402d57a5e85" providerId="ADAL" clId="{7E0A2C20-EFE7-4154-BBCD-F203FBDD73CA}" dt="2024-09-30T11:11:14.152" v="2113"/>
        <pc:sldMkLst>
          <pc:docMk/>
          <pc:sldMk cId="2082206198" sldId="281"/>
        </pc:sldMkLst>
        <pc:spChg chg="add mod">
          <ac:chgData name="Anna Bianchi" userId="1dd43a41-4e4c-4b62-897c-c402d57a5e85" providerId="ADAL" clId="{7E0A2C20-EFE7-4154-BBCD-F203FBDD73CA}" dt="2024-09-30T11:11:14.152" v="2113"/>
          <ac:spMkLst>
            <pc:docMk/>
            <pc:sldMk cId="2082206198" sldId="281"/>
            <ac:spMk id="3" creationId="{A6DEE90D-4DF6-EF85-682B-708A08E5E9F6}"/>
          </ac:spMkLst>
        </pc:spChg>
        <pc:spChg chg="del">
          <ac:chgData name="Anna Bianchi" userId="1dd43a41-4e4c-4b62-897c-c402d57a5e85" providerId="ADAL" clId="{7E0A2C20-EFE7-4154-BBCD-F203FBDD73CA}" dt="2024-09-27T12:31:21.218" v="1331" actId="478"/>
          <ac:spMkLst>
            <pc:docMk/>
            <pc:sldMk cId="2082206198" sldId="281"/>
            <ac:spMk id="3" creationId="{BD39FAB8-4723-7E3D-5572-828A9872E3E3}"/>
          </ac:spMkLst>
        </pc:spChg>
        <pc:spChg chg="del">
          <ac:chgData name="Anna Bianchi" userId="1dd43a41-4e4c-4b62-897c-c402d57a5e85" providerId="ADAL" clId="{7E0A2C20-EFE7-4154-BBCD-F203FBDD73CA}" dt="2024-09-27T12:31:18.864" v="1329" actId="478"/>
          <ac:spMkLst>
            <pc:docMk/>
            <pc:sldMk cId="2082206198" sldId="281"/>
            <ac:spMk id="8" creationId="{BFAB8EB8-0FFD-AE69-2DF9-50023F303733}"/>
          </ac:spMkLst>
        </pc:spChg>
        <pc:spChg chg="del">
          <ac:chgData name="Anna Bianchi" userId="1dd43a41-4e4c-4b62-897c-c402d57a5e85" providerId="ADAL" clId="{7E0A2C20-EFE7-4154-BBCD-F203FBDD73CA}" dt="2024-09-27T12:31:22.246" v="1332" actId="478"/>
          <ac:spMkLst>
            <pc:docMk/>
            <pc:sldMk cId="2082206198" sldId="281"/>
            <ac:spMk id="9" creationId="{33D56939-36C0-4762-22F1-4B76CFFD4F15}"/>
          </ac:spMkLst>
        </pc:spChg>
        <pc:spChg chg="del">
          <ac:chgData name="Anna Bianchi" userId="1dd43a41-4e4c-4b62-897c-c402d57a5e85" providerId="ADAL" clId="{7E0A2C20-EFE7-4154-BBCD-F203FBDD73CA}" dt="2024-09-27T12:31:20.256" v="1330" actId="478"/>
          <ac:spMkLst>
            <pc:docMk/>
            <pc:sldMk cId="2082206198" sldId="281"/>
            <ac:spMk id="10" creationId="{1E31E96C-A3B9-54E2-4131-3DFAFC881A76}"/>
          </ac:spMkLst>
        </pc:spChg>
        <pc:spChg chg="del mod">
          <ac:chgData name="Anna Bianchi" userId="1dd43a41-4e4c-4b62-897c-c402d57a5e85" providerId="ADAL" clId="{7E0A2C20-EFE7-4154-BBCD-F203FBDD73CA}" dt="2024-09-30T11:11:13.965" v="2112" actId="478"/>
          <ac:spMkLst>
            <pc:docMk/>
            <pc:sldMk cId="2082206198" sldId="281"/>
            <ac:spMk id="12" creationId="{04D6757E-1780-441A-0FA8-3C50ECFB5ADE}"/>
          </ac:spMkLst>
        </pc:spChg>
        <pc:spChg chg="add mod">
          <ac:chgData name="Anna Bianchi" userId="1dd43a41-4e4c-4b62-897c-c402d57a5e85" providerId="ADAL" clId="{7E0A2C20-EFE7-4154-BBCD-F203FBDD73CA}" dt="2024-09-27T12:42:13.996" v="1364" actId="14100"/>
          <ac:spMkLst>
            <pc:docMk/>
            <pc:sldMk cId="2082206198" sldId="281"/>
            <ac:spMk id="13" creationId="{46336D0D-E2C8-FA89-AB72-C05DC3A0FD15}"/>
          </ac:spMkLst>
        </pc:spChg>
        <pc:picChg chg="del">
          <ac:chgData name="Anna Bianchi" userId="1dd43a41-4e4c-4b62-897c-c402d57a5e85" providerId="ADAL" clId="{7E0A2C20-EFE7-4154-BBCD-F203FBDD73CA}" dt="2024-09-27T12:31:17.682" v="1328" actId="478"/>
          <ac:picMkLst>
            <pc:docMk/>
            <pc:sldMk cId="2082206198" sldId="281"/>
            <ac:picMk id="4" creationId="{6C71D017-B539-8217-8A0E-1AD3314D273C}"/>
          </ac:picMkLst>
        </pc:picChg>
        <pc:picChg chg="del">
          <ac:chgData name="Anna Bianchi" userId="1dd43a41-4e4c-4b62-897c-c402d57a5e85" providerId="ADAL" clId="{7E0A2C20-EFE7-4154-BBCD-F203FBDD73CA}" dt="2024-09-27T12:31:17.098" v="1327" actId="478"/>
          <ac:picMkLst>
            <pc:docMk/>
            <pc:sldMk cId="2082206198" sldId="281"/>
            <ac:picMk id="5" creationId="{CF547A27-6371-CC16-A97D-09FA8C243469}"/>
          </ac:picMkLst>
        </pc:picChg>
        <pc:picChg chg="del">
          <ac:chgData name="Anna Bianchi" userId="1dd43a41-4e4c-4b62-897c-c402d57a5e85" providerId="ADAL" clId="{7E0A2C20-EFE7-4154-BBCD-F203FBDD73CA}" dt="2024-09-27T12:31:16.465" v="1326" actId="478"/>
          <ac:picMkLst>
            <pc:docMk/>
            <pc:sldMk cId="2082206198" sldId="281"/>
            <ac:picMk id="6" creationId="{E7EAB2D1-31FC-2CB6-9077-ED35E4798E14}"/>
          </ac:picMkLst>
        </pc:picChg>
        <pc:picChg chg="del">
          <ac:chgData name="Anna Bianchi" userId="1dd43a41-4e4c-4b62-897c-c402d57a5e85" providerId="ADAL" clId="{7E0A2C20-EFE7-4154-BBCD-F203FBDD73CA}" dt="2024-09-27T12:31:15.776" v="1325" actId="478"/>
          <ac:picMkLst>
            <pc:docMk/>
            <pc:sldMk cId="2082206198" sldId="281"/>
            <ac:picMk id="7" creationId="{97D6121F-C7BB-0845-99AE-533958C79FAD}"/>
          </ac:picMkLst>
        </pc:picChg>
        <pc:picChg chg="add mod">
          <ac:chgData name="Anna Bianchi" userId="1dd43a41-4e4c-4b62-897c-c402d57a5e85" providerId="ADAL" clId="{7E0A2C20-EFE7-4154-BBCD-F203FBDD73CA}" dt="2024-09-27T12:42:46.476" v="1376" actId="1076"/>
          <ac:picMkLst>
            <pc:docMk/>
            <pc:sldMk cId="2082206198" sldId="281"/>
            <ac:picMk id="15" creationId="{B85E4239-1B9B-71AB-40E3-11C2E86977E3}"/>
          </ac:picMkLst>
        </pc:picChg>
        <pc:picChg chg="add mod">
          <ac:chgData name="Anna Bianchi" userId="1dd43a41-4e4c-4b62-897c-c402d57a5e85" providerId="ADAL" clId="{7E0A2C20-EFE7-4154-BBCD-F203FBDD73CA}" dt="2024-09-27T12:42:53.235" v="1381" actId="1076"/>
          <ac:picMkLst>
            <pc:docMk/>
            <pc:sldMk cId="2082206198" sldId="281"/>
            <ac:picMk id="17" creationId="{667AA8C2-4635-70B6-02B8-D58592F4A24E}"/>
          </ac:picMkLst>
        </pc:picChg>
      </pc:sldChg>
      <pc:sldChg chg="addSp delSp modSp add mod modAnim">
        <pc:chgData name="Anna Bianchi" userId="1dd43a41-4e4c-4b62-897c-c402d57a5e85" providerId="ADAL" clId="{7E0A2C20-EFE7-4154-BBCD-F203FBDD73CA}" dt="2024-09-30T11:20:11.935" v="2127" actId="1076"/>
        <pc:sldMkLst>
          <pc:docMk/>
          <pc:sldMk cId="1487344095" sldId="282"/>
        </pc:sldMkLst>
        <pc:spChg chg="mod">
          <ac:chgData name="Anna Bianchi" userId="1dd43a41-4e4c-4b62-897c-c402d57a5e85" providerId="ADAL" clId="{7E0A2C20-EFE7-4154-BBCD-F203FBDD73CA}" dt="2024-09-30T10:18:46.355" v="1605" actId="20577"/>
          <ac:spMkLst>
            <pc:docMk/>
            <pc:sldMk cId="1487344095" sldId="282"/>
            <ac:spMk id="3" creationId="{AF19924C-9707-09F7-BD14-A90045E937FA}"/>
          </ac:spMkLst>
        </pc:spChg>
        <pc:spChg chg="mod">
          <ac:chgData name="Anna Bianchi" userId="1dd43a41-4e4c-4b62-897c-c402d57a5e85" providerId="ADAL" clId="{7E0A2C20-EFE7-4154-BBCD-F203FBDD73CA}" dt="2024-09-30T10:47:47.698" v="1681" actId="20577"/>
          <ac:spMkLst>
            <pc:docMk/>
            <pc:sldMk cId="1487344095" sldId="282"/>
            <ac:spMk id="4" creationId="{AEBC1A8D-E693-4704-8E11-5AAB4B40BAEF}"/>
          </ac:spMkLst>
        </pc:spChg>
        <pc:spChg chg="add mod">
          <ac:chgData name="Anna Bianchi" userId="1dd43a41-4e4c-4b62-897c-c402d57a5e85" providerId="ADAL" clId="{7E0A2C20-EFE7-4154-BBCD-F203FBDD73CA}" dt="2024-09-30T11:15:31.980" v="2122" actId="1076"/>
          <ac:spMkLst>
            <pc:docMk/>
            <pc:sldMk cId="1487344095" sldId="282"/>
            <ac:spMk id="12" creationId="{691359A6-BCB9-0A60-B83A-51EBBAEAE2DE}"/>
          </ac:spMkLst>
        </pc:spChg>
        <pc:spChg chg="add mod">
          <ac:chgData name="Anna Bianchi" userId="1dd43a41-4e4c-4b62-897c-c402d57a5e85" providerId="ADAL" clId="{7E0A2C20-EFE7-4154-BBCD-F203FBDD73CA}" dt="2024-09-30T11:15:26.667" v="2120" actId="1076"/>
          <ac:spMkLst>
            <pc:docMk/>
            <pc:sldMk cId="1487344095" sldId="282"/>
            <ac:spMk id="13" creationId="{F940D3F4-60AF-D625-F49C-B107FC51EAA9}"/>
          </ac:spMkLst>
        </pc:spChg>
        <pc:spChg chg="add mod">
          <ac:chgData name="Anna Bianchi" userId="1dd43a41-4e4c-4b62-897c-c402d57a5e85" providerId="ADAL" clId="{7E0A2C20-EFE7-4154-BBCD-F203FBDD73CA}" dt="2024-09-30T11:15:24.035" v="2119" actId="1076"/>
          <ac:spMkLst>
            <pc:docMk/>
            <pc:sldMk cId="1487344095" sldId="282"/>
            <ac:spMk id="14" creationId="{57B2DD4E-3512-F0EE-73CD-FED7D46EC3C2}"/>
          </ac:spMkLst>
        </pc:spChg>
        <pc:spChg chg="add mod">
          <ac:chgData name="Anna Bianchi" userId="1dd43a41-4e4c-4b62-897c-c402d57a5e85" providerId="ADAL" clId="{7E0A2C20-EFE7-4154-BBCD-F203FBDD73CA}" dt="2024-09-30T11:15:24.035" v="2119" actId="1076"/>
          <ac:spMkLst>
            <pc:docMk/>
            <pc:sldMk cId="1487344095" sldId="282"/>
            <ac:spMk id="15" creationId="{C88ED841-F1FF-60FE-E824-BB3A12ABE8B5}"/>
          </ac:spMkLst>
        </pc:spChg>
        <pc:picChg chg="add mod">
          <ac:chgData name="Anna Bianchi" userId="1dd43a41-4e4c-4b62-897c-c402d57a5e85" providerId="ADAL" clId="{7E0A2C20-EFE7-4154-BBCD-F203FBDD73CA}" dt="2024-09-30T11:15:47.795" v="2125" actId="14100"/>
          <ac:picMkLst>
            <pc:docMk/>
            <pc:sldMk cId="1487344095" sldId="282"/>
            <ac:picMk id="5" creationId="{95A00CBE-EA25-00E9-72D5-BB5B8CE3B1DF}"/>
          </ac:picMkLst>
        </pc:picChg>
        <pc:picChg chg="add del mod">
          <ac:chgData name="Anna Bianchi" userId="1dd43a41-4e4c-4b62-897c-c402d57a5e85" providerId="ADAL" clId="{7E0A2C20-EFE7-4154-BBCD-F203FBDD73CA}" dt="2024-09-30T10:38:14.747" v="1654" actId="478"/>
          <ac:picMkLst>
            <pc:docMk/>
            <pc:sldMk cId="1487344095" sldId="282"/>
            <ac:picMk id="7" creationId="{C5CC22C8-C844-B0D5-A4E3-2C873181C491}"/>
          </ac:picMkLst>
        </pc:picChg>
        <pc:picChg chg="add del mod">
          <ac:chgData name="Anna Bianchi" userId="1dd43a41-4e4c-4b62-897c-c402d57a5e85" providerId="ADAL" clId="{7E0A2C20-EFE7-4154-BBCD-F203FBDD73CA}" dt="2024-09-30T10:40:14.314" v="1662" actId="478"/>
          <ac:picMkLst>
            <pc:docMk/>
            <pc:sldMk cId="1487344095" sldId="282"/>
            <ac:picMk id="9" creationId="{E11FCF8E-4D3B-68F3-1384-79AC0F3A479F}"/>
          </ac:picMkLst>
        </pc:picChg>
        <pc:picChg chg="add mod">
          <ac:chgData name="Anna Bianchi" userId="1dd43a41-4e4c-4b62-897c-c402d57a5e85" providerId="ADAL" clId="{7E0A2C20-EFE7-4154-BBCD-F203FBDD73CA}" dt="2024-09-30T11:20:11.935" v="2127" actId="1076"/>
          <ac:picMkLst>
            <pc:docMk/>
            <pc:sldMk cId="1487344095" sldId="282"/>
            <ac:picMk id="11" creationId="{F040B7BD-ABB4-EFEF-84A5-7DF2CCDCF7E7}"/>
          </ac:picMkLst>
        </pc:picChg>
      </pc:sldChg>
      <pc:sldChg chg="addSp delSp modSp add mod delAnim">
        <pc:chgData name="Anna Bianchi" userId="1dd43a41-4e4c-4b62-897c-c402d57a5e85" providerId="ADAL" clId="{7E0A2C20-EFE7-4154-BBCD-F203FBDD73CA}" dt="2024-09-30T10:20:38.430" v="1647" actId="20577"/>
        <pc:sldMkLst>
          <pc:docMk/>
          <pc:sldMk cId="4130087932" sldId="283"/>
        </pc:sldMkLst>
        <pc:spChg chg="del">
          <ac:chgData name="Anna Bianchi" userId="1dd43a41-4e4c-4b62-897c-c402d57a5e85" providerId="ADAL" clId="{7E0A2C20-EFE7-4154-BBCD-F203FBDD73CA}" dt="2024-09-30T10:20:17.342" v="1639" actId="478"/>
          <ac:spMkLst>
            <pc:docMk/>
            <pc:sldMk cId="4130087932" sldId="283"/>
            <ac:spMk id="3" creationId="{AF19924C-9707-09F7-BD14-A90045E937FA}"/>
          </ac:spMkLst>
        </pc:spChg>
        <pc:spChg chg="add mod">
          <ac:chgData name="Anna Bianchi" userId="1dd43a41-4e4c-4b62-897c-c402d57a5e85" providerId="ADAL" clId="{7E0A2C20-EFE7-4154-BBCD-F203FBDD73CA}" dt="2024-09-30T10:20:38.430" v="1647" actId="20577"/>
          <ac:spMkLst>
            <pc:docMk/>
            <pc:sldMk cId="4130087932" sldId="283"/>
            <ac:spMk id="5" creationId="{348D455A-AC29-7938-D128-1D642BC1F4A0}"/>
          </ac:spMkLst>
        </pc:spChg>
        <pc:spChg chg="add mod">
          <ac:chgData name="Anna Bianchi" userId="1dd43a41-4e4c-4b62-897c-c402d57a5e85" providerId="ADAL" clId="{7E0A2C20-EFE7-4154-BBCD-F203FBDD73CA}" dt="2024-09-27T13:42:16.178" v="1454"/>
          <ac:spMkLst>
            <pc:docMk/>
            <pc:sldMk cId="4130087932" sldId="283"/>
            <ac:spMk id="10" creationId="{EA3FDC59-737C-3C98-CBB2-AA8494388202}"/>
          </ac:spMkLst>
        </pc:spChg>
        <pc:picChg chg="del">
          <ac:chgData name="Anna Bianchi" userId="1dd43a41-4e4c-4b62-897c-c402d57a5e85" providerId="ADAL" clId="{7E0A2C20-EFE7-4154-BBCD-F203FBDD73CA}" dt="2024-09-27T13:41:45.147" v="1447" actId="478"/>
          <ac:picMkLst>
            <pc:docMk/>
            <pc:sldMk cId="4130087932" sldId="283"/>
            <ac:picMk id="5" creationId="{85209837-FEF6-B4CD-B743-E4B289B305C6}"/>
          </ac:picMkLst>
        </pc:picChg>
        <pc:picChg chg="del">
          <ac:chgData name="Anna Bianchi" userId="1dd43a41-4e4c-4b62-897c-c402d57a5e85" providerId="ADAL" clId="{7E0A2C20-EFE7-4154-BBCD-F203FBDD73CA}" dt="2024-09-27T13:41:43.722" v="1445" actId="478"/>
          <ac:picMkLst>
            <pc:docMk/>
            <pc:sldMk cId="4130087932" sldId="283"/>
            <ac:picMk id="6" creationId="{E38B3B31-355C-FAA3-9D67-9779B8A1090A}"/>
          </ac:picMkLst>
        </pc:picChg>
        <pc:picChg chg="del">
          <ac:chgData name="Anna Bianchi" userId="1dd43a41-4e4c-4b62-897c-c402d57a5e85" providerId="ADAL" clId="{7E0A2C20-EFE7-4154-BBCD-F203FBDD73CA}" dt="2024-09-27T13:41:44.159" v="1446" actId="478"/>
          <ac:picMkLst>
            <pc:docMk/>
            <pc:sldMk cId="4130087932" sldId="283"/>
            <ac:picMk id="7" creationId="{841865D5-463D-0424-C1F9-AC08BA40B9BE}"/>
          </ac:picMkLst>
        </pc:picChg>
        <pc:picChg chg="add mod">
          <ac:chgData name="Anna Bianchi" userId="1dd43a41-4e4c-4b62-897c-c402d57a5e85" providerId="ADAL" clId="{7E0A2C20-EFE7-4154-BBCD-F203FBDD73CA}" dt="2024-09-27T13:42:16.178" v="1454"/>
          <ac:picMkLst>
            <pc:docMk/>
            <pc:sldMk cId="4130087932" sldId="283"/>
            <ac:picMk id="9" creationId="{FD05EC89-A1A3-BDF3-8EA3-FE3A1C59401F}"/>
          </ac:picMkLst>
        </pc:picChg>
      </pc:sldChg>
      <pc:sldChg chg="addSp delSp modSp add mod ord delAnim modAnim">
        <pc:chgData name="Anna Bianchi" userId="1dd43a41-4e4c-4b62-897c-c402d57a5e85" providerId="ADAL" clId="{7E0A2C20-EFE7-4154-BBCD-F203FBDD73CA}" dt="2024-09-30T10:20:34.754" v="1645"/>
        <pc:sldMkLst>
          <pc:docMk/>
          <pc:sldMk cId="3308077206" sldId="284"/>
        </pc:sldMkLst>
        <pc:spChg chg="del">
          <ac:chgData name="Anna Bianchi" userId="1dd43a41-4e4c-4b62-897c-c402d57a5e85" providerId="ADAL" clId="{7E0A2C20-EFE7-4154-BBCD-F203FBDD73CA}" dt="2024-09-30T10:20:34.598" v="1644" actId="478"/>
          <ac:spMkLst>
            <pc:docMk/>
            <pc:sldMk cId="3308077206" sldId="284"/>
            <ac:spMk id="3" creationId="{AF19924C-9707-09F7-BD14-A90045E937FA}"/>
          </ac:spMkLst>
        </pc:spChg>
        <pc:spChg chg="add mod">
          <ac:chgData name="Anna Bianchi" userId="1dd43a41-4e4c-4b62-897c-c402d57a5e85" providerId="ADAL" clId="{7E0A2C20-EFE7-4154-BBCD-F203FBDD73CA}" dt="2024-09-30T10:20:34.754" v="1645"/>
          <ac:spMkLst>
            <pc:docMk/>
            <pc:sldMk cId="3308077206" sldId="284"/>
            <ac:spMk id="5" creationId="{837A4EE2-0F0F-EC15-17B6-EC2256548718}"/>
          </ac:spMkLst>
        </pc:spChg>
        <pc:picChg chg="del">
          <ac:chgData name="Anna Bianchi" userId="1dd43a41-4e4c-4b62-897c-c402d57a5e85" providerId="ADAL" clId="{7E0A2C20-EFE7-4154-BBCD-F203FBDD73CA}" dt="2024-09-27T13:41:47.648" v="1450" actId="478"/>
          <ac:picMkLst>
            <pc:docMk/>
            <pc:sldMk cId="3308077206" sldId="284"/>
            <ac:picMk id="5" creationId="{85209837-FEF6-B4CD-B743-E4B289B305C6}"/>
          </ac:picMkLst>
        </pc:picChg>
        <pc:picChg chg="del">
          <ac:chgData name="Anna Bianchi" userId="1dd43a41-4e4c-4b62-897c-c402d57a5e85" providerId="ADAL" clId="{7E0A2C20-EFE7-4154-BBCD-F203FBDD73CA}" dt="2024-09-27T13:41:46.598" v="1448" actId="478"/>
          <ac:picMkLst>
            <pc:docMk/>
            <pc:sldMk cId="3308077206" sldId="284"/>
            <ac:picMk id="6" creationId="{E38B3B31-355C-FAA3-9D67-9779B8A1090A}"/>
          </ac:picMkLst>
        </pc:picChg>
        <pc:picChg chg="del">
          <ac:chgData name="Anna Bianchi" userId="1dd43a41-4e4c-4b62-897c-c402d57a5e85" providerId="ADAL" clId="{7E0A2C20-EFE7-4154-BBCD-F203FBDD73CA}" dt="2024-09-27T13:41:47.192" v="1449" actId="478"/>
          <ac:picMkLst>
            <pc:docMk/>
            <pc:sldMk cId="3308077206" sldId="284"/>
            <ac:picMk id="7" creationId="{841865D5-463D-0424-C1F9-AC08BA40B9BE}"/>
          </ac:picMkLst>
        </pc:picChg>
        <pc:picChg chg="add mod">
          <ac:chgData name="Anna Bianchi" userId="1dd43a41-4e4c-4b62-897c-c402d57a5e85" providerId="ADAL" clId="{7E0A2C20-EFE7-4154-BBCD-F203FBDD73CA}" dt="2024-09-27T13:42:01.316" v="1451"/>
          <ac:picMkLst>
            <pc:docMk/>
            <pc:sldMk cId="3308077206" sldId="284"/>
            <ac:picMk id="9" creationId="{107652CC-05EA-654D-3DC7-708B2783BC03}"/>
          </ac:picMkLst>
        </pc:picChg>
        <pc:picChg chg="add mod">
          <ac:chgData name="Anna Bianchi" userId="1dd43a41-4e4c-4b62-897c-c402d57a5e85" providerId="ADAL" clId="{7E0A2C20-EFE7-4154-BBCD-F203FBDD73CA}" dt="2024-09-27T13:42:01.316" v="1451"/>
          <ac:picMkLst>
            <pc:docMk/>
            <pc:sldMk cId="3308077206" sldId="284"/>
            <ac:picMk id="10" creationId="{C03DFDCF-CC01-2D16-8C7C-A7CEFBE34841}"/>
          </ac:picMkLst>
        </pc:picChg>
        <pc:picChg chg="add mod">
          <ac:chgData name="Anna Bianchi" userId="1dd43a41-4e4c-4b62-897c-c402d57a5e85" providerId="ADAL" clId="{7E0A2C20-EFE7-4154-BBCD-F203FBDD73CA}" dt="2024-09-27T13:42:01.316" v="1451"/>
          <ac:picMkLst>
            <pc:docMk/>
            <pc:sldMk cId="3308077206" sldId="284"/>
            <ac:picMk id="11" creationId="{3BC88C4A-DD62-5B59-8615-241C641189A2}"/>
          </ac:picMkLst>
        </pc:picChg>
      </pc:sldChg>
      <pc:sldChg chg="modSp add mod">
        <pc:chgData name="Anna Bianchi" userId="1dd43a41-4e4c-4b62-897c-c402d57a5e85" providerId="ADAL" clId="{7E0A2C20-EFE7-4154-BBCD-F203FBDD73CA}" dt="2024-09-30T11:11:02.221" v="2111" actId="20577"/>
        <pc:sldMkLst>
          <pc:docMk/>
          <pc:sldMk cId="845364900" sldId="285"/>
        </pc:sldMkLst>
        <pc:spChg chg="mod">
          <ac:chgData name="Anna Bianchi" userId="1dd43a41-4e4c-4b62-897c-c402d57a5e85" providerId="ADAL" clId="{7E0A2C20-EFE7-4154-BBCD-F203FBDD73CA}" dt="2024-09-30T11:10:28.320" v="2005" actId="27636"/>
          <ac:spMkLst>
            <pc:docMk/>
            <pc:sldMk cId="845364900" sldId="285"/>
            <ac:spMk id="2" creationId="{F8139155-1F5E-4F48-B50E-F00D8FC535D9}"/>
          </ac:spMkLst>
        </pc:spChg>
        <pc:spChg chg="mod">
          <ac:chgData name="Anna Bianchi" userId="1dd43a41-4e4c-4b62-897c-c402d57a5e85" providerId="ADAL" clId="{7E0A2C20-EFE7-4154-BBCD-F203FBDD73CA}" dt="2024-09-30T11:11:02.221" v="2111" actId="20577"/>
          <ac:spMkLst>
            <pc:docMk/>
            <pc:sldMk cId="845364900" sldId="285"/>
            <ac:spMk id="6" creationId="{55C6D235-86D2-43F6-A7D1-0DD3DC936D3D}"/>
          </ac:spMkLst>
        </pc:spChg>
        <pc:spChg chg="mod">
          <ac:chgData name="Anna Bianchi" userId="1dd43a41-4e4c-4b62-897c-c402d57a5e85" providerId="ADAL" clId="{7E0A2C20-EFE7-4154-BBCD-F203FBDD73CA}" dt="2024-09-30T11:10:49.259" v="2087" actId="20577"/>
          <ac:spMkLst>
            <pc:docMk/>
            <pc:sldMk cId="845364900" sldId="285"/>
            <ac:spMk id="11" creationId="{111C6CF2-34DC-6A10-072B-23AE7528439D}"/>
          </ac:spMkLst>
        </pc:spChg>
      </pc:sldChg>
      <pc:sldMasterChg chg="modSldLayout">
        <pc:chgData name="Anna Bianchi" userId="1dd43a41-4e4c-4b62-897c-c402d57a5e85" providerId="ADAL" clId="{7E0A2C20-EFE7-4154-BBCD-F203FBDD73CA}" dt="2024-09-26T13:36:17.293" v="577" actId="14100"/>
        <pc:sldMasterMkLst>
          <pc:docMk/>
          <pc:sldMasterMk cId="3223999130" sldId="2147483648"/>
        </pc:sldMasterMkLst>
        <pc:sldLayoutChg chg="modSp mod">
          <pc:chgData name="Anna Bianchi" userId="1dd43a41-4e4c-4b62-897c-c402d57a5e85" providerId="ADAL" clId="{7E0A2C20-EFE7-4154-BBCD-F203FBDD73CA}" dt="2024-09-26T13:36:17.293" v="577" actId="14100"/>
          <pc:sldLayoutMkLst>
            <pc:docMk/>
            <pc:sldMasterMk cId="3223999130" sldId="2147483648"/>
            <pc:sldLayoutMk cId="2139704614" sldId="2147483649"/>
          </pc:sldLayoutMkLst>
          <pc:spChg chg="mod">
            <ac:chgData name="Anna Bianchi" userId="1dd43a41-4e4c-4b62-897c-c402d57a5e85" providerId="ADAL" clId="{7E0A2C20-EFE7-4154-BBCD-F203FBDD73CA}" dt="2024-09-26T13:36:17.293" v="577" actId="14100"/>
            <ac:spMkLst>
              <pc:docMk/>
              <pc:sldMasterMk cId="3223999130" sldId="2147483648"/>
              <pc:sldLayoutMk cId="2139704614" sldId="2147483649"/>
              <ac:spMk id="2" creationId="{DC2228EE-3546-4272-9C39-150FF23CE033}"/>
            </ac:spMkLst>
          </pc:spChg>
          <pc:spChg chg="mod">
            <ac:chgData name="Anna Bianchi" userId="1dd43a41-4e4c-4b62-897c-c402d57a5e85" providerId="ADAL" clId="{7E0A2C20-EFE7-4154-BBCD-F203FBDD73CA}" dt="2024-09-26T13:34:14.298" v="438" actId="1035"/>
            <ac:spMkLst>
              <pc:docMk/>
              <pc:sldMasterMk cId="3223999130" sldId="2147483648"/>
              <pc:sldLayoutMk cId="2139704614" sldId="2147483649"/>
              <ac:spMk id="24" creationId="{4EE1436E-33B5-4388-87D8-2D0633CC3CE7}"/>
            </ac:spMkLst>
          </pc:spChg>
        </pc:sldLayoutChg>
        <pc:sldLayoutChg chg="addSp delSp modSp mod setBg">
          <pc:chgData name="Anna Bianchi" userId="1dd43a41-4e4c-4b62-897c-c402d57a5e85" providerId="ADAL" clId="{7E0A2C20-EFE7-4154-BBCD-F203FBDD73CA}" dt="2024-09-26T12:44:20.473" v="401"/>
          <pc:sldLayoutMkLst>
            <pc:docMk/>
            <pc:sldMasterMk cId="3223999130" sldId="2147483648"/>
            <pc:sldLayoutMk cId="682737243" sldId="2147483651"/>
          </pc:sldLayoutMkLst>
          <pc:spChg chg="add del">
            <ac:chgData name="Anna Bianchi" userId="1dd43a41-4e4c-4b62-897c-c402d57a5e85" providerId="ADAL" clId="{7E0A2C20-EFE7-4154-BBCD-F203FBDD73CA}" dt="2024-09-26T12:38:50.014" v="157" actId="22"/>
            <ac:spMkLst>
              <pc:docMk/>
              <pc:sldMasterMk cId="3223999130" sldId="2147483648"/>
              <pc:sldLayoutMk cId="682737243" sldId="2147483651"/>
              <ac:spMk id="4" creationId="{01881967-1CD8-D588-BFE4-0EE660DAD9BE}"/>
            </ac:spMkLst>
          </pc:spChg>
          <pc:spChg chg="mod">
            <ac:chgData name="Anna Bianchi" userId="1dd43a41-4e4c-4b62-897c-c402d57a5e85" providerId="ADAL" clId="{7E0A2C20-EFE7-4154-BBCD-F203FBDD73CA}" dt="2024-09-26T12:38:52.112" v="158"/>
            <ac:spMkLst>
              <pc:docMk/>
              <pc:sldMasterMk cId="3223999130" sldId="2147483648"/>
              <pc:sldLayoutMk cId="682737243" sldId="2147483651"/>
              <ac:spMk id="6" creationId="{41C37472-7B0F-62F1-1304-669114E2DCF0}"/>
            </ac:spMkLst>
          </pc:spChg>
          <pc:spChg chg="mod">
            <ac:chgData name="Anna Bianchi" userId="1dd43a41-4e4c-4b62-897c-c402d57a5e85" providerId="ADAL" clId="{7E0A2C20-EFE7-4154-BBCD-F203FBDD73CA}" dt="2024-09-26T12:39:47.080" v="167" actId="14100"/>
            <ac:spMkLst>
              <pc:docMk/>
              <pc:sldMasterMk cId="3223999130" sldId="2147483648"/>
              <pc:sldLayoutMk cId="682737243" sldId="2147483651"/>
              <ac:spMk id="7" creationId="{D073D1ED-D8D5-7081-CB01-77586B0B89B9}"/>
            </ac:spMkLst>
          </pc:spChg>
          <pc:spChg chg="mod">
            <ac:chgData name="Anna Bianchi" userId="1dd43a41-4e4c-4b62-897c-c402d57a5e85" providerId="ADAL" clId="{7E0A2C20-EFE7-4154-BBCD-F203FBDD73CA}" dt="2024-09-26T12:38:52.112" v="158"/>
            <ac:spMkLst>
              <pc:docMk/>
              <pc:sldMasterMk cId="3223999130" sldId="2147483648"/>
              <pc:sldLayoutMk cId="682737243" sldId="2147483651"/>
              <ac:spMk id="8" creationId="{9C448825-C133-657C-335E-FFAAF66D30A9}"/>
            </ac:spMkLst>
          </pc:spChg>
          <pc:spChg chg="mod">
            <ac:chgData name="Anna Bianchi" userId="1dd43a41-4e4c-4b62-897c-c402d57a5e85" providerId="ADAL" clId="{7E0A2C20-EFE7-4154-BBCD-F203FBDD73CA}" dt="2024-09-26T12:38:52.112" v="158"/>
            <ac:spMkLst>
              <pc:docMk/>
              <pc:sldMasterMk cId="3223999130" sldId="2147483648"/>
              <pc:sldLayoutMk cId="682737243" sldId="2147483651"/>
              <ac:spMk id="9" creationId="{59702200-8A4B-7EFF-21BF-1CBAD37DED74}"/>
            </ac:spMkLst>
          </pc:spChg>
          <pc:spChg chg="mod">
            <ac:chgData name="Anna Bianchi" userId="1dd43a41-4e4c-4b62-897c-c402d57a5e85" providerId="ADAL" clId="{7E0A2C20-EFE7-4154-BBCD-F203FBDD73CA}" dt="2024-09-26T12:38:52.112" v="158"/>
            <ac:spMkLst>
              <pc:docMk/>
              <pc:sldMasterMk cId="3223999130" sldId="2147483648"/>
              <pc:sldLayoutMk cId="682737243" sldId="2147483651"/>
              <ac:spMk id="10" creationId="{364BAD79-FC59-647B-7D05-865981DB362E}"/>
            </ac:spMkLst>
          </pc:spChg>
          <pc:spChg chg="mod">
            <ac:chgData name="Anna Bianchi" userId="1dd43a41-4e4c-4b62-897c-c402d57a5e85" providerId="ADAL" clId="{7E0A2C20-EFE7-4154-BBCD-F203FBDD73CA}" dt="2024-09-26T12:38:52.112" v="158"/>
            <ac:spMkLst>
              <pc:docMk/>
              <pc:sldMasterMk cId="3223999130" sldId="2147483648"/>
              <pc:sldLayoutMk cId="682737243" sldId="2147483651"/>
              <ac:spMk id="11" creationId="{7AD86187-8B7B-1F50-A06B-B4993E5056C5}"/>
            </ac:spMkLst>
          </pc:spChg>
          <pc:spChg chg="add del mod ord">
            <ac:chgData name="Anna Bianchi" userId="1dd43a41-4e4c-4b62-897c-c402d57a5e85" providerId="ADAL" clId="{7E0A2C20-EFE7-4154-BBCD-F203FBDD73CA}" dt="2024-09-26T12:41:56.486" v="210" actId="478"/>
            <ac:spMkLst>
              <pc:docMk/>
              <pc:sldMasterMk cId="3223999130" sldId="2147483648"/>
              <pc:sldLayoutMk cId="682737243" sldId="2147483651"/>
              <ac:spMk id="16" creationId="{BF7FFA7D-F6EB-9403-991D-8E884EF0C3F2}"/>
            </ac:spMkLst>
          </pc:spChg>
          <pc:spChg chg="add del mod ord">
            <ac:chgData name="Anna Bianchi" userId="1dd43a41-4e4c-4b62-897c-c402d57a5e85" providerId="ADAL" clId="{7E0A2C20-EFE7-4154-BBCD-F203FBDD73CA}" dt="2024-09-26T12:41:56.955" v="211" actId="478"/>
            <ac:spMkLst>
              <pc:docMk/>
              <pc:sldMasterMk cId="3223999130" sldId="2147483648"/>
              <pc:sldLayoutMk cId="682737243" sldId="2147483651"/>
              <ac:spMk id="18" creationId="{A2991DEA-6767-2DD3-EFC2-BA31DEF35D49}"/>
            </ac:spMkLst>
          </pc:spChg>
          <pc:spChg chg="add del mod ord">
            <ac:chgData name="Anna Bianchi" userId="1dd43a41-4e4c-4b62-897c-c402d57a5e85" providerId="ADAL" clId="{7E0A2C20-EFE7-4154-BBCD-F203FBDD73CA}" dt="2024-09-26T12:41:55.876" v="209" actId="478"/>
            <ac:spMkLst>
              <pc:docMk/>
              <pc:sldMasterMk cId="3223999130" sldId="2147483648"/>
              <pc:sldLayoutMk cId="682737243" sldId="2147483651"/>
              <ac:spMk id="19" creationId="{09660CAA-D212-BA1D-1D3B-837BC153D812}"/>
            </ac:spMkLst>
          </pc:spChg>
          <pc:spChg chg="add mod">
            <ac:chgData name="Anna Bianchi" userId="1dd43a41-4e4c-4b62-897c-c402d57a5e85" providerId="ADAL" clId="{7E0A2C20-EFE7-4154-BBCD-F203FBDD73CA}" dt="2024-09-26T12:40:24.113" v="182" actId="1076"/>
            <ac:spMkLst>
              <pc:docMk/>
              <pc:sldMasterMk cId="3223999130" sldId="2147483648"/>
              <pc:sldLayoutMk cId="682737243" sldId="2147483651"/>
              <ac:spMk id="20" creationId="{BB2E374E-4B46-9804-C85A-7E85B48D723E}"/>
            </ac:spMkLst>
          </pc:spChg>
          <pc:spChg chg="add del mod ord">
            <ac:chgData name="Anna Bianchi" userId="1dd43a41-4e4c-4b62-897c-c402d57a5e85" providerId="ADAL" clId="{7E0A2C20-EFE7-4154-BBCD-F203FBDD73CA}" dt="2024-09-26T12:41:55.453" v="208" actId="478"/>
            <ac:spMkLst>
              <pc:docMk/>
              <pc:sldMasterMk cId="3223999130" sldId="2147483648"/>
              <pc:sldLayoutMk cId="682737243" sldId="2147483651"/>
              <ac:spMk id="21" creationId="{5F28F689-43FB-E365-4212-BD02F1CFCB42}"/>
            </ac:spMkLst>
          </pc:spChg>
          <pc:grpChg chg="add mod">
            <ac:chgData name="Anna Bianchi" userId="1dd43a41-4e4c-4b62-897c-c402d57a5e85" providerId="ADAL" clId="{7E0A2C20-EFE7-4154-BBCD-F203FBDD73CA}" dt="2024-09-26T12:39:50.597" v="174" actId="1076"/>
            <ac:grpSpMkLst>
              <pc:docMk/>
              <pc:sldMasterMk cId="3223999130" sldId="2147483648"/>
              <pc:sldLayoutMk cId="682737243" sldId="2147483651"/>
              <ac:grpSpMk id="5" creationId="{1D2F9118-B915-32C1-2E90-4142A8442C8D}"/>
            </ac:grpSpMkLst>
          </pc:gr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INFN-LNL</c:v>
                </c:pt>
              </c:strCache>
            </c:strRef>
          </c:tx>
          <c:spPr>
            <a:solidFill>
              <a:srgbClr val="ADAFAE"/>
            </a:solidFill>
            <a:ln>
              <a:noFill/>
            </a:ln>
            <a:effectLst/>
          </c:spPr>
          <c:invertIfNegative val="0"/>
          <c:cat>
            <c:strRef>
              <c:f>Foglio1!$A$2</c:f>
              <c:strCache>
                <c:ptCount val="1"/>
                <c:pt idx="0">
                  <c:v>FTE</c:v>
                </c:pt>
              </c:strCache>
            </c:strRef>
          </c:cat>
          <c:val>
            <c:numRef>
              <c:f>Foglio1!$B$2</c:f>
              <c:numCache>
                <c:formatCode>General</c:formatCode>
                <c:ptCount val="1"/>
                <c:pt idx="0">
                  <c:v>1.1499999999999999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57-43A0-A7B7-45E165113297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INFN-Milano</c:v>
                </c:pt>
              </c:strCache>
            </c:strRef>
          </c:tx>
          <c:spPr>
            <a:solidFill>
              <a:srgbClr val="96D8EF"/>
            </a:solidFill>
            <a:ln>
              <a:noFill/>
            </a:ln>
            <a:effectLst/>
          </c:spPr>
          <c:invertIfNegative val="0"/>
          <c:cat>
            <c:strRef>
              <c:f>Foglio1!$A$2</c:f>
              <c:strCache>
                <c:ptCount val="1"/>
                <c:pt idx="0">
                  <c:v>FTE</c:v>
                </c:pt>
              </c:strCache>
            </c:strRef>
          </c:cat>
          <c:val>
            <c:numRef>
              <c:f>Foglio1!$C$2</c:f>
              <c:numCache>
                <c:formatCode>General</c:formatCode>
                <c:ptCount val="1"/>
                <c:pt idx="0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57-43A0-A7B7-45E165113297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INFN-Roma3</c:v>
                </c:pt>
              </c:strCache>
            </c:strRef>
          </c:tx>
          <c:spPr>
            <a:solidFill>
              <a:srgbClr val="0D4371"/>
            </a:solidFill>
            <a:ln>
              <a:noFill/>
            </a:ln>
            <a:effectLst/>
          </c:spPr>
          <c:invertIfNegative val="0"/>
          <c:cat>
            <c:strRef>
              <c:f>Foglio1!$A$2</c:f>
              <c:strCache>
                <c:ptCount val="1"/>
                <c:pt idx="0">
                  <c:v>FTE</c:v>
                </c:pt>
              </c:strCache>
            </c:strRef>
          </c:cat>
          <c:val>
            <c:numRef>
              <c:f>Foglio1!$D$2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57-43A0-A7B7-45E1651132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10"/>
        <c:axId val="2041568384"/>
        <c:axId val="2041569344"/>
      </c:barChart>
      <c:catAx>
        <c:axId val="20415683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41569344"/>
        <c:crosses val="autoZero"/>
        <c:auto val="1"/>
        <c:lblAlgn val="ctr"/>
        <c:lblOffset val="100"/>
        <c:noMultiLvlLbl val="0"/>
      </c:catAx>
      <c:valAx>
        <c:axId val="2041569344"/>
        <c:scaling>
          <c:orientation val="minMax"/>
          <c:max val="1.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in"/>
        <c:minorTickMark val="in"/>
        <c:tickLblPos val="nextTo"/>
        <c:spPr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1568384"/>
        <c:crosses val="autoZero"/>
        <c:crossBetween val="between"/>
        <c:majorUnit val="0.5"/>
        <c:minorUnit val="0.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Foglio1!$B$1</c:f>
              <c:strCache>
                <c:ptCount val="1"/>
                <c:pt idx="0">
                  <c:v>Vendite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tint val="77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FD00-4EEF-B1EE-935AFC6657FF}"/>
              </c:ext>
            </c:extLst>
          </c:dPt>
          <c:dPt>
            <c:idx val="1"/>
            <c:bubble3D val="0"/>
            <c:spPr>
              <a:solidFill>
                <a:schemeClr val="accent4">
                  <a:shade val="7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0-7B3F-4941-BDAA-690CC805EFF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Book Antiqua" panose="020406020503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Foglio1!$A$2:$A$3</c:f>
              <c:strCache>
                <c:ptCount val="2"/>
                <c:pt idx="0">
                  <c:v>Uomini</c:v>
                </c:pt>
                <c:pt idx="1">
                  <c:v>Donne</c:v>
                </c:pt>
              </c:strCache>
            </c:strRef>
          </c:cat>
          <c:val>
            <c:numRef>
              <c:f>Foglio1!$B$2:$B$3</c:f>
              <c:numCache>
                <c:formatCode>General</c:formatCode>
                <c:ptCount val="2"/>
                <c:pt idx="0">
                  <c:v>1.5999999999999999</c:v>
                </c:pt>
                <c:pt idx="1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00-4EEF-B1EE-935AFC6657F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r>
              <a:rPr lang="it-IT" b="1"/>
              <a:t>Richieste 1° anno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INFN-LNL</c:v>
                </c:pt>
              </c:strCache>
            </c:strRef>
          </c:tx>
          <c:spPr>
            <a:solidFill>
              <a:srgbClr val="ADAFAE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Missioni</c:v>
                </c:pt>
                <c:pt idx="1">
                  <c:v>Inventario</c:v>
                </c:pt>
                <c:pt idx="2">
                  <c:v>Consumo</c:v>
                </c:pt>
                <c:pt idx="3">
                  <c:v>Servizi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4</c:v>
                </c:pt>
                <c:pt idx="1">
                  <c:v>17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AA-4B4D-B7DD-781430F4E584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INFN-Milano</c:v>
                </c:pt>
              </c:strCache>
            </c:strRef>
          </c:tx>
          <c:spPr>
            <a:solidFill>
              <a:srgbClr val="96D8EF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Missioni</c:v>
                </c:pt>
                <c:pt idx="1">
                  <c:v>Inventario</c:v>
                </c:pt>
                <c:pt idx="2">
                  <c:v>Consumo</c:v>
                </c:pt>
                <c:pt idx="3">
                  <c:v>Servizi</c:v>
                </c:pt>
              </c:strCache>
            </c:strRef>
          </c:cat>
          <c:val>
            <c:numRef>
              <c:f>Foglio1!$C$2:$C$5</c:f>
              <c:numCache>
                <c:formatCode>General</c:formatCode>
                <c:ptCount val="4"/>
                <c:pt idx="0">
                  <c:v>5</c:v>
                </c:pt>
                <c:pt idx="1">
                  <c:v>4.5</c:v>
                </c:pt>
                <c:pt idx="2">
                  <c:v>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AA-4B4D-B7DD-781430F4E584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INFN-Roma Tre</c:v>
                </c:pt>
              </c:strCache>
            </c:strRef>
          </c:tx>
          <c:spPr>
            <a:solidFill>
              <a:srgbClr val="0D4371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Missioni</c:v>
                </c:pt>
                <c:pt idx="1">
                  <c:v>Inventario</c:v>
                </c:pt>
                <c:pt idx="2">
                  <c:v>Consumo</c:v>
                </c:pt>
                <c:pt idx="3">
                  <c:v>Servizi</c:v>
                </c:pt>
              </c:strCache>
            </c:strRef>
          </c:cat>
          <c:val>
            <c:numRef>
              <c:f>Foglio1!$D$2:$D$5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AA-4B4D-B7DD-781430F4E5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10"/>
        <c:axId val="2041595264"/>
        <c:axId val="2041570304"/>
      </c:barChart>
      <c:catAx>
        <c:axId val="2041595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2041570304"/>
        <c:crosses val="autoZero"/>
        <c:auto val="1"/>
        <c:lblAlgn val="ctr"/>
        <c:lblOffset val="100"/>
        <c:noMultiLvlLbl val="0"/>
      </c:catAx>
      <c:valAx>
        <c:axId val="2041570304"/>
        <c:scaling>
          <c:orientation val="minMax"/>
          <c:max val="17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2041595264"/>
        <c:crosses val="autoZero"/>
        <c:crossBetween val="between"/>
        <c:majorUnit val="2.5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330755337993044"/>
          <c:y val="3.8679238136427171E-3"/>
          <c:w val="0.18669243304638347"/>
          <c:h val="0.336916376678550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Book Antiqua" panose="02040602050305030304" pitchFamily="18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r>
              <a:rPr lang="it-IT" b="1" dirty="0"/>
              <a:t>Richieste 2° anno</a:t>
            </a:r>
            <a:endParaRPr lang="en-US" b="1" dirty="0"/>
          </a:p>
        </c:rich>
      </c:tx>
      <c:layout>
        <c:manualLayout>
          <c:xMode val="edge"/>
          <c:yMode val="edge"/>
          <c:x val="0.49638847593009555"/>
          <c:y val="2.47963962050189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INFN-LNL</c:v>
                </c:pt>
              </c:strCache>
            </c:strRef>
          </c:tx>
          <c:spPr>
            <a:solidFill>
              <a:srgbClr val="ADAFAE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Missioni</c:v>
                </c:pt>
                <c:pt idx="1">
                  <c:v>Inventario</c:v>
                </c:pt>
                <c:pt idx="2">
                  <c:v>Consumo</c:v>
                </c:pt>
                <c:pt idx="3">
                  <c:v>Servizi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7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58-4AEC-8DC4-DB35543DF204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INFN-Milano</c:v>
                </c:pt>
              </c:strCache>
            </c:strRef>
          </c:tx>
          <c:spPr>
            <a:solidFill>
              <a:srgbClr val="96D8EF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Missioni</c:v>
                </c:pt>
                <c:pt idx="1">
                  <c:v>Inventario</c:v>
                </c:pt>
                <c:pt idx="2">
                  <c:v>Consumo</c:v>
                </c:pt>
                <c:pt idx="3">
                  <c:v>Servizi</c:v>
                </c:pt>
              </c:strCache>
            </c:strRef>
          </c:cat>
          <c:val>
            <c:numRef>
              <c:f>Foglio1!$C$2:$C$5</c:f>
              <c:numCache>
                <c:formatCode>General</c:formatCode>
                <c:ptCount val="4"/>
                <c:pt idx="0">
                  <c:v>5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58-4AEC-8DC4-DB35543DF204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INFN-Roma Tre</c:v>
                </c:pt>
              </c:strCache>
            </c:strRef>
          </c:tx>
          <c:spPr>
            <a:solidFill>
              <a:srgbClr val="0D4371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Missioni</c:v>
                </c:pt>
                <c:pt idx="1">
                  <c:v>Inventario</c:v>
                </c:pt>
                <c:pt idx="2">
                  <c:v>Consumo</c:v>
                </c:pt>
                <c:pt idx="3">
                  <c:v>Servizi</c:v>
                </c:pt>
              </c:strCache>
            </c:strRef>
          </c:cat>
          <c:val>
            <c:numRef>
              <c:f>Foglio1!$D$2:$D$5</c:f>
              <c:numCache>
                <c:formatCode>General</c:formatCode>
                <c:ptCount val="4"/>
                <c:pt idx="0">
                  <c:v>3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58-4AEC-8DC4-DB35543DF2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10"/>
        <c:axId val="2041595264"/>
        <c:axId val="2041570304"/>
      </c:barChart>
      <c:catAx>
        <c:axId val="2041595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2041570304"/>
        <c:crosses val="autoZero"/>
        <c:auto val="1"/>
        <c:lblAlgn val="ctr"/>
        <c:lblOffset val="100"/>
        <c:noMultiLvlLbl val="0"/>
      </c:catAx>
      <c:valAx>
        <c:axId val="2041570304"/>
        <c:scaling>
          <c:orientation val="minMax"/>
          <c:max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in"/>
        <c:minorTickMark val="in"/>
        <c:tickLblPos val="nextTo"/>
        <c:spPr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2041595264"/>
        <c:crosses val="autoZero"/>
        <c:crossBetween val="between"/>
        <c:majorUnit val="2.5"/>
        <c:minorUnit val="0.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Book Antiqua" panose="0204060205030503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F839EF-4E76-4C10-A9A4-CB9FC3F9FE48}" type="doc">
      <dgm:prSet loTypeId="urn:microsoft.com/office/officeart/2005/8/layout/lProcess2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B5FEFA4B-1088-4146-9974-34408883D819}">
      <dgm:prSet phldrT="[Testo]"/>
      <dgm:spPr>
        <a:noFill/>
      </dgm:spPr>
      <dgm:t>
        <a:bodyPr/>
        <a:lstStyle/>
        <a:p>
          <a:r>
            <a:rPr lang="it-IT" dirty="0" err="1">
              <a:solidFill>
                <a:srgbClr val="0D4371"/>
              </a:solidFill>
              <a:latin typeface="Book Antiqua" panose="02040602050305030304" pitchFamily="18" charset="0"/>
            </a:rPr>
            <a:t>TEPCs</a:t>
          </a:r>
          <a:endParaRPr lang="en-US" dirty="0">
            <a:solidFill>
              <a:srgbClr val="0D4371"/>
            </a:solidFill>
            <a:latin typeface="Book Antiqua" panose="02040602050305030304" pitchFamily="18" charset="0"/>
          </a:endParaRPr>
        </a:p>
      </dgm:t>
    </dgm:pt>
    <dgm:pt modelId="{D8534E47-D228-4B8F-BAA9-6D0EDA9E24B0}" type="parTrans" cxnId="{3B4ADCF5-B9C6-4676-9DB9-0529DDF2E038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93CA22E9-62F2-4F8F-B67C-1F18C570E5FD}" type="sibTrans" cxnId="{3B4ADCF5-B9C6-4676-9DB9-0529DDF2E038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9E8A7772-52E8-44CA-91A5-B48CDEC586C8}">
      <dgm:prSet phldrT="[Testo]" custT="1"/>
      <dgm:spPr>
        <a:solidFill>
          <a:srgbClr val="92D050">
            <a:alpha val="90000"/>
          </a:srgbClr>
        </a:solidFill>
      </dgm:spPr>
      <dgm:t>
        <a:bodyPr/>
        <a:lstStyle/>
        <a:p>
          <a:pPr algn="ctr"/>
          <a:r>
            <a:rPr lang="it-IT" sz="1800" dirty="0">
              <a:latin typeface="Book Antiqua" panose="02040602050305030304" pitchFamily="18" charset="0"/>
            </a:rPr>
            <a:t>Alta sensibilità</a:t>
          </a:r>
          <a:endParaRPr lang="en-US" sz="1800" dirty="0">
            <a:latin typeface="Book Antiqua" panose="02040602050305030304" pitchFamily="18" charset="0"/>
          </a:endParaRPr>
        </a:p>
      </dgm:t>
    </dgm:pt>
    <dgm:pt modelId="{AAC48EFA-C676-4A01-924D-31F90C52F309}" type="parTrans" cxnId="{4515D6D9-F7E7-48D0-9241-DA7AC49A711E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B6E61A4F-9511-41E7-B930-0B0E6E2B7A50}" type="sibTrans" cxnId="{4515D6D9-F7E7-48D0-9241-DA7AC49A711E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EDB1F214-B756-4E3B-8D83-0959B114349B}">
      <dgm:prSet phldrT="[Testo]" custT="1"/>
      <dgm:spPr>
        <a:solidFill>
          <a:srgbClr val="92D050">
            <a:alpha val="90000"/>
          </a:srgbClr>
        </a:solidFill>
      </dgm:spPr>
      <dgm:t>
        <a:bodyPr/>
        <a:lstStyle/>
        <a:p>
          <a:pPr algn="ctr"/>
          <a:r>
            <a:rPr lang="it-IT" sz="1800" dirty="0">
              <a:latin typeface="Book Antiqua" panose="02040602050305030304" pitchFamily="18" charset="0"/>
            </a:rPr>
            <a:t>Siti simulati micrometrici e sub-micrometrici</a:t>
          </a:r>
          <a:endParaRPr lang="en-US" sz="1800" dirty="0">
            <a:latin typeface="Book Antiqua" panose="02040602050305030304" pitchFamily="18" charset="0"/>
          </a:endParaRPr>
        </a:p>
      </dgm:t>
    </dgm:pt>
    <dgm:pt modelId="{EC074D35-8B4D-4E7E-AA47-8C29A3FF0FA3}" type="parTrans" cxnId="{63FE09E7-E38E-424F-8AE5-31B9579D0323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C655D53D-72B5-471B-A33F-9AC01FDA67BA}" type="sibTrans" cxnId="{63FE09E7-E38E-424F-8AE5-31B9579D0323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2699D086-A35C-417A-9781-ED2267323D25}">
      <dgm:prSet phldrT="[Testo]"/>
      <dgm:spPr>
        <a:noFill/>
      </dgm:spPr>
      <dgm:t>
        <a:bodyPr/>
        <a:lstStyle/>
        <a:p>
          <a:r>
            <a:rPr lang="it-IT" dirty="0" err="1">
              <a:solidFill>
                <a:srgbClr val="ADAFAE"/>
              </a:solidFill>
              <a:latin typeface="Book Antiqua" panose="02040602050305030304" pitchFamily="18" charset="0"/>
            </a:rPr>
            <a:t>SSDs</a:t>
          </a:r>
          <a:endParaRPr lang="en-US" dirty="0">
            <a:solidFill>
              <a:srgbClr val="ADAFAE"/>
            </a:solidFill>
            <a:latin typeface="Book Antiqua" panose="02040602050305030304" pitchFamily="18" charset="0"/>
          </a:endParaRPr>
        </a:p>
      </dgm:t>
    </dgm:pt>
    <dgm:pt modelId="{7F3DB6C4-7D55-4B23-BD33-51EE4BC550A0}" type="parTrans" cxnId="{DD37F9D0-FDBB-47B1-A0C7-53EE5CA20AE0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666E01EC-F218-4A33-9200-A4CA628D123E}" type="sibTrans" cxnId="{DD37F9D0-FDBB-47B1-A0C7-53EE5CA20AE0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55C05D08-96A9-4DF2-A948-D41C6E436B64}">
      <dgm:prSet phldrT="[Testo]" custT="1"/>
      <dgm:spPr>
        <a:solidFill>
          <a:srgbClr val="FF5050"/>
        </a:solidFill>
      </dgm:spPr>
      <dgm:t>
        <a:bodyPr/>
        <a:lstStyle/>
        <a:p>
          <a:pPr algn="ctr"/>
          <a:r>
            <a:rPr lang="it-IT" sz="1800" dirty="0">
              <a:latin typeface="Book Antiqua" panose="02040602050305030304" pitchFamily="18" charset="0"/>
            </a:rPr>
            <a:t>Alta sensibilità</a:t>
          </a:r>
          <a:endParaRPr lang="en-US" sz="1800" dirty="0">
            <a:latin typeface="Book Antiqua" panose="02040602050305030304" pitchFamily="18" charset="0"/>
          </a:endParaRPr>
        </a:p>
      </dgm:t>
    </dgm:pt>
    <dgm:pt modelId="{BD09AC03-F629-4AAD-85E5-B1293F34B2E3}" type="parTrans" cxnId="{6107BD67-BA0C-4EEB-9D84-7CFF9CD9A84D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659FABCA-A2C9-4ADA-8E9A-3FAB5EFCB627}" type="sibTrans" cxnId="{6107BD67-BA0C-4EEB-9D84-7CFF9CD9A84D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2FFD659D-688B-4DCD-A38D-2A024C166F26}">
      <dgm:prSet phldrT="[Testo]" custT="1"/>
      <dgm:spPr>
        <a:solidFill>
          <a:srgbClr val="FF5050"/>
        </a:solidFill>
      </dgm:spPr>
      <dgm:t>
        <a:bodyPr/>
        <a:lstStyle/>
        <a:p>
          <a:pPr algn="ctr"/>
          <a:r>
            <a:rPr lang="it-IT" sz="1800" dirty="0">
              <a:latin typeface="Book Antiqua" panose="02040602050305030304" pitchFamily="18" charset="0"/>
            </a:rPr>
            <a:t>Alti flussi</a:t>
          </a:r>
        </a:p>
        <a:p>
          <a:pPr algn="ctr"/>
          <a:r>
            <a:rPr lang="it-IT" sz="1800" dirty="0">
              <a:latin typeface="Book Antiqua" panose="02040602050305030304" pitchFamily="18" charset="0"/>
            </a:rPr>
            <a:t>(max ~5·10</a:t>
          </a:r>
          <a:r>
            <a:rPr lang="it-IT" sz="1800" baseline="30000" dirty="0">
              <a:latin typeface="Book Antiqua" panose="02040602050305030304" pitchFamily="18" charset="0"/>
            </a:rPr>
            <a:t>6</a:t>
          </a:r>
          <a:r>
            <a:rPr lang="it-IT" sz="1800" dirty="0">
              <a:latin typeface="Book Antiqua" panose="02040602050305030304" pitchFamily="18" charset="0"/>
            </a:rPr>
            <a:t> p s</a:t>
          </a:r>
          <a:r>
            <a:rPr lang="it-IT" sz="1800" baseline="30000" dirty="0">
              <a:latin typeface="Book Antiqua" panose="02040602050305030304" pitchFamily="18" charset="0"/>
            </a:rPr>
            <a:t>-1</a:t>
          </a:r>
          <a:r>
            <a:rPr lang="it-IT" sz="1800" dirty="0">
              <a:latin typeface="Book Antiqua" panose="02040602050305030304" pitchFamily="18" charset="0"/>
            </a:rPr>
            <a:t> cm</a:t>
          </a:r>
          <a:r>
            <a:rPr lang="it-IT" sz="1800" baseline="30000" dirty="0">
              <a:latin typeface="Book Antiqua" panose="02040602050305030304" pitchFamily="18" charset="0"/>
            </a:rPr>
            <a:t>-2</a:t>
          </a:r>
          <a:r>
            <a:rPr lang="it-IT" sz="1800" dirty="0">
              <a:latin typeface="Book Antiqua" panose="02040602050305030304" pitchFamily="18" charset="0"/>
            </a:rPr>
            <a:t>)</a:t>
          </a:r>
          <a:endParaRPr lang="en-US" sz="1800" dirty="0">
            <a:latin typeface="Book Antiqua" panose="02040602050305030304" pitchFamily="18" charset="0"/>
          </a:endParaRPr>
        </a:p>
      </dgm:t>
    </dgm:pt>
    <dgm:pt modelId="{2F04F8D1-55F6-4F98-A074-9F52D9167C86}" type="parTrans" cxnId="{E84368EA-9A79-4038-BF73-C1254320A313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D6A78834-1B08-40C7-8405-D4325582B8F3}" type="sibTrans" cxnId="{E84368EA-9A79-4038-BF73-C1254320A313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E7DEF4DC-5C3E-4CB2-ADCB-0660CEA01AFE}">
      <dgm:prSet phldrT="[Testo]" custT="1"/>
      <dgm:spPr>
        <a:solidFill>
          <a:srgbClr val="FF5050"/>
        </a:solidFill>
      </dgm:spPr>
      <dgm:t>
        <a:bodyPr/>
        <a:lstStyle/>
        <a:p>
          <a:pPr algn="ctr"/>
          <a:r>
            <a:rPr lang="it-IT" sz="1800" dirty="0">
              <a:latin typeface="Book Antiqua" panose="02040602050305030304" pitchFamily="18" charset="0"/>
            </a:rPr>
            <a:t>Siti simulati micrometrici e sub-micrometrici</a:t>
          </a:r>
          <a:endParaRPr lang="en-US" sz="1800" dirty="0">
            <a:latin typeface="Book Antiqua" panose="02040602050305030304" pitchFamily="18" charset="0"/>
          </a:endParaRPr>
        </a:p>
      </dgm:t>
    </dgm:pt>
    <dgm:pt modelId="{14386E91-BBFC-46A0-8C9C-FF0750C8CF54}" type="parTrans" cxnId="{BD2665E1-AC29-44D1-8138-EC7DA1BDF8AB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B67ABFDA-3999-43B2-B61F-5F138E5C4854}" type="sibTrans" cxnId="{BD2665E1-AC29-44D1-8138-EC7DA1BDF8AB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CD7E2F1F-2F58-4A7B-A02F-99A079BA7BB5}">
      <dgm:prSet phldrT="[Testo]" custT="1"/>
      <dgm:spPr>
        <a:solidFill>
          <a:srgbClr val="92D050">
            <a:alpha val="90000"/>
          </a:srgbClr>
        </a:solidFill>
      </dgm:spPr>
      <dgm:t>
        <a:bodyPr/>
        <a:lstStyle/>
        <a:p>
          <a:pPr algn="ctr"/>
          <a:r>
            <a:rPr lang="it-IT" sz="1800" dirty="0">
              <a:latin typeface="Book Antiqua" panose="02040602050305030304" pitchFamily="18" charset="0"/>
            </a:rPr>
            <a:t>Tessuto-Equivalenza</a:t>
          </a:r>
          <a:endParaRPr lang="en-US" sz="1800" dirty="0">
            <a:latin typeface="Book Antiqua" panose="02040602050305030304" pitchFamily="18" charset="0"/>
          </a:endParaRPr>
        </a:p>
      </dgm:t>
    </dgm:pt>
    <dgm:pt modelId="{6E12F977-F9EE-4FC8-B35A-94D3E994C05C}" type="parTrans" cxnId="{1ED44644-8C62-459A-96AD-5B6160291002}">
      <dgm:prSet/>
      <dgm:spPr/>
      <dgm:t>
        <a:bodyPr/>
        <a:lstStyle/>
        <a:p>
          <a:endParaRPr lang="en-US"/>
        </a:p>
      </dgm:t>
    </dgm:pt>
    <dgm:pt modelId="{05F800B6-B80C-4FB5-882B-B14C7C935185}" type="sibTrans" cxnId="{1ED44644-8C62-459A-96AD-5B6160291002}">
      <dgm:prSet/>
      <dgm:spPr/>
      <dgm:t>
        <a:bodyPr/>
        <a:lstStyle/>
        <a:p>
          <a:endParaRPr lang="en-US"/>
        </a:p>
      </dgm:t>
    </dgm:pt>
    <dgm:pt modelId="{BCE68C5D-A638-4E65-9B71-7414D25A8FB2}">
      <dgm:prSet phldrT="[Testo]" custT="1"/>
      <dgm:spPr>
        <a:solidFill>
          <a:srgbClr val="FF5050"/>
        </a:solidFill>
      </dgm:spPr>
      <dgm:t>
        <a:bodyPr/>
        <a:lstStyle/>
        <a:p>
          <a:pPr algn="ctr"/>
          <a:r>
            <a:rPr lang="it-IT" sz="1800" dirty="0">
              <a:latin typeface="Book Antiqua" panose="02040602050305030304" pitchFamily="18" charset="0"/>
            </a:rPr>
            <a:t>Tessuto-Equivalenza</a:t>
          </a:r>
          <a:endParaRPr lang="en-US" sz="1800" dirty="0">
            <a:latin typeface="Book Antiqua" panose="02040602050305030304" pitchFamily="18" charset="0"/>
          </a:endParaRPr>
        </a:p>
      </dgm:t>
    </dgm:pt>
    <dgm:pt modelId="{63C4EB1B-DA4D-41B5-87D2-32CA6DE52A70}" type="parTrans" cxnId="{AA3DF222-F013-4146-814E-F2A26243E36D}">
      <dgm:prSet/>
      <dgm:spPr/>
      <dgm:t>
        <a:bodyPr/>
        <a:lstStyle/>
        <a:p>
          <a:endParaRPr lang="en-US"/>
        </a:p>
      </dgm:t>
    </dgm:pt>
    <dgm:pt modelId="{6222714E-542A-4EC0-A3A5-905DCFC2C042}" type="sibTrans" cxnId="{AA3DF222-F013-4146-814E-F2A26243E36D}">
      <dgm:prSet/>
      <dgm:spPr/>
      <dgm:t>
        <a:bodyPr/>
        <a:lstStyle/>
        <a:p>
          <a:endParaRPr lang="en-US"/>
        </a:p>
      </dgm:t>
    </dgm:pt>
    <dgm:pt modelId="{20180A99-09C3-4604-A2FE-92D99E557C5C}">
      <dgm:prSet phldrT="[Testo]" custT="1"/>
      <dgm:spPr>
        <a:solidFill>
          <a:srgbClr val="92D050"/>
        </a:solidFill>
      </dgm:spPr>
      <dgm:t>
        <a:bodyPr/>
        <a:lstStyle/>
        <a:p>
          <a:pPr algn="ctr"/>
          <a:r>
            <a:rPr lang="it-IT" sz="1800" dirty="0">
              <a:latin typeface="Book Antiqua" panose="02040602050305030304" pitchFamily="18" charset="0"/>
            </a:rPr>
            <a:t>Alti flussi</a:t>
          </a:r>
          <a:endParaRPr lang="en-US" sz="1800" dirty="0">
            <a:latin typeface="Book Antiqua" panose="02040602050305030304" pitchFamily="18" charset="0"/>
          </a:endParaRPr>
        </a:p>
      </dgm:t>
    </dgm:pt>
    <dgm:pt modelId="{3221AD5A-0AD7-4E1E-BC34-CFA0E13434AC}" type="sibTrans" cxnId="{13FFC0EF-61BA-4D9D-AB86-8CE2D0C39886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491A75EE-C76F-4ED4-992B-27C33FF9FE68}" type="parTrans" cxnId="{13FFC0EF-61BA-4D9D-AB86-8CE2D0C39886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DAE760E8-81D9-45D0-B136-E70964A4BCE5}" type="pres">
      <dgm:prSet presAssocID="{CCF839EF-4E76-4C10-A9A4-CB9FC3F9FE48}" presName="theList" presStyleCnt="0">
        <dgm:presLayoutVars>
          <dgm:dir/>
          <dgm:animLvl val="lvl"/>
          <dgm:resizeHandles val="exact"/>
        </dgm:presLayoutVars>
      </dgm:prSet>
      <dgm:spPr/>
    </dgm:pt>
    <dgm:pt modelId="{27C15975-5313-42B6-9375-6F8C36D56E61}" type="pres">
      <dgm:prSet presAssocID="{B5FEFA4B-1088-4146-9974-34408883D819}" presName="compNode" presStyleCnt="0"/>
      <dgm:spPr/>
    </dgm:pt>
    <dgm:pt modelId="{57E4C1B2-43A8-4FFC-BA4A-7FBE866F347C}" type="pres">
      <dgm:prSet presAssocID="{B5FEFA4B-1088-4146-9974-34408883D819}" presName="aNode" presStyleLbl="bgShp" presStyleIdx="0" presStyleCnt="2"/>
      <dgm:spPr/>
    </dgm:pt>
    <dgm:pt modelId="{3CC2290E-8E2B-4213-86A9-FB8BD46D7734}" type="pres">
      <dgm:prSet presAssocID="{B5FEFA4B-1088-4146-9974-34408883D819}" presName="textNode" presStyleLbl="bgShp" presStyleIdx="0" presStyleCnt="2"/>
      <dgm:spPr/>
    </dgm:pt>
    <dgm:pt modelId="{65A104CF-ACF6-4C3F-96E0-038E7BC1979B}" type="pres">
      <dgm:prSet presAssocID="{B5FEFA4B-1088-4146-9974-34408883D819}" presName="compChildNode" presStyleCnt="0"/>
      <dgm:spPr/>
    </dgm:pt>
    <dgm:pt modelId="{023CDA21-9158-464B-82D0-640D5E02DEAE}" type="pres">
      <dgm:prSet presAssocID="{B5FEFA4B-1088-4146-9974-34408883D819}" presName="theInnerList" presStyleCnt="0"/>
      <dgm:spPr/>
    </dgm:pt>
    <dgm:pt modelId="{EC91644D-4BF3-4714-B7AD-79920A9543D3}" type="pres">
      <dgm:prSet presAssocID="{9E8A7772-52E8-44CA-91A5-B48CDEC586C8}" presName="childNode" presStyleLbl="node1" presStyleIdx="0" presStyleCnt="8" custScaleX="119369">
        <dgm:presLayoutVars>
          <dgm:bulletEnabled val="1"/>
        </dgm:presLayoutVars>
      </dgm:prSet>
      <dgm:spPr/>
    </dgm:pt>
    <dgm:pt modelId="{83F23F26-11D7-4194-9577-6254286DAE94}" type="pres">
      <dgm:prSet presAssocID="{9E8A7772-52E8-44CA-91A5-B48CDEC586C8}" presName="aSpace2" presStyleCnt="0"/>
      <dgm:spPr/>
    </dgm:pt>
    <dgm:pt modelId="{B738654A-8F2B-47AB-8B44-8C35BA26D189}" type="pres">
      <dgm:prSet presAssocID="{EDB1F214-B756-4E3B-8D83-0959B114349B}" presName="childNode" presStyleLbl="node1" presStyleIdx="1" presStyleCnt="8" custScaleX="119369">
        <dgm:presLayoutVars>
          <dgm:bulletEnabled val="1"/>
        </dgm:presLayoutVars>
      </dgm:prSet>
      <dgm:spPr/>
    </dgm:pt>
    <dgm:pt modelId="{FEC43DF1-5603-49BB-8F4C-53621D47AD0E}" type="pres">
      <dgm:prSet presAssocID="{EDB1F214-B756-4E3B-8D83-0959B114349B}" presName="aSpace2" presStyleCnt="0"/>
      <dgm:spPr/>
    </dgm:pt>
    <dgm:pt modelId="{11E00BC8-80D2-4A09-8FFD-0DD908E79E2D}" type="pres">
      <dgm:prSet presAssocID="{CD7E2F1F-2F58-4A7B-A02F-99A079BA7BB5}" presName="childNode" presStyleLbl="node1" presStyleIdx="2" presStyleCnt="8" custScaleX="119369">
        <dgm:presLayoutVars>
          <dgm:bulletEnabled val="1"/>
        </dgm:presLayoutVars>
      </dgm:prSet>
      <dgm:spPr/>
    </dgm:pt>
    <dgm:pt modelId="{9F4FEDEE-825D-4101-B1A9-CD5B14C1B5FA}" type="pres">
      <dgm:prSet presAssocID="{CD7E2F1F-2F58-4A7B-A02F-99A079BA7BB5}" presName="aSpace2" presStyleCnt="0"/>
      <dgm:spPr/>
    </dgm:pt>
    <dgm:pt modelId="{B4551806-4D5E-4E67-B6D9-2ACAD2101188}" type="pres">
      <dgm:prSet presAssocID="{2FFD659D-688B-4DCD-A38D-2A024C166F26}" presName="childNode" presStyleLbl="node1" presStyleIdx="3" presStyleCnt="8" custScaleX="119369">
        <dgm:presLayoutVars>
          <dgm:bulletEnabled val="1"/>
        </dgm:presLayoutVars>
      </dgm:prSet>
      <dgm:spPr/>
    </dgm:pt>
    <dgm:pt modelId="{CFF92990-C359-4F54-9620-B46FEC9CAEAD}" type="pres">
      <dgm:prSet presAssocID="{B5FEFA4B-1088-4146-9974-34408883D819}" presName="aSpace" presStyleCnt="0"/>
      <dgm:spPr/>
    </dgm:pt>
    <dgm:pt modelId="{98B91BAA-B0CF-4E5B-93D2-32F0C4923C5F}" type="pres">
      <dgm:prSet presAssocID="{2699D086-A35C-417A-9781-ED2267323D25}" presName="compNode" presStyleCnt="0"/>
      <dgm:spPr/>
    </dgm:pt>
    <dgm:pt modelId="{FCEF2938-D576-4E2B-A787-BE226DEE800F}" type="pres">
      <dgm:prSet presAssocID="{2699D086-A35C-417A-9781-ED2267323D25}" presName="aNode" presStyleLbl="bgShp" presStyleIdx="1" presStyleCnt="2"/>
      <dgm:spPr/>
    </dgm:pt>
    <dgm:pt modelId="{0BBBFBB0-83C7-4E7D-A06A-1C18DCC508B2}" type="pres">
      <dgm:prSet presAssocID="{2699D086-A35C-417A-9781-ED2267323D25}" presName="textNode" presStyleLbl="bgShp" presStyleIdx="1" presStyleCnt="2"/>
      <dgm:spPr/>
    </dgm:pt>
    <dgm:pt modelId="{AE17C139-761C-4ABC-B049-830BD4F06EED}" type="pres">
      <dgm:prSet presAssocID="{2699D086-A35C-417A-9781-ED2267323D25}" presName="compChildNode" presStyleCnt="0"/>
      <dgm:spPr/>
    </dgm:pt>
    <dgm:pt modelId="{BCCA7C0D-8E0A-410A-B853-0A1D8241DC24}" type="pres">
      <dgm:prSet presAssocID="{2699D086-A35C-417A-9781-ED2267323D25}" presName="theInnerList" presStyleCnt="0"/>
      <dgm:spPr/>
    </dgm:pt>
    <dgm:pt modelId="{8B087F97-00A0-4021-ABA8-225998FD60C6}" type="pres">
      <dgm:prSet presAssocID="{55C05D08-96A9-4DF2-A948-D41C6E436B64}" presName="childNode" presStyleLbl="node1" presStyleIdx="4" presStyleCnt="8" custScaleX="119369">
        <dgm:presLayoutVars>
          <dgm:bulletEnabled val="1"/>
        </dgm:presLayoutVars>
      </dgm:prSet>
      <dgm:spPr/>
    </dgm:pt>
    <dgm:pt modelId="{4231A48E-C1DE-48B2-8EB6-28B520647D86}" type="pres">
      <dgm:prSet presAssocID="{55C05D08-96A9-4DF2-A948-D41C6E436B64}" presName="aSpace2" presStyleCnt="0"/>
      <dgm:spPr/>
    </dgm:pt>
    <dgm:pt modelId="{3F2EB6E0-1719-4E91-B5B9-384361C65556}" type="pres">
      <dgm:prSet presAssocID="{E7DEF4DC-5C3E-4CB2-ADCB-0660CEA01AFE}" presName="childNode" presStyleLbl="node1" presStyleIdx="5" presStyleCnt="8" custScaleX="119369">
        <dgm:presLayoutVars>
          <dgm:bulletEnabled val="1"/>
        </dgm:presLayoutVars>
      </dgm:prSet>
      <dgm:spPr/>
    </dgm:pt>
    <dgm:pt modelId="{8FD96973-8343-4286-B6F8-9D9002AAE741}" type="pres">
      <dgm:prSet presAssocID="{E7DEF4DC-5C3E-4CB2-ADCB-0660CEA01AFE}" presName="aSpace2" presStyleCnt="0"/>
      <dgm:spPr/>
    </dgm:pt>
    <dgm:pt modelId="{1DF3F1D0-DFDD-438D-8886-7ED69F54D78A}" type="pres">
      <dgm:prSet presAssocID="{BCE68C5D-A638-4E65-9B71-7414D25A8FB2}" presName="childNode" presStyleLbl="node1" presStyleIdx="6" presStyleCnt="8" custScaleX="119369">
        <dgm:presLayoutVars>
          <dgm:bulletEnabled val="1"/>
        </dgm:presLayoutVars>
      </dgm:prSet>
      <dgm:spPr/>
    </dgm:pt>
    <dgm:pt modelId="{CFA98E79-D1BC-47B3-846D-6E8363AEE42E}" type="pres">
      <dgm:prSet presAssocID="{BCE68C5D-A638-4E65-9B71-7414D25A8FB2}" presName="aSpace2" presStyleCnt="0"/>
      <dgm:spPr/>
    </dgm:pt>
    <dgm:pt modelId="{7D982CDE-FDAD-4E40-9DFE-72015429B484}" type="pres">
      <dgm:prSet presAssocID="{20180A99-09C3-4604-A2FE-92D99E557C5C}" presName="childNode" presStyleLbl="node1" presStyleIdx="7" presStyleCnt="8" custScaleX="119369">
        <dgm:presLayoutVars>
          <dgm:bulletEnabled val="1"/>
        </dgm:presLayoutVars>
      </dgm:prSet>
      <dgm:spPr/>
    </dgm:pt>
  </dgm:ptLst>
  <dgm:cxnLst>
    <dgm:cxn modelId="{1824D507-C9F6-4DF1-89BD-147CDB26EDCE}" type="presOf" srcId="{2FFD659D-688B-4DCD-A38D-2A024C166F26}" destId="{B4551806-4D5E-4E67-B6D9-2ACAD2101188}" srcOrd="0" destOrd="0" presId="urn:microsoft.com/office/officeart/2005/8/layout/lProcess2"/>
    <dgm:cxn modelId="{39FEB714-C522-4E41-A99E-E7E7BD54D340}" type="presOf" srcId="{EDB1F214-B756-4E3B-8D83-0959B114349B}" destId="{B738654A-8F2B-47AB-8B44-8C35BA26D189}" srcOrd="0" destOrd="0" presId="urn:microsoft.com/office/officeart/2005/8/layout/lProcess2"/>
    <dgm:cxn modelId="{AA3DF222-F013-4146-814E-F2A26243E36D}" srcId="{2699D086-A35C-417A-9781-ED2267323D25}" destId="{BCE68C5D-A638-4E65-9B71-7414D25A8FB2}" srcOrd="2" destOrd="0" parTransId="{63C4EB1B-DA4D-41B5-87D2-32CA6DE52A70}" sibTransId="{6222714E-542A-4EC0-A3A5-905DCFC2C042}"/>
    <dgm:cxn modelId="{8397D632-FD41-4046-974A-61DD92C11E94}" type="presOf" srcId="{BCE68C5D-A638-4E65-9B71-7414D25A8FB2}" destId="{1DF3F1D0-DFDD-438D-8886-7ED69F54D78A}" srcOrd="0" destOrd="0" presId="urn:microsoft.com/office/officeart/2005/8/layout/lProcess2"/>
    <dgm:cxn modelId="{1ED44644-8C62-459A-96AD-5B6160291002}" srcId="{B5FEFA4B-1088-4146-9974-34408883D819}" destId="{CD7E2F1F-2F58-4A7B-A02F-99A079BA7BB5}" srcOrd="2" destOrd="0" parTransId="{6E12F977-F9EE-4FC8-B35A-94D3E994C05C}" sibTransId="{05F800B6-B80C-4FB5-882B-B14C7C935185}"/>
    <dgm:cxn modelId="{6107BD67-BA0C-4EEB-9D84-7CFF9CD9A84D}" srcId="{2699D086-A35C-417A-9781-ED2267323D25}" destId="{55C05D08-96A9-4DF2-A948-D41C6E436B64}" srcOrd="0" destOrd="0" parTransId="{BD09AC03-F629-4AAD-85E5-B1293F34B2E3}" sibTransId="{659FABCA-A2C9-4ADA-8E9A-3FAB5EFCB627}"/>
    <dgm:cxn modelId="{B617646F-ACEF-40D0-8F4A-7C76B27C047A}" type="presOf" srcId="{20180A99-09C3-4604-A2FE-92D99E557C5C}" destId="{7D982CDE-FDAD-4E40-9DFE-72015429B484}" srcOrd="0" destOrd="0" presId="urn:microsoft.com/office/officeart/2005/8/layout/lProcess2"/>
    <dgm:cxn modelId="{72C3A275-12E8-4F2F-B517-71FA3509A985}" type="presOf" srcId="{2699D086-A35C-417A-9781-ED2267323D25}" destId="{FCEF2938-D576-4E2B-A787-BE226DEE800F}" srcOrd="0" destOrd="0" presId="urn:microsoft.com/office/officeart/2005/8/layout/lProcess2"/>
    <dgm:cxn modelId="{F35E0476-978D-4959-8BB5-93DA4ACFBDC4}" type="presOf" srcId="{B5FEFA4B-1088-4146-9974-34408883D819}" destId="{57E4C1B2-43A8-4FFC-BA4A-7FBE866F347C}" srcOrd="0" destOrd="0" presId="urn:microsoft.com/office/officeart/2005/8/layout/lProcess2"/>
    <dgm:cxn modelId="{1A97F757-1F6C-4D59-8869-2C6AF393C833}" type="presOf" srcId="{CCF839EF-4E76-4C10-A9A4-CB9FC3F9FE48}" destId="{DAE760E8-81D9-45D0-B136-E70964A4BCE5}" srcOrd="0" destOrd="0" presId="urn:microsoft.com/office/officeart/2005/8/layout/lProcess2"/>
    <dgm:cxn modelId="{73A34280-FBF6-4DE9-86B7-356D5CB2E36F}" type="presOf" srcId="{E7DEF4DC-5C3E-4CB2-ADCB-0660CEA01AFE}" destId="{3F2EB6E0-1719-4E91-B5B9-384361C65556}" srcOrd="0" destOrd="0" presId="urn:microsoft.com/office/officeart/2005/8/layout/lProcess2"/>
    <dgm:cxn modelId="{A8CB4A80-CC96-4608-9085-6BA13D1CCE6F}" type="presOf" srcId="{9E8A7772-52E8-44CA-91A5-B48CDEC586C8}" destId="{EC91644D-4BF3-4714-B7AD-79920A9543D3}" srcOrd="0" destOrd="0" presId="urn:microsoft.com/office/officeart/2005/8/layout/lProcess2"/>
    <dgm:cxn modelId="{C07C3AA4-2A47-4ADC-A46B-C3448591D8B6}" type="presOf" srcId="{CD7E2F1F-2F58-4A7B-A02F-99A079BA7BB5}" destId="{11E00BC8-80D2-4A09-8FFD-0DD908E79E2D}" srcOrd="0" destOrd="0" presId="urn:microsoft.com/office/officeart/2005/8/layout/lProcess2"/>
    <dgm:cxn modelId="{A05327A9-37F2-43E9-A78A-AC0B19838984}" type="presOf" srcId="{B5FEFA4B-1088-4146-9974-34408883D819}" destId="{3CC2290E-8E2B-4213-86A9-FB8BD46D7734}" srcOrd="1" destOrd="0" presId="urn:microsoft.com/office/officeart/2005/8/layout/lProcess2"/>
    <dgm:cxn modelId="{DD37F9D0-FDBB-47B1-A0C7-53EE5CA20AE0}" srcId="{CCF839EF-4E76-4C10-A9A4-CB9FC3F9FE48}" destId="{2699D086-A35C-417A-9781-ED2267323D25}" srcOrd="1" destOrd="0" parTransId="{7F3DB6C4-7D55-4B23-BD33-51EE4BC550A0}" sibTransId="{666E01EC-F218-4A33-9200-A4CA628D123E}"/>
    <dgm:cxn modelId="{10B6E7D5-8385-43E1-89F7-C63702D08358}" type="presOf" srcId="{55C05D08-96A9-4DF2-A948-D41C6E436B64}" destId="{8B087F97-00A0-4021-ABA8-225998FD60C6}" srcOrd="0" destOrd="0" presId="urn:microsoft.com/office/officeart/2005/8/layout/lProcess2"/>
    <dgm:cxn modelId="{4515D6D9-F7E7-48D0-9241-DA7AC49A711E}" srcId="{B5FEFA4B-1088-4146-9974-34408883D819}" destId="{9E8A7772-52E8-44CA-91A5-B48CDEC586C8}" srcOrd="0" destOrd="0" parTransId="{AAC48EFA-C676-4A01-924D-31F90C52F309}" sibTransId="{B6E61A4F-9511-41E7-B930-0B0E6E2B7A50}"/>
    <dgm:cxn modelId="{581114DA-69AF-4E1D-87A0-F2D48891294B}" type="presOf" srcId="{2699D086-A35C-417A-9781-ED2267323D25}" destId="{0BBBFBB0-83C7-4E7D-A06A-1C18DCC508B2}" srcOrd="1" destOrd="0" presId="urn:microsoft.com/office/officeart/2005/8/layout/lProcess2"/>
    <dgm:cxn modelId="{BD2665E1-AC29-44D1-8138-EC7DA1BDF8AB}" srcId="{2699D086-A35C-417A-9781-ED2267323D25}" destId="{E7DEF4DC-5C3E-4CB2-ADCB-0660CEA01AFE}" srcOrd="1" destOrd="0" parTransId="{14386E91-BBFC-46A0-8C9C-FF0750C8CF54}" sibTransId="{B67ABFDA-3999-43B2-B61F-5F138E5C4854}"/>
    <dgm:cxn modelId="{63FE09E7-E38E-424F-8AE5-31B9579D0323}" srcId="{B5FEFA4B-1088-4146-9974-34408883D819}" destId="{EDB1F214-B756-4E3B-8D83-0959B114349B}" srcOrd="1" destOrd="0" parTransId="{EC074D35-8B4D-4E7E-AA47-8C29A3FF0FA3}" sibTransId="{C655D53D-72B5-471B-A33F-9AC01FDA67BA}"/>
    <dgm:cxn modelId="{E84368EA-9A79-4038-BF73-C1254320A313}" srcId="{B5FEFA4B-1088-4146-9974-34408883D819}" destId="{2FFD659D-688B-4DCD-A38D-2A024C166F26}" srcOrd="3" destOrd="0" parTransId="{2F04F8D1-55F6-4F98-A074-9F52D9167C86}" sibTransId="{D6A78834-1B08-40C7-8405-D4325582B8F3}"/>
    <dgm:cxn modelId="{13FFC0EF-61BA-4D9D-AB86-8CE2D0C39886}" srcId="{2699D086-A35C-417A-9781-ED2267323D25}" destId="{20180A99-09C3-4604-A2FE-92D99E557C5C}" srcOrd="3" destOrd="0" parTransId="{491A75EE-C76F-4ED4-992B-27C33FF9FE68}" sibTransId="{3221AD5A-0AD7-4E1E-BC34-CFA0E13434AC}"/>
    <dgm:cxn modelId="{3B4ADCF5-B9C6-4676-9DB9-0529DDF2E038}" srcId="{CCF839EF-4E76-4C10-A9A4-CB9FC3F9FE48}" destId="{B5FEFA4B-1088-4146-9974-34408883D819}" srcOrd="0" destOrd="0" parTransId="{D8534E47-D228-4B8F-BAA9-6D0EDA9E24B0}" sibTransId="{93CA22E9-62F2-4F8F-B67C-1F18C570E5FD}"/>
    <dgm:cxn modelId="{8CC58EB1-7B30-42A1-9AF6-AFC6D9F392C2}" type="presParOf" srcId="{DAE760E8-81D9-45D0-B136-E70964A4BCE5}" destId="{27C15975-5313-42B6-9375-6F8C36D56E61}" srcOrd="0" destOrd="0" presId="urn:microsoft.com/office/officeart/2005/8/layout/lProcess2"/>
    <dgm:cxn modelId="{6AFB2601-6788-49B4-9A65-C438CC7EDF8A}" type="presParOf" srcId="{27C15975-5313-42B6-9375-6F8C36D56E61}" destId="{57E4C1B2-43A8-4FFC-BA4A-7FBE866F347C}" srcOrd="0" destOrd="0" presId="urn:microsoft.com/office/officeart/2005/8/layout/lProcess2"/>
    <dgm:cxn modelId="{2F9EF92D-A64B-407D-84D1-C3230A458BE1}" type="presParOf" srcId="{27C15975-5313-42B6-9375-6F8C36D56E61}" destId="{3CC2290E-8E2B-4213-86A9-FB8BD46D7734}" srcOrd="1" destOrd="0" presId="urn:microsoft.com/office/officeart/2005/8/layout/lProcess2"/>
    <dgm:cxn modelId="{6BAFE756-01E0-4679-95CF-E6C93E5EE169}" type="presParOf" srcId="{27C15975-5313-42B6-9375-6F8C36D56E61}" destId="{65A104CF-ACF6-4C3F-96E0-038E7BC1979B}" srcOrd="2" destOrd="0" presId="urn:microsoft.com/office/officeart/2005/8/layout/lProcess2"/>
    <dgm:cxn modelId="{DE577353-BDC5-48D0-95D2-FF7D6A852DB9}" type="presParOf" srcId="{65A104CF-ACF6-4C3F-96E0-038E7BC1979B}" destId="{023CDA21-9158-464B-82D0-640D5E02DEAE}" srcOrd="0" destOrd="0" presId="urn:microsoft.com/office/officeart/2005/8/layout/lProcess2"/>
    <dgm:cxn modelId="{53A3DFE4-1C16-4A35-9030-C120A1B37785}" type="presParOf" srcId="{023CDA21-9158-464B-82D0-640D5E02DEAE}" destId="{EC91644D-4BF3-4714-B7AD-79920A9543D3}" srcOrd="0" destOrd="0" presId="urn:microsoft.com/office/officeart/2005/8/layout/lProcess2"/>
    <dgm:cxn modelId="{7A3BFB63-7308-4342-9361-6E84CB3DC177}" type="presParOf" srcId="{023CDA21-9158-464B-82D0-640D5E02DEAE}" destId="{83F23F26-11D7-4194-9577-6254286DAE94}" srcOrd="1" destOrd="0" presId="urn:microsoft.com/office/officeart/2005/8/layout/lProcess2"/>
    <dgm:cxn modelId="{C92C628B-1E89-429A-BA36-118FD64D2AE1}" type="presParOf" srcId="{023CDA21-9158-464B-82D0-640D5E02DEAE}" destId="{B738654A-8F2B-47AB-8B44-8C35BA26D189}" srcOrd="2" destOrd="0" presId="urn:microsoft.com/office/officeart/2005/8/layout/lProcess2"/>
    <dgm:cxn modelId="{94FE78FE-2030-437E-8566-0236133FE5C8}" type="presParOf" srcId="{023CDA21-9158-464B-82D0-640D5E02DEAE}" destId="{FEC43DF1-5603-49BB-8F4C-53621D47AD0E}" srcOrd="3" destOrd="0" presId="urn:microsoft.com/office/officeart/2005/8/layout/lProcess2"/>
    <dgm:cxn modelId="{AB1EA073-1E96-4ED1-B991-C490A219BB84}" type="presParOf" srcId="{023CDA21-9158-464B-82D0-640D5E02DEAE}" destId="{11E00BC8-80D2-4A09-8FFD-0DD908E79E2D}" srcOrd="4" destOrd="0" presId="urn:microsoft.com/office/officeart/2005/8/layout/lProcess2"/>
    <dgm:cxn modelId="{9A10377C-0798-4B71-8F75-AB0CC147857B}" type="presParOf" srcId="{023CDA21-9158-464B-82D0-640D5E02DEAE}" destId="{9F4FEDEE-825D-4101-B1A9-CD5B14C1B5FA}" srcOrd="5" destOrd="0" presId="urn:microsoft.com/office/officeart/2005/8/layout/lProcess2"/>
    <dgm:cxn modelId="{B9086371-54B9-4153-8FFA-BE87B8E5E62E}" type="presParOf" srcId="{023CDA21-9158-464B-82D0-640D5E02DEAE}" destId="{B4551806-4D5E-4E67-B6D9-2ACAD2101188}" srcOrd="6" destOrd="0" presId="urn:microsoft.com/office/officeart/2005/8/layout/lProcess2"/>
    <dgm:cxn modelId="{00B2A570-CC84-4759-8676-3F2D61F4574F}" type="presParOf" srcId="{DAE760E8-81D9-45D0-B136-E70964A4BCE5}" destId="{CFF92990-C359-4F54-9620-B46FEC9CAEAD}" srcOrd="1" destOrd="0" presId="urn:microsoft.com/office/officeart/2005/8/layout/lProcess2"/>
    <dgm:cxn modelId="{EEAA4881-9C61-4909-BFF6-2638A951D42A}" type="presParOf" srcId="{DAE760E8-81D9-45D0-B136-E70964A4BCE5}" destId="{98B91BAA-B0CF-4E5B-93D2-32F0C4923C5F}" srcOrd="2" destOrd="0" presId="urn:microsoft.com/office/officeart/2005/8/layout/lProcess2"/>
    <dgm:cxn modelId="{ED8CC1EF-A875-49BB-9478-44B92BB09450}" type="presParOf" srcId="{98B91BAA-B0CF-4E5B-93D2-32F0C4923C5F}" destId="{FCEF2938-D576-4E2B-A787-BE226DEE800F}" srcOrd="0" destOrd="0" presId="urn:microsoft.com/office/officeart/2005/8/layout/lProcess2"/>
    <dgm:cxn modelId="{BF3CE6DB-6C5D-41A4-8C59-15F8188E5913}" type="presParOf" srcId="{98B91BAA-B0CF-4E5B-93D2-32F0C4923C5F}" destId="{0BBBFBB0-83C7-4E7D-A06A-1C18DCC508B2}" srcOrd="1" destOrd="0" presId="urn:microsoft.com/office/officeart/2005/8/layout/lProcess2"/>
    <dgm:cxn modelId="{1B22BAB3-BAF0-4EE3-8821-9976BC0A4AAB}" type="presParOf" srcId="{98B91BAA-B0CF-4E5B-93D2-32F0C4923C5F}" destId="{AE17C139-761C-4ABC-B049-830BD4F06EED}" srcOrd="2" destOrd="0" presId="urn:microsoft.com/office/officeart/2005/8/layout/lProcess2"/>
    <dgm:cxn modelId="{AFC4689A-F60E-48C0-8999-5307CC7C1D92}" type="presParOf" srcId="{AE17C139-761C-4ABC-B049-830BD4F06EED}" destId="{BCCA7C0D-8E0A-410A-B853-0A1D8241DC24}" srcOrd="0" destOrd="0" presId="urn:microsoft.com/office/officeart/2005/8/layout/lProcess2"/>
    <dgm:cxn modelId="{91C7ECB6-6CAF-4D7E-B573-A7049DF4E9F8}" type="presParOf" srcId="{BCCA7C0D-8E0A-410A-B853-0A1D8241DC24}" destId="{8B087F97-00A0-4021-ABA8-225998FD60C6}" srcOrd="0" destOrd="0" presId="urn:microsoft.com/office/officeart/2005/8/layout/lProcess2"/>
    <dgm:cxn modelId="{80DB1E50-9DCA-4F3F-B403-C3BDC2580C08}" type="presParOf" srcId="{BCCA7C0D-8E0A-410A-B853-0A1D8241DC24}" destId="{4231A48E-C1DE-48B2-8EB6-28B520647D86}" srcOrd="1" destOrd="0" presId="urn:microsoft.com/office/officeart/2005/8/layout/lProcess2"/>
    <dgm:cxn modelId="{FE962823-8FBD-4547-AC7B-113F171236C0}" type="presParOf" srcId="{BCCA7C0D-8E0A-410A-B853-0A1D8241DC24}" destId="{3F2EB6E0-1719-4E91-B5B9-384361C65556}" srcOrd="2" destOrd="0" presId="urn:microsoft.com/office/officeart/2005/8/layout/lProcess2"/>
    <dgm:cxn modelId="{4A5E42BA-A719-4781-BAB0-968943B8C7D7}" type="presParOf" srcId="{BCCA7C0D-8E0A-410A-B853-0A1D8241DC24}" destId="{8FD96973-8343-4286-B6F8-9D9002AAE741}" srcOrd="3" destOrd="0" presId="urn:microsoft.com/office/officeart/2005/8/layout/lProcess2"/>
    <dgm:cxn modelId="{F3501C7A-615C-4F72-AFEB-65E651700ABC}" type="presParOf" srcId="{BCCA7C0D-8E0A-410A-B853-0A1D8241DC24}" destId="{1DF3F1D0-DFDD-438D-8886-7ED69F54D78A}" srcOrd="4" destOrd="0" presId="urn:microsoft.com/office/officeart/2005/8/layout/lProcess2"/>
    <dgm:cxn modelId="{B1C21985-3A66-48C5-81E2-BF05B6E4B4BD}" type="presParOf" srcId="{BCCA7C0D-8E0A-410A-B853-0A1D8241DC24}" destId="{CFA98E79-D1BC-47B3-846D-6E8363AEE42E}" srcOrd="5" destOrd="0" presId="urn:microsoft.com/office/officeart/2005/8/layout/lProcess2"/>
    <dgm:cxn modelId="{040429EE-F31A-4325-9417-7EE62E068010}" type="presParOf" srcId="{BCCA7C0D-8E0A-410A-B853-0A1D8241DC24}" destId="{7D982CDE-FDAD-4E40-9DFE-72015429B484}" srcOrd="6" destOrd="0" presId="urn:microsoft.com/office/officeart/2005/8/layout/lProcess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6267C5-6C81-4C53-9665-3053D2623AE6}" type="doc">
      <dgm:prSet loTypeId="urn:microsoft.com/office/officeart/2005/8/layout/radial6" loCatId="cycle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DBEED1F-BC54-4BA8-8E1B-3763943BE4A4}">
      <dgm:prSet phldrT="[Testo]" custT="1"/>
      <dgm:spPr/>
      <dgm:t>
        <a:bodyPr/>
        <a:lstStyle/>
        <a:p>
          <a:r>
            <a:rPr lang="it-IT" sz="2400" dirty="0">
              <a:latin typeface="Book Antiqua" panose="02040602050305030304" pitchFamily="18" charset="0"/>
            </a:rPr>
            <a:t>Rivelatori per QA microdosimetrica</a:t>
          </a:r>
          <a:endParaRPr lang="en-US" sz="2400" dirty="0">
            <a:latin typeface="Book Antiqua" panose="02040602050305030304" pitchFamily="18" charset="0"/>
          </a:endParaRPr>
        </a:p>
      </dgm:t>
    </dgm:pt>
    <dgm:pt modelId="{AE18414B-D81F-46EC-AF64-0DD3DDA0591E}" type="parTrans" cxnId="{5EF0CCD1-74D7-4D98-AB29-4ED6D276AB00}">
      <dgm:prSet/>
      <dgm:spPr/>
      <dgm:t>
        <a:bodyPr/>
        <a:lstStyle/>
        <a:p>
          <a:endParaRPr lang="en-US" sz="2000">
            <a:latin typeface="Book Antiqua" panose="02040602050305030304" pitchFamily="18" charset="0"/>
          </a:endParaRPr>
        </a:p>
      </dgm:t>
    </dgm:pt>
    <dgm:pt modelId="{468C4853-7383-4FFB-B918-04FE707C195B}" type="sibTrans" cxnId="{5EF0CCD1-74D7-4D98-AB29-4ED6D276AB00}">
      <dgm:prSet/>
      <dgm:spPr/>
      <dgm:t>
        <a:bodyPr/>
        <a:lstStyle/>
        <a:p>
          <a:endParaRPr lang="en-US" sz="2000">
            <a:latin typeface="Book Antiqua" panose="02040602050305030304" pitchFamily="18" charset="0"/>
          </a:endParaRPr>
        </a:p>
      </dgm:t>
    </dgm:pt>
    <dgm:pt modelId="{61781B03-B986-417E-9FC6-4AB66403A95A}">
      <dgm:prSet phldrT="[Testo]" custT="1"/>
      <dgm:spPr/>
      <dgm:t>
        <a:bodyPr/>
        <a:lstStyle/>
        <a:p>
          <a:r>
            <a:rPr lang="it-IT" sz="1800" dirty="0">
              <a:latin typeface="Book Antiqua" panose="02040602050305030304" pitchFamily="18" charset="0"/>
            </a:rPr>
            <a:t>Alta sensibilità</a:t>
          </a:r>
          <a:endParaRPr lang="en-US" sz="1800" dirty="0">
            <a:latin typeface="Book Antiqua" panose="02040602050305030304" pitchFamily="18" charset="0"/>
          </a:endParaRPr>
        </a:p>
      </dgm:t>
    </dgm:pt>
    <dgm:pt modelId="{ADDF715D-4B9B-4B1D-B50A-B574DC034690}" type="parTrans" cxnId="{A37EFEB7-25B7-4E4F-BE5D-66EFB53327D4}">
      <dgm:prSet/>
      <dgm:spPr/>
      <dgm:t>
        <a:bodyPr/>
        <a:lstStyle/>
        <a:p>
          <a:endParaRPr lang="en-US" sz="2000">
            <a:latin typeface="Book Antiqua" panose="02040602050305030304" pitchFamily="18" charset="0"/>
          </a:endParaRPr>
        </a:p>
      </dgm:t>
    </dgm:pt>
    <dgm:pt modelId="{434654D2-91E5-42D9-9A64-E189519C0B78}" type="sibTrans" cxnId="{A37EFEB7-25B7-4E4F-BE5D-66EFB53327D4}">
      <dgm:prSet/>
      <dgm:spPr/>
      <dgm:t>
        <a:bodyPr/>
        <a:lstStyle/>
        <a:p>
          <a:endParaRPr lang="en-US" sz="2000">
            <a:latin typeface="Book Antiqua" panose="02040602050305030304" pitchFamily="18" charset="0"/>
          </a:endParaRPr>
        </a:p>
      </dgm:t>
    </dgm:pt>
    <dgm:pt modelId="{05829AC4-ADAF-40C4-B149-6B6EAF717DB5}">
      <dgm:prSet phldrT="[Testo]" custT="1"/>
      <dgm:spPr/>
      <dgm:t>
        <a:bodyPr/>
        <a:lstStyle/>
        <a:p>
          <a:r>
            <a:rPr lang="it-IT" sz="1800" dirty="0">
              <a:latin typeface="Book Antiqua" panose="02040602050305030304" pitchFamily="18" charset="0"/>
            </a:rPr>
            <a:t>Siti simulati micrometrici e sub-micrometrici</a:t>
          </a:r>
          <a:endParaRPr lang="en-US" sz="1800" dirty="0">
            <a:latin typeface="Book Antiqua" panose="02040602050305030304" pitchFamily="18" charset="0"/>
          </a:endParaRPr>
        </a:p>
      </dgm:t>
    </dgm:pt>
    <dgm:pt modelId="{E549C74E-5652-4496-BF6F-8CCA6C6AEC45}" type="parTrans" cxnId="{7A0B4A91-C545-4DC5-AF8F-87AFCD559407}">
      <dgm:prSet/>
      <dgm:spPr/>
      <dgm:t>
        <a:bodyPr/>
        <a:lstStyle/>
        <a:p>
          <a:endParaRPr lang="en-US" sz="2000">
            <a:latin typeface="Book Antiqua" panose="02040602050305030304" pitchFamily="18" charset="0"/>
          </a:endParaRPr>
        </a:p>
      </dgm:t>
    </dgm:pt>
    <dgm:pt modelId="{25D821E0-98B0-44BD-B6C0-F70C02C7BCAB}" type="sibTrans" cxnId="{7A0B4A91-C545-4DC5-AF8F-87AFCD559407}">
      <dgm:prSet/>
      <dgm:spPr/>
      <dgm:t>
        <a:bodyPr/>
        <a:lstStyle/>
        <a:p>
          <a:endParaRPr lang="en-US" sz="2000">
            <a:latin typeface="Book Antiqua" panose="02040602050305030304" pitchFamily="18" charset="0"/>
          </a:endParaRPr>
        </a:p>
      </dgm:t>
    </dgm:pt>
    <dgm:pt modelId="{22B1B5EE-D6E3-4E98-AD1F-E1D4F8AFE338}">
      <dgm:prSet phldrT="[Testo]" custT="1"/>
      <dgm:spPr/>
      <dgm:t>
        <a:bodyPr/>
        <a:lstStyle/>
        <a:p>
          <a:r>
            <a:rPr lang="it-IT" sz="1800" dirty="0">
              <a:latin typeface="Book Antiqua" panose="02040602050305030304" pitchFamily="18" charset="0"/>
            </a:rPr>
            <a:t>Tessuto-Equivalenza</a:t>
          </a:r>
          <a:endParaRPr lang="en-US" sz="1800" dirty="0">
            <a:latin typeface="Book Antiqua" panose="02040602050305030304" pitchFamily="18" charset="0"/>
          </a:endParaRPr>
        </a:p>
      </dgm:t>
    </dgm:pt>
    <dgm:pt modelId="{D214560E-88AB-492B-ACCF-671D7F374A7C}" type="parTrans" cxnId="{5B717615-7B72-46A4-B2B8-B9DA87615EB5}">
      <dgm:prSet/>
      <dgm:spPr/>
      <dgm:t>
        <a:bodyPr/>
        <a:lstStyle/>
        <a:p>
          <a:endParaRPr lang="en-US" sz="2000">
            <a:latin typeface="Book Antiqua" panose="02040602050305030304" pitchFamily="18" charset="0"/>
          </a:endParaRPr>
        </a:p>
      </dgm:t>
    </dgm:pt>
    <dgm:pt modelId="{0DA2762E-1793-405B-9F2B-BF83B9354342}" type="sibTrans" cxnId="{5B717615-7B72-46A4-B2B8-B9DA87615EB5}">
      <dgm:prSet/>
      <dgm:spPr/>
      <dgm:t>
        <a:bodyPr/>
        <a:lstStyle/>
        <a:p>
          <a:endParaRPr lang="en-US" sz="2000">
            <a:latin typeface="Book Antiqua" panose="02040602050305030304" pitchFamily="18" charset="0"/>
          </a:endParaRPr>
        </a:p>
      </dgm:t>
    </dgm:pt>
    <dgm:pt modelId="{B98618AC-3305-4CB3-8DBE-2241AF9B1679}">
      <dgm:prSet phldrT="[Testo]" custT="1"/>
      <dgm:spPr/>
      <dgm:t>
        <a:bodyPr/>
        <a:lstStyle/>
        <a:p>
          <a:r>
            <a:rPr lang="it-IT" sz="1800" dirty="0">
              <a:latin typeface="Book Antiqua" panose="02040602050305030304" pitchFamily="18" charset="0"/>
            </a:rPr>
            <a:t>Alti flussi</a:t>
          </a:r>
          <a:endParaRPr lang="en-US" sz="1800" dirty="0">
            <a:latin typeface="Book Antiqua" panose="02040602050305030304" pitchFamily="18" charset="0"/>
          </a:endParaRPr>
        </a:p>
      </dgm:t>
    </dgm:pt>
    <dgm:pt modelId="{33595882-6F0C-4EC7-AFAE-BDE4EF5E5318}" type="parTrans" cxnId="{0B0EEFD4-0916-43B2-8755-C3C4DA07087E}">
      <dgm:prSet/>
      <dgm:spPr/>
      <dgm:t>
        <a:bodyPr/>
        <a:lstStyle/>
        <a:p>
          <a:endParaRPr lang="en-US" sz="2000">
            <a:latin typeface="Book Antiqua" panose="02040602050305030304" pitchFamily="18" charset="0"/>
          </a:endParaRPr>
        </a:p>
      </dgm:t>
    </dgm:pt>
    <dgm:pt modelId="{C03BA7DA-D1C6-4E84-B2F0-347F5DB00352}" type="sibTrans" cxnId="{0B0EEFD4-0916-43B2-8755-C3C4DA07087E}">
      <dgm:prSet/>
      <dgm:spPr/>
      <dgm:t>
        <a:bodyPr/>
        <a:lstStyle/>
        <a:p>
          <a:endParaRPr lang="en-US" sz="2000">
            <a:latin typeface="Book Antiqua" panose="02040602050305030304" pitchFamily="18" charset="0"/>
          </a:endParaRPr>
        </a:p>
      </dgm:t>
    </dgm:pt>
    <dgm:pt modelId="{117AF8F2-DEB1-42AE-AE5B-93A1F67751AB}" type="pres">
      <dgm:prSet presAssocID="{C06267C5-6C81-4C53-9665-3053D2623AE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A7975CF-EF3C-4268-A100-460A87275AA1}" type="pres">
      <dgm:prSet presAssocID="{3DBEED1F-BC54-4BA8-8E1B-3763943BE4A4}" presName="centerShape" presStyleLbl="node0" presStyleIdx="0" presStyleCnt="1" custScaleX="147218" custScaleY="147218"/>
      <dgm:spPr/>
    </dgm:pt>
    <dgm:pt modelId="{8FB7D40C-36CC-464B-90EF-9585517DCA84}" type="pres">
      <dgm:prSet presAssocID="{61781B03-B986-417E-9FC6-4AB66403A95A}" presName="node" presStyleLbl="node1" presStyleIdx="0" presStyleCnt="4" custScaleX="116109" custScaleY="98583" custRadScaleRad="98090">
        <dgm:presLayoutVars>
          <dgm:bulletEnabled val="1"/>
        </dgm:presLayoutVars>
      </dgm:prSet>
      <dgm:spPr/>
    </dgm:pt>
    <dgm:pt modelId="{0CE49D3E-5F78-4A8A-9A5F-EE64A769A031}" type="pres">
      <dgm:prSet presAssocID="{61781B03-B986-417E-9FC6-4AB66403A95A}" presName="dummy" presStyleCnt="0"/>
      <dgm:spPr/>
    </dgm:pt>
    <dgm:pt modelId="{D4D67622-04DB-4D4E-BE62-0BFE86991559}" type="pres">
      <dgm:prSet presAssocID="{434654D2-91E5-42D9-9A64-E189519C0B78}" presName="sibTrans" presStyleLbl="sibTrans2D1" presStyleIdx="0" presStyleCnt="4"/>
      <dgm:spPr/>
    </dgm:pt>
    <dgm:pt modelId="{3E98584E-E4FB-4D60-85F3-118506666A34}" type="pres">
      <dgm:prSet presAssocID="{05829AC4-ADAF-40C4-B149-6B6EAF717DB5}" presName="node" presStyleLbl="node1" presStyleIdx="1" presStyleCnt="4" custScaleX="116109" custScaleY="98583" custRadScaleRad="98090">
        <dgm:presLayoutVars>
          <dgm:bulletEnabled val="1"/>
        </dgm:presLayoutVars>
      </dgm:prSet>
      <dgm:spPr/>
    </dgm:pt>
    <dgm:pt modelId="{E4511667-3851-4C2C-A3C4-907A00951DD6}" type="pres">
      <dgm:prSet presAssocID="{05829AC4-ADAF-40C4-B149-6B6EAF717DB5}" presName="dummy" presStyleCnt="0"/>
      <dgm:spPr/>
    </dgm:pt>
    <dgm:pt modelId="{AD145BCD-0D2A-4B48-84A2-DD2A598D0E37}" type="pres">
      <dgm:prSet presAssocID="{25D821E0-98B0-44BD-B6C0-F70C02C7BCAB}" presName="sibTrans" presStyleLbl="sibTrans2D1" presStyleIdx="1" presStyleCnt="4"/>
      <dgm:spPr/>
    </dgm:pt>
    <dgm:pt modelId="{DFEE5BBB-069D-40B0-B6AA-76FA86F3B215}" type="pres">
      <dgm:prSet presAssocID="{22B1B5EE-D6E3-4E98-AD1F-E1D4F8AFE338}" presName="node" presStyleLbl="node1" presStyleIdx="2" presStyleCnt="4" custScaleX="116109" custScaleY="98583" custRadScaleRad="98090">
        <dgm:presLayoutVars>
          <dgm:bulletEnabled val="1"/>
        </dgm:presLayoutVars>
      </dgm:prSet>
      <dgm:spPr/>
    </dgm:pt>
    <dgm:pt modelId="{0DE38FCE-45B1-44AE-B269-AC840D2E52B7}" type="pres">
      <dgm:prSet presAssocID="{22B1B5EE-D6E3-4E98-AD1F-E1D4F8AFE338}" presName="dummy" presStyleCnt="0"/>
      <dgm:spPr/>
    </dgm:pt>
    <dgm:pt modelId="{24295F9C-2CED-46FF-B997-4A57A08B2565}" type="pres">
      <dgm:prSet presAssocID="{0DA2762E-1793-405B-9F2B-BF83B9354342}" presName="sibTrans" presStyleLbl="sibTrans2D1" presStyleIdx="2" presStyleCnt="4"/>
      <dgm:spPr/>
    </dgm:pt>
    <dgm:pt modelId="{EB94F9B3-0142-4AF3-B061-B2F68169B913}" type="pres">
      <dgm:prSet presAssocID="{B98618AC-3305-4CB3-8DBE-2241AF9B1679}" presName="node" presStyleLbl="node1" presStyleIdx="3" presStyleCnt="4" custScaleX="116109" custScaleY="98583" custRadScaleRad="98090">
        <dgm:presLayoutVars>
          <dgm:bulletEnabled val="1"/>
        </dgm:presLayoutVars>
      </dgm:prSet>
      <dgm:spPr/>
    </dgm:pt>
    <dgm:pt modelId="{47D75654-0296-431D-8172-3BE7BAE17AF7}" type="pres">
      <dgm:prSet presAssocID="{B98618AC-3305-4CB3-8DBE-2241AF9B1679}" presName="dummy" presStyleCnt="0"/>
      <dgm:spPr/>
    </dgm:pt>
    <dgm:pt modelId="{8AE8922A-C9C6-42BC-8792-6BD8FB80F39F}" type="pres">
      <dgm:prSet presAssocID="{C03BA7DA-D1C6-4E84-B2F0-347F5DB00352}" presName="sibTrans" presStyleLbl="sibTrans2D1" presStyleIdx="3" presStyleCnt="4"/>
      <dgm:spPr/>
    </dgm:pt>
  </dgm:ptLst>
  <dgm:cxnLst>
    <dgm:cxn modelId="{5B717615-7B72-46A4-B2B8-B9DA87615EB5}" srcId="{3DBEED1F-BC54-4BA8-8E1B-3763943BE4A4}" destId="{22B1B5EE-D6E3-4E98-AD1F-E1D4F8AFE338}" srcOrd="2" destOrd="0" parTransId="{D214560E-88AB-492B-ACCF-671D7F374A7C}" sibTransId="{0DA2762E-1793-405B-9F2B-BF83B9354342}"/>
    <dgm:cxn modelId="{C5C1442A-5B1A-42F2-BEF1-F5CA15D38E94}" type="presOf" srcId="{B98618AC-3305-4CB3-8DBE-2241AF9B1679}" destId="{EB94F9B3-0142-4AF3-B061-B2F68169B913}" srcOrd="0" destOrd="0" presId="urn:microsoft.com/office/officeart/2005/8/layout/radial6"/>
    <dgm:cxn modelId="{65B74640-C47F-49F4-9790-D93BE39E810A}" type="presOf" srcId="{C06267C5-6C81-4C53-9665-3053D2623AE6}" destId="{117AF8F2-DEB1-42AE-AE5B-93A1F67751AB}" srcOrd="0" destOrd="0" presId="urn:microsoft.com/office/officeart/2005/8/layout/radial6"/>
    <dgm:cxn modelId="{61E4C749-3601-49EC-B196-1A6227BF18FE}" type="presOf" srcId="{61781B03-B986-417E-9FC6-4AB66403A95A}" destId="{8FB7D40C-36CC-464B-90EF-9585517DCA84}" srcOrd="0" destOrd="0" presId="urn:microsoft.com/office/officeart/2005/8/layout/radial6"/>
    <dgm:cxn modelId="{F9534A4F-8151-43B3-AE16-E852DF20FD6D}" type="presOf" srcId="{434654D2-91E5-42D9-9A64-E189519C0B78}" destId="{D4D67622-04DB-4D4E-BE62-0BFE86991559}" srcOrd="0" destOrd="0" presId="urn:microsoft.com/office/officeart/2005/8/layout/radial6"/>
    <dgm:cxn modelId="{1EE0ED7E-F929-4B66-88F2-1F591F6E226F}" type="presOf" srcId="{25D821E0-98B0-44BD-B6C0-F70C02C7BCAB}" destId="{AD145BCD-0D2A-4B48-84A2-DD2A598D0E37}" srcOrd="0" destOrd="0" presId="urn:microsoft.com/office/officeart/2005/8/layout/radial6"/>
    <dgm:cxn modelId="{7A0B4A91-C545-4DC5-AF8F-87AFCD559407}" srcId="{3DBEED1F-BC54-4BA8-8E1B-3763943BE4A4}" destId="{05829AC4-ADAF-40C4-B149-6B6EAF717DB5}" srcOrd="1" destOrd="0" parTransId="{E549C74E-5652-4496-BF6F-8CCA6C6AEC45}" sibTransId="{25D821E0-98B0-44BD-B6C0-F70C02C7BCAB}"/>
    <dgm:cxn modelId="{A5670492-5C17-4308-BD40-9A2D9209EB54}" type="presOf" srcId="{0DA2762E-1793-405B-9F2B-BF83B9354342}" destId="{24295F9C-2CED-46FF-B997-4A57A08B2565}" srcOrd="0" destOrd="0" presId="urn:microsoft.com/office/officeart/2005/8/layout/radial6"/>
    <dgm:cxn modelId="{40E90C96-D396-425C-921E-DD09CA1E7C79}" type="presOf" srcId="{3DBEED1F-BC54-4BA8-8E1B-3763943BE4A4}" destId="{AA7975CF-EF3C-4268-A100-460A87275AA1}" srcOrd="0" destOrd="0" presId="urn:microsoft.com/office/officeart/2005/8/layout/radial6"/>
    <dgm:cxn modelId="{EADABD9F-EAE8-4497-9956-BAC2ABD49126}" type="presOf" srcId="{C03BA7DA-D1C6-4E84-B2F0-347F5DB00352}" destId="{8AE8922A-C9C6-42BC-8792-6BD8FB80F39F}" srcOrd="0" destOrd="0" presId="urn:microsoft.com/office/officeart/2005/8/layout/radial6"/>
    <dgm:cxn modelId="{BEE3EAA5-5D8E-4916-BA3B-F905CC3EAC24}" type="presOf" srcId="{05829AC4-ADAF-40C4-B149-6B6EAF717DB5}" destId="{3E98584E-E4FB-4D60-85F3-118506666A34}" srcOrd="0" destOrd="0" presId="urn:microsoft.com/office/officeart/2005/8/layout/radial6"/>
    <dgm:cxn modelId="{A37EFEB7-25B7-4E4F-BE5D-66EFB53327D4}" srcId="{3DBEED1F-BC54-4BA8-8E1B-3763943BE4A4}" destId="{61781B03-B986-417E-9FC6-4AB66403A95A}" srcOrd="0" destOrd="0" parTransId="{ADDF715D-4B9B-4B1D-B50A-B574DC034690}" sibTransId="{434654D2-91E5-42D9-9A64-E189519C0B78}"/>
    <dgm:cxn modelId="{5EF0CCD1-74D7-4D98-AB29-4ED6D276AB00}" srcId="{C06267C5-6C81-4C53-9665-3053D2623AE6}" destId="{3DBEED1F-BC54-4BA8-8E1B-3763943BE4A4}" srcOrd="0" destOrd="0" parTransId="{AE18414B-D81F-46EC-AF64-0DD3DDA0591E}" sibTransId="{468C4853-7383-4FFB-B918-04FE707C195B}"/>
    <dgm:cxn modelId="{0B0EEFD4-0916-43B2-8755-C3C4DA07087E}" srcId="{3DBEED1F-BC54-4BA8-8E1B-3763943BE4A4}" destId="{B98618AC-3305-4CB3-8DBE-2241AF9B1679}" srcOrd="3" destOrd="0" parTransId="{33595882-6F0C-4EC7-AFAE-BDE4EF5E5318}" sibTransId="{C03BA7DA-D1C6-4E84-B2F0-347F5DB00352}"/>
    <dgm:cxn modelId="{3AE6D6ED-CAEA-4840-8BF7-21E2E8802E01}" type="presOf" srcId="{22B1B5EE-D6E3-4E98-AD1F-E1D4F8AFE338}" destId="{DFEE5BBB-069D-40B0-B6AA-76FA86F3B215}" srcOrd="0" destOrd="0" presId="urn:microsoft.com/office/officeart/2005/8/layout/radial6"/>
    <dgm:cxn modelId="{14BDCAC5-F438-435C-A226-47CFC82625EB}" type="presParOf" srcId="{117AF8F2-DEB1-42AE-AE5B-93A1F67751AB}" destId="{AA7975CF-EF3C-4268-A100-460A87275AA1}" srcOrd="0" destOrd="0" presId="urn:microsoft.com/office/officeart/2005/8/layout/radial6"/>
    <dgm:cxn modelId="{3824FC0A-1E3A-4E2E-8545-B8AC6A956712}" type="presParOf" srcId="{117AF8F2-DEB1-42AE-AE5B-93A1F67751AB}" destId="{8FB7D40C-36CC-464B-90EF-9585517DCA84}" srcOrd="1" destOrd="0" presId="urn:microsoft.com/office/officeart/2005/8/layout/radial6"/>
    <dgm:cxn modelId="{68DE0A6F-ACEE-4352-AF9A-33C10AA41A83}" type="presParOf" srcId="{117AF8F2-DEB1-42AE-AE5B-93A1F67751AB}" destId="{0CE49D3E-5F78-4A8A-9A5F-EE64A769A031}" srcOrd="2" destOrd="0" presId="urn:microsoft.com/office/officeart/2005/8/layout/radial6"/>
    <dgm:cxn modelId="{F0B995E6-D7E1-42B9-AE49-F90DD2C0DD65}" type="presParOf" srcId="{117AF8F2-DEB1-42AE-AE5B-93A1F67751AB}" destId="{D4D67622-04DB-4D4E-BE62-0BFE86991559}" srcOrd="3" destOrd="0" presId="urn:microsoft.com/office/officeart/2005/8/layout/radial6"/>
    <dgm:cxn modelId="{CF6FE3B0-4F52-4639-AB0A-4D3A35A92337}" type="presParOf" srcId="{117AF8F2-DEB1-42AE-AE5B-93A1F67751AB}" destId="{3E98584E-E4FB-4D60-85F3-118506666A34}" srcOrd="4" destOrd="0" presId="urn:microsoft.com/office/officeart/2005/8/layout/radial6"/>
    <dgm:cxn modelId="{24DE30AB-1BB9-4347-9F6B-94EB252FB79E}" type="presParOf" srcId="{117AF8F2-DEB1-42AE-AE5B-93A1F67751AB}" destId="{E4511667-3851-4C2C-A3C4-907A00951DD6}" srcOrd="5" destOrd="0" presId="urn:microsoft.com/office/officeart/2005/8/layout/radial6"/>
    <dgm:cxn modelId="{23D80E6F-6F5D-445A-83B8-33BEF4033300}" type="presParOf" srcId="{117AF8F2-DEB1-42AE-AE5B-93A1F67751AB}" destId="{AD145BCD-0D2A-4B48-84A2-DD2A598D0E37}" srcOrd="6" destOrd="0" presId="urn:microsoft.com/office/officeart/2005/8/layout/radial6"/>
    <dgm:cxn modelId="{F1ED4C1F-CC98-49BF-81D3-8C7F69418BF7}" type="presParOf" srcId="{117AF8F2-DEB1-42AE-AE5B-93A1F67751AB}" destId="{DFEE5BBB-069D-40B0-B6AA-76FA86F3B215}" srcOrd="7" destOrd="0" presId="urn:microsoft.com/office/officeart/2005/8/layout/radial6"/>
    <dgm:cxn modelId="{8AD4AD6A-219E-469E-B96C-8095112D6FAA}" type="presParOf" srcId="{117AF8F2-DEB1-42AE-AE5B-93A1F67751AB}" destId="{0DE38FCE-45B1-44AE-B269-AC840D2E52B7}" srcOrd="8" destOrd="0" presId="urn:microsoft.com/office/officeart/2005/8/layout/radial6"/>
    <dgm:cxn modelId="{CB2FF7D4-20DC-4D7E-88C1-8826D4B45FEC}" type="presParOf" srcId="{117AF8F2-DEB1-42AE-AE5B-93A1F67751AB}" destId="{24295F9C-2CED-46FF-B997-4A57A08B2565}" srcOrd="9" destOrd="0" presId="urn:microsoft.com/office/officeart/2005/8/layout/radial6"/>
    <dgm:cxn modelId="{A42DF6E7-8321-42E6-A37F-0DF4C92DAF17}" type="presParOf" srcId="{117AF8F2-DEB1-42AE-AE5B-93A1F67751AB}" destId="{EB94F9B3-0142-4AF3-B061-B2F68169B913}" srcOrd="10" destOrd="0" presId="urn:microsoft.com/office/officeart/2005/8/layout/radial6"/>
    <dgm:cxn modelId="{E723F969-B6AF-4876-824F-994AD51E8531}" type="presParOf" srcId="{117AF8F2-DEB1-42AE-AE5B-93A1F67751AB}" destId="{47D75654-0296-431D-8172-3BE7BAE17AF7}" srcOrd="11" destOrd="0" presId="urn:microsoft.com/office/officeart/2005/8/layout/radial6"/>
    <dgm:cxn modelId="{B4178F79-3BA6-4A3F-8E07-3EAD0A8929B7}" type="presParOf" srcId="{117AF8F2-DEB1-42AE-AE5B-93A1F67751AB}" destId="{8AE8922A-C9C6-42BC-8792-6BD8FB80F39F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4BDD15-8AB4-423F-A174-D5C5AAA9ECCC}" type="doc">
      <dgm:prSet loTypeId="urn:microsoft.com/office/officeart/2005/8/layout/hList2" loCatId="picture" qsTypeId="urn:microsoft.com/office/officeart/2005/8/quickstyle/3d1" qsCatId="3D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03C1D701-D059-4DF3-BC7E-D28CD6D2964B}">
      <dgm:prSet phldrT="[Testo]"/>
      <dgm:spPr/>
      <dgm:t>
        <a:bodyPr/>
        <a:lstStyle/>
        <a:p>
          <a:pPr algn="l"/>
          <a:r>
            <a:rPr lang="it-IT" dirty="0">
              <a:solidFill>
                <a:srgbClr val="0D4371"/>
              </a:solidFill>
              <a:latin typeface="Book Antiqua" panose="02040602050305030304" pitchFamily="18" charset="0"/>
            </a:rPr>
            <a:t>WP1</a:t>
          </a:r>
          <a:endParaRPr lang="en-US" dirty="0">
            <a:solidFill>
              <a:srgbClr val="0D4371"/>
            </a:solidFill>
            <a:latin typeface="Book Antiqua" panose="02040602050305030304" pitchFamily="18" charset="0"/>
          </a:endParaRPr>
        </a:p>
      </dgm:t>
    </dgm:pt>
    <dgm:pt modelId="{AF074C85-50B7-4A35-9EDD-368FA036E91C}" type="parTrans" cxnId="{CE6AF2B3-7A3C-4203-B281-EA00CB716F1C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0B31EEA7-120F-484F-B3F9-39B9E9A3F47D}" type="sibTrans" cxnId="{CE6AF2B3-7A3C-4203-B281-EA00CB716F1C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97F497E2-F4BB-4754-978D-F2628C370DBC}">
      <dgm:prSet phldrT="[Testo]"/>
      <dgm:spPr/>
      <dgm:t>
        <a:bodyPr/>
        <a:lstStyle/>
        <a:p>
          <a:r>
            <a:rPr lang="it-IT" dirty="0">
              <a:latin typeface="Book Antiqua" panose="02040602050305030304" pitchFamily="18" charset="0"/>
            </a:rPr>
            <a:t>Rivelatori</a:t>
          </a:r>
          <a:endParaRPr lang="en-US" dirty="0">
            <a:latin typeface="Book Antiqua" panose="02040602050305030304" pitchFamily="18" charset="0"/>
          </a:endParaRPr>
        </a:p>
      </dgm:t>
    </dgm:pt>
    <dgm:pt modelId="{11275421-F3C4-47C0-BCBD-FAEA764A5B26}" type="parTrans" cxnId="{D4C09537-16C1-4BEC-A25E-4254F56D2D8D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B1209AFC-9C13-437A-A47D-0C154A3FDD80}" type="sibTrans" cxnId="{D4C09537-16C1-4BEC-A25E-4254F56D2D8D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733716D0-366C-4FC9-AB14-3A99BA2784A2}">
      <dgm:prSet phldrT="[Testo]"/>
      <dgm:spPr/>
      <dgm:t>
        <a:bodyPr/>
        <a:lstStyle/>
        <a:p>
          <a:pPr algn="l"/>
          <a:r>
            <a:rPr lang="it-IT" dirty="0">
              <a:solidFill>
                <a:srgbClr val="0D4371"/>
              </a:solidFill>
              <a:latin typeface="Book Antiqua" panose="02040602050305030304" pitchFamily="18" charset="0"/>
            </a:rPr>
            <a:t>WP2</a:t>
          </a:r>
          <a:endParaRPr lang="en-US" dirty="0">
            <a:solidFill>
              <a:srgbClr val="0D4371"/>
            </a:solidFill>
            <a:latin typeface="Book Antiqua" panose="02040602050305030304" pitchFamily="18" charset="0"/>
          </a:endParaRPr>
        </a:p>
      </dgm:t>
    </dgm:pt>
    <dgm:pt modelId="{28246229-A735-41E4-9916-5CC0F9C15083}" type="parTrans" cxnId="{509106D0-7DA9-4FA5-B95F-BDE531CB9C16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D978C6F4-7B78-447E-9678-AAA692E501E6}" type="sibTrans" cxnId="{509106D0-7DA9-4FA5-B95F-BDE531CB9C16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6F235419-E6E9-42A6-8D10-92B0BDBBD982}">
      <dgm:prSet phldrT="[Testo]"/>
      <dgm:spPr/>
      <dgm:t>
        <a:bodyPr/>
        <a:lstStyle/>
        <a:p>
          <a:r>
            <a:rPr lang="it-IT" dirty="0">
              <a:solidFill>
                <a:srgbClr val="0D4371"/>
              </a:solidFill>
              <a:latin typeface="Book Antiqua" panose="02040602050305030304" pitchFamily="18" charset="0"/>
            </a:rPr>
            <a:t>Sviluppo elettronica</a:t>
          </a:r>
          <a:endParaRPr lang="en-US" dirty="0">
            <a:solidFill>
              <a:srgbClr val="0D4371"/>
            </a:solidFill>
            <a:latin typeface="Book Antiqua" panose="02040602050305030304" pitchFamily="18" charset="0"/>
          </a:endParaRPr>
        </a:p>
      </dgm:t>
    </dgm:pt>
    <dgm:pt modelId="{384DC4B5-C70F-4549-AA3D-25A47A92F7B6}" type="parTrans" cxnId="{4BCBF47D-4663-4DEF-87BB-E9FE9A5A4789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2EAFBD70-9096-48E3-BB78-1AA68C1D3B90}" type="sibTrans" cxnId="{4BCBF47D-4663-4DEF-87BB-E9FE9A5A4789}">
      <dgm:prSet/>
      <dgm:spPr/>
      <dgm:t>
        <a:bodyPr/>
        <a:lstStyle/>
        <a:p>
          <a:endParaRPr lang="en-US">
            <a:latin typeface="Book Antiqua" panose="02040602050305030304" pitchFamily="18" charset="0"/>
          </a:endParaRPr>
        </a:p>
      </dgm:t>
    </dgm:pt>
    <dgm:pt modelId="{C4045A9A-3D5D-4538-9517-CAEF2FD24EE1}">
      <dgm:prSet phldrT="[Testo]"/>
      <dgm:spPr/>
      <dgm:t>
        <a:bodyPr/>
        <a:lstStyle/>
        <a:p>
          <a:endParaRPr lang="en-US" dirty="0">
            <a:latin typeface="Book Antiqua" panose="02040602050305030304" pitchFamily="18" charset="0"/>
          </a:endParaRPr>
        </a:p>
      </dgm:t>
    </dgm:pt>
    <dgm:pt modelId="{5D6C83F1-8D98-4A6A-8C4B-2843A05FF864}" type="parTrans" cxnId="{B7D9E386-3323-452B-8F11-4E3447EB88E8}">
      <dgm:prSet/>
      <dgm:spPr/>
      <dgm:t>
        <a:bodyPr/>
        <a:lstStyle/>
        <a:p>
          <a:endParaRPr lang="en-US"/>
        </a:p>
      </dgm:t>
    </dgm:pt>
    <dgm:pt modelId="{F8ED3FF9-52A5-4A34-964C-4CA8DA0A3C13}" type="sibTrans" cxnId="{B7D9E386-3323-452B-8F11-4E3447EB88E8}">
      <dgm:prSet/>
      <dgm:spPr/>
      <dgm:t>
        <a:bodyPr/>
        <a:lstStyle/>
        <a:p>
          <a:endParaRPr lang="en-US"/>
        </a:p>
      </dgm:t>
    </dgm:pt>
    <dgm:pt modelId="{BE0445FE-1421-4996-A884-B742BBACE39B}">
      <dgm:prSet phldrT="[Testo]"/>
      <dgm:spPr/>
      <dgm:t>
        <a:bodyPr/>
        <a:lstStyle/>
        <a:p>
          <a:r>
            <a:rPr lang="it-IT" dirty="0">
              <a:latin typeface="Book Antiqua" panose="02040602050305030304" pitchFamily="18" charset="0"/>
            </a:rPr>
            <a:t>Test in campo di radiazione</a:t>
          </a:r>
          <a:endParaRPr lang="en-US" dirty="0">
            <a:latin typeface="Book Antiqua" panose="02040602050305030304" pitchFamily="18" charset="0"/>
          </a:endParaRPr>
        </a:p>
      </dgm:t>
    </dgm:pt>
    <dgm:pt modelId="{FE0A531A-6662-4B0D-AFE7-98873EA33D74}" type="parTrans" cxnId="{177A8773-ABF4-4E54-9C31-2C35DFC99023}">
      <dgm:prSet/>
      <dgm:spPr/>
      <dgm:t>
        <a:bodyPr/>
        <a:lstStyle/>
        <a:p>
          <a:endParaRPr lang="en-US"/>
        </a:p>
      </dgm:t>
    </dgm:pt>
    <dgm:pt modelId="{56C3A8A2-7E5F-4A05-8901-3245F930BD01}" type="sibTrans" cxnId="{177A8773-ABF4-4E54-9C31-2C35DFC99023}">
      <dgm:prSet/>
      <dgm:spPr/>
      <dgm:t>
        <a:bodyPr/>
        <a:lstStyle/>
        <a:p>
          <a:endParaRPr lang="en-US"/>
        </a:p>
      </dgm:t>
    </dgm:pt>
    <dgm:pt modelId="{4F9DD2CE-1F24-499D-892B-1CE52D802479}">
      <dgm:prSet phldrT="[Testo]"/>
      <dgm:spPr/>
      <dgm:t>
        <a:bodyPr/>
        <a:lstStyle/>
        <a:p>
          <a:r>
            <a:rPr lang="it-IT" dirty="0">
              <a:latin typeface="Book Antiqua" panose="02040602050305030304" pitchFamily="18" charset="0"/>
            </a:rPr>
            <a:t>Ricerca ottimizzazione condizioni di misura</a:t>
          </a:r>
          <a:endParaRPr lang="en-US" dirty="0">
            <a:latin typeface="Book Antiqua" panose="02040602050305030304" pitchFamily="18" charset="0"/>
          </a:endParaRPr>
        </a:p>
      </dgm:t>
    </dgm:pt>
    <dgm:pt modelId="{E4B79963-AEC9-4449-9F83-9A02C88F3662}" type="parTrans" cxnId="{EECD82D9-B0A1-4AC0-AC07-BFEA6A81CE03}">
      <dgm:prSet/>
      <dgm:spPr/>
      <dgm:t>
        <a:bodyPr/>
        <a:lstStyle/>
        <a:p>
          <a:endParaRPr lang="en-US"/>
        </a:p>
      </dgm:t>
    </dgm:pt>
    <dgm:pt modelId="{19A33F6F-2DD2-40A0-89C7-9A3B177BB0FD}" type="sibTrans" cxnId="{EECD82D9-B0A1-4AC0-AC07-BFEA6A81CE03}">
      <dgm:prSet/>
      <dgm:spPr/>
      <dgm:t>
        <a:bodyPr/>
        <a:lstStyle/>
        <a:p>
          <a:endParaRPr lang="en-US"/>
        </a:p>
      </dgm:t>
    </dgm:pt>
    <dgm:pt modelId="{1F1706B1-86C6-438A-A4E9-D4B3AEACB28C}">
      <dgm:prSet phldrT="[Testo]"/>
      <dgm:spPr/>
      <dgm:t>
        <a:bodyPr/>
        <a:lstStyle/>
        <a:p>
          <a:endParaRPr lang="en-US" dirty="0">
            <a:latin typeface="Book Antiqua" panose="02040602050305030304" pitchFamily="18" charset="0"/>
          </a:endParaRPr>
        </a:p>
      </dgm:t>
    </dgm:pt>
    <dgm:pt modelId="{6C3158BE-BC61-401A-9198-7FE10F53FF4C}" type="parTrans" cxnId="{646AAB44-949E-4851-A29F-1FE481277B87}">
      <dgm:prSet/>
      <dgm:spPr/>
      <dgm:t>
        <a:bodyPr/>
        <a:lstStyle/>
        <a:p>
          <a:endParaRPr lang="en-US"/>
        </a:p>
      </dgm:t>
    </dgm:pt>
    <dgm:pt modelId="{F908C56F-8F98-4870-9E22-745A33BA017F}" type="sibTrans" cxnId="{646AAB44-949E-4851-A29F-1FE481277B87}">
      <dgm:prSet/>
      <dgm:spPr/>
      <dgm:t>
        <a:bodyPr/>
        <a:lstStyle/>
        <a:p>
          <a:endParaRPr lang="en-US"/>
        </a:p>
      </dgm:t>
    </dgm:pt>
    <dgm:pt modelId="{17CAF2DD-4927-48D0-A06C-FD7132FECED1}">
      <dgm:prSet phldrT="[Testo]"/>
      <dgm:spPr/>
      <dgm:t>
        <a:bodyPr/>
        <a:lstStyle/>
        <a:p>
          <a:endParaRPr lang="en-US" dirty="0">
            <a:latin typeface="Book Antiqua" panose="02040602050305030304" pitchFamily="18" charset="0"/>
          </a:endParaRPr>
        </a:p>
      </dgm:t>
    </dgm:pt>
    <dgm:pt modelId="{58E79E38-F72D-42DF-9B63-F6D9C27797E6}" type="parTrans" cxnId="{1532B2B1-315B-468B-B070-6076A37A071C}">
      <dgm:prSet/>
      <dgm:spPr/>
      <dgm:t>
        <a:bodyPr/>
        <a:lstStyle/>
        <a:p>
          <a:endParaRPr lang="en-US"/>
        </a:p>
      </dgm:t>
    </dgm:pt>
    <dgm:pt modelId="{3373DA0A-4844-426B-8870-BEFF3304D8A6}" type="sibTrans" cxnId="{1532B2B1-315B-468B-B070-6076A37A071C}">
      <dgm:prSet/>
      <dgm:spPr/>
      <dgm:t>
        <a:bodyPr/>
        <a:lstStyle/>
        <a:p>
          <a:endParaRPr lang="en-US"/>
        </a:p>
      </dgm:t>
    </dgm:pt>
    <dgm:pt modelId="{C66C8CDC-1E35-4435-840C-C784F035276F}">
      <dgm:prSet phldrT="[Testo]"/>
      <dgm:spPr/>
      <dgm:t>
        <a:bodyPr/>
        <a:lstStyle/>
        <a:p>
          <a:r>
            <a:rPr lang="it-IT" dirty="0">
              <a:solidFill>
                <a:srgbClr val="0D4371"/>
              </a:solidFill>
              <a:latin typeface="Book Antiqua" panose="02040602050305030304" pitchFamily="18" charset="0"/>
            </a:rPr>
            <a:t>Design e costruzione sulla base dei parametri ottenuti in indagine WP1</a:t>
          </a:r>
          <a:endParaRPr lang="en-US" dirty="0">
            <a:solidFill>
              <a:srgbClr val="0D4371"/>
            </a:solidFill>
            <a:latin typeface="Book Antiqua" panose="02040602050305030304" pitchFamily="18" charset="0"/>
          </a:endParaRPr>
        </a:p>
      </dgm:t>
    </dgm:pt>
    <dgm:pt modelId="{7F8D9730-6C5D-45D6-8AF4-278DED78F433}" type="parTrans" cxnId="{B7363F37-3B51-4C95-9848-05D85616F912}">
      <dgm:prSet/>
      <dgm:spPr/>
      <dgm:t>
        <a:bodyPr/>
        <a:lstStyle/>
        <a:p>
          <a:endParaRPr lang="en-US"/>
        </a:p>
      </dgm:t>
    </dgm:pt>
    <dgm:pt modelId="{78E02241-DCC4-48D4-8919-98AF1A57B98B}" type="sibTrans" cxnId="{B7363F37-3B51-4C95-9848-05D85616F912}">
      <dgm:prSet/>
      <dgm:spPr/>
      <dgm:t>
        <a:bodyPr/>
        <a:lstStyle/>
        <a:p>
          <a:endParaRPr lang="en-US"/>
        </a:p>
      </dgm:t>
    </dgm:pt>
    <dgm:pt modelId="{F75F0A35-24CB-4099-9F3D-EB10EB3FCD51}">
      <dgm:prSet phldrT="[Testo]"/>
      <dgm:spPr/>
      <dgm:t>
        <a:bodyPr/>
        <a:lstStyle/>
        <a:p>
          <a:endParaRPr lang="en-US" dirty="0">
            <a:solidFill>
              <a:srgbClr val="0D4371"/>
            </a:solidFill>
            <a:latin typeface="Book Antiqua" panose="02040602050305030304" pitchFamily="18" charset="0"/>
          </a:endParaRPr>
        </a:p>
      </dgm:t>
    </dgm:pt>
    <dgm:pt modelId="{D4829D0E-5348-4D8C-A20C-CADA34FB6FF0}" type="parTrans" cxnId="{EE40A3A1-F4B2-4A15-B7E3-893972A26161}">
      <dgm:prSet/>
      <dgm:spPr/>
      <dgm:t>
        <a:bodyPr/>
        <a:lstStyle/>
        <a:p>
          <a:endParaRPr lang="en-US"/>
        </a:p>
      </dgm:t>
    </dgm:pt>
    <dgm:pt modelId="{B12BD125-3B39-4A70-8717-C8AA2E140A78}" type="sibTrans" cxnId="{EE40A3A1-F4B2-4A15-B7E3-893972A26161}">
      <dgm:prSet/>
      <dgm:spPr/>
      <dgm:t>
        <a:bodyPr/>
        <a:lstStyle/>
        <a:p>
          <a:endParaRPr lang="en-US"/>
        </a:p>
      </dgm:t>
    </dgm:pt>
    <dgm:pt modelId="{776944F9-F452-4328-9E4D-7B5BD4AEDC8E}" type="pres">
      <dgm:prSet presAssocID="{814BDD15-8AB4-423F-A174-D5C5AAA9ECCC}" presName="linearFlow" presStyleCnt="0">
        <dgm:presLayoutVars>
          <dgm:dir/>
          <dgm:animLvl val="lvl"/>
          <dgm:resizeHandles/>
        </dgm:presLayoutVars>
      </dgm:prSet>
      <dgm:spPr/>
    </dgm:pt>
    <dgm:pt modelId="{DC868980-4FF3-4DC0-90A2-8C1C9A9F2EBD}" type="pres">
      <dgm:prSet presAssocID="{03C1D701-D059-4DF3-BC7E-D28CD6D2964B}" presName="compositeNode" presStyleCnt="0">
        <dgm:presLayoutVars>
          <dgm:bulletEnabled val="1"/>
        </dgm:presLayoutVars>
      </dgm:prSet>
      <dgm:spPr/>
    </dgm:pt>
    <dgm:pt modelId="{74EFF5E4-73EA-4F3F-AB6C-16ACB7EBADE4}" type="pres">
      <dgm:prSet presAssocID="{03C1D701-D059-4DF3-BC7E-D28CD6D2964B}" presName="image" presStyleLbl="fgImgPlace1" presStyleIdx="0" presStyleCnt="2" custScaleX="86366" custScaleY="39861" custLinFactX="12251" custLinFactNeighborX="100000" custLinFactNeighborY="14327"/>
      <dgm:spPr>
        <a:noFill/>
      </dgm:spPr>
    </dgm:pt>
    <dgm:pt modelId="{C4204994-9856-4BA8-8878-42043164B141}" type="pres">
      <dgm:prSet presAssocID="{03C1D701-D059-4DF3-BC7E-D28CD6D2964B}" presName="childNode" presStyleLbl="node1" presStyleIdx="0" presStyleCnt="2" custScaleX="137129" custLinFactNeighborX="-14478" custLinFactNeighborY="762">
        <dgm:presLayoutVars>
          <dgm:bulletEnabled val="1"/>
        </dgm:presLayoutVars>
      </dgm:prSet>
      <dgm:spPr/>
    </dgm:pt>
    <dgm:pt modelId="{BF89BFC0-9C25-405D-85E8-EFCB8CFBC108}" type="pres">
      <dgm:prSet presAssocID="{03C1D701-D059-4DF3-BC7E-D28CD6D2964B}" presName="parentNode" presStyleLbl="revTx" presStyleIdx="0" presStyleCnt="2" custAng="10800000" custLinFactX="300000" custLinFactNeighborX="313006" custLinFactNeighborY="313">
        <dgm:presLayoutVars>
          <dgm:chMax val="0"/>
          <dgm:bulletEnabled val="1"/>
        </dgm:presLayoutVars>
      </dgm:prSet>
      <dgm:spPr/>
    </dgm:pt>
    <dgm:pt modelId="{4CD1727D-570D-45C4-8EFE-CD90E305E3F5}" type="pres">
      <dgm:prSet presAssocID="{0B31EEA7-120F-484F-B3F9-39B9E9A3F47D}" presName="sibTrans" presStyleCnt="0"/>
      <dgm:spPr/>
    </dgm:pt>
    <dgm:pt modelId="{B026434B-2C5C-4B3A-83B0-9AC556844492}" type="pres">
      <dgm:prSet presAssocID="{733716D0-366C-4FC9-AB14-3A99BA2784A2}" presName="compositeNode" presStyleCnt="0">
        <dgm:presLayoutVars>
          <dgm:bulletEnabled val="1"/>
        </dgm:presLayoutVars>
      </dgm:prSet>
      <dgm:spPr/>
    </dgm:pt>
    <dgm:pt modelId="{CEAC4AF6-1820-426D-9717-1D1C6850575D}" type="pres">
      <dgm:prSet presAssocID="{733716D0-366C-4FC9-AB14-3A99BA2784A2}" presName="image" presStyleLbl="fgImgPlace1" presStyleIdx="1" presStyleCnt="2" custScaleX="86366" custScaleY="39861" custLinFactNeighborX="65800" custLinFactNeighborY="12735"/>
      <dgm:spPr>
        <a:noFill/>
      </dgm:spPr>
    </dgm:pt>
    <dgm:pt modelId="{99B4A684-CCBE-4456-B795-13DC7639BFFC}" type="pres">
      <dgm:prSet presAssocID="{733716D0-366C-4FC9-AB14-3A99BA2784A2}" presName="childNode" presStyleLbl="node1" presStyleIdx="1" presStyleCnt="2" custScaleX="137129" custLinFactNeighborX="12664" custLinFactNeighborY="762">
        <dgm:presLayoutVars>
          <dgm:bulletEnabled val="1"/>
        </dgm:presLayoutVars>
      </dgm:prSet>
      <dgm:spPr/>
    </dgm:pt>
    <dgm:pt modelId="{FF95CD8B-8874-408B-801D-707E41A442E4}" type="pres">
      <dgm:prSet presAssocID="{733716D0-366C-4FC9-AB14-3A99BA2784A2}" presName="parentNode" presStyleLbl="revTx" presStyleIdx="1" presStyleCnt="2" custLinFactNeighborX="-24128">
        <dgm:presLayoutVars>
          <dgm:chMax val="0"/>
          <dgm:bulletEnabled val="1"/>
        </dgm:presLayoutVars>
      </dgm:prSet>
      <dgm:spPr/>
    </dgm:pt>
  </dgm:ptLst>
  <dgm:cxnLst>
    <dgm:cxn modelId="{A9253313-D17A-4D8E-88BA-18E1CA8EED27}" type="presOf" srcId="{97F497E2-F4BB-4754-978D-F2628C370DBC}" destId="{C4204994-9856-4BA8-8878-42043164B141}" srcOrd="0" destOrd="0" presId="urn:microsoft.com/office/officeart/2005/8/layout/hList2"/>
    <dgm:cxn modelId="{B7363F37-3B51-4C95-9848-05D85616F912}" srcId="{733716D0-366C-4FC9-AB14-3A99BA2784A2}" destId="{C66C8CDC-1E35-4435-840C-C784F035276F}" srcOrd="2" destOrd="0" parTransId="{7F8D9730-6C5D-45D6-8AF4-278DED78F433}" sibTransId="{78E02241-DCC4-48D4-8919-98AF1A57B98B}"/>
    <dgm:cxn modelId="{D4C09537-16C1-4BEC-A25E-4254F56D2D8D}" srcId="{03C1D701-D059-4DF3-BC7E-D28CD6D2964B}" destId="{97F497E2-F4BB-4754-978D-F2628C370DBC}" srcOrd="0" destOrd="0" parTransId="{11275421-F3C4-47C0-BCBD-FAEA764A5B26}" sibTransId="{B1209AFC-9C13-437A-A47D-0C154A3FDD80}"/>
    <dgm:cxn modelId="{646AAB44-949E-4851-A29F-1FE481277B87}" srcId="{03C1D701-D059-4DF3-BC7E-D28CD6D2964B}" destId="{1F1706B1-86C6-438A-A4E9-D4B3AEACB28C}" srcOrd="1" destOrd="0" parTransId="{6C3158BE-BC61-401A-9198-7FE10F53FF4C}" sibTransId="{F908C56F-8F98-4870-9E22-745A33BA017F}"/>
    <dgm:cxn modelId="{CF6D3B49-1323-4084-85F3-494177C78D59}" type="presOf" srcId="{6F235419-E6E9-42A6-8D10-92B0BDBBD982}" destId="{99B4A684-CCBE-4456-B795-13DC7639BFFC}" srcOrd="0" destOrd="0" presId="urn:microsoft.com/office/officeart/2005/8/layout/hList2"/>
    <dgm:cxn modelId="{53DAC649-F0CC-49CE-9605-87AF078E0497}" type="presOf" srcId="{17CAF2DD-4927-48D0-A06C-FD7132FECED1}" destId="{C4204994-9856-4BA8-8878-42043164B141}" srcOrd="0" destOrd="3" presId="urn:microsoft.com/office/officeart/2005/8/layout/hList2"/>
    <dgm:cxn modelId="{3FD18F6C-5487-4F16-A5D5-8A8F31F02A0B}" type="presOf" srcId="{C66C8CDC-1E35-4435-840C-C784F035276F}" destId="{99B4A684-CCBE-4456-B795-13DC7639BFFC}" srcOrd="0" destOrd="2" presId="urn:microsoft.com/office/officeart/2005/8/layout/hList2"/>
    <dgm:cxn modelId="{177A8773-ABF4-4E54-9C31-2C35DFC99023}" srcId="{03C1D701-D059-4DF3-BC7E-D28CD6D2964B}" destId="{BE0445FE-1421-4996-A884-B742BBACE39B}" srcOrd="2" destOrd="0" parTransId="{FE0A531A-6662-4B0D-AFE7-98873EA33D74}" sibTransId="{56C3A8A2-7E5F-4A05-8901-3245F930BD01}"/>
    <dgm:cxn modelId="{4BCBF47D-4663-4DEF-87BB-E9FE9A5A4789}" srcId="{733716D0-366C-4FC9-AB14-3A99BA2784A2}" destId="{6F235419-E6E9-42A6-8D10-92B0BDBBD982}" srcOrd="0" destOrd="0" parTransId="{384DC4B5-C70F-4549-AA3D-25A47A92F7B6}" sibTransId="{2EAFBD70-9096-48E3-BB78-1AA68C1D3B90}"/>
    <dgm:cxn modelId="{5B896C84-3051-48F0-83CE-7F3F255A36FC}" type="presOf" srcId="{F75F0A35-24CB-4099-9F3D-EB10EB3FCD51}" destId="{99B4A684-CCBE-4456-B795-13DC7639BFFC}" srcOrd="0" destOrd="1" presId="urn:microsoft.com/office/officeart/2005/8/layout/hList2"/>
    <dgm:cxn modelId="{B7D9E386-3323-452B-8F11-4E3447EB88E8}" srcId="{733716D0-366C-4FC9-AB14-3A99BA2784A2}" destId="{C4045A9A-3D5D-4538-9517-CAEF2FD24EE1}" srcOrd="3" destOrd="0" parTransId="{5D6C83F1-8D98-4A6A-8C4B-2843A05FF864}" sibTransId="{F8ED3FF9-52A5-4A34-964C-4CA8DA0A3C13}"/>
    <dgm:cxn modelId="{2C34D58B-0218-4E3B-9873-2A7F95BF88DB}" type="presOf" srcId="{733716D0-366C-4FC9-AB14-3A99BA2784A2}" destId="{FF95CD8B-8874-408B-801D-707E41A442E4}" srcOrd="0" destOrd="0" presId="urn:microsoft.com/office/officeart/2005/8/layout/hList2"/>
    <dgm:cxn modelId="{FD20DF8D-78A3-4B4B-B8C3-B9140E84EFE2}" type="presOf" srcId="{03C1D701-D059-4DF3-BC7E-D28CD6D2964B}" destId="{BF89BFC0-9C25-405D-85E8-EFCB8CFBC108}" srcOrd="0" destOrd="0" presId="urn:microsoft.com/office/officeart/2005/8/layout/hList2"/>
    <dgm:cxn modelId="{EE40A3A1-F4B2-4A15-B7E3-893972A26161}" srcId="{733716D0-366C-4FC9-AB14-3A99BA2784A2}" destId="{F75F0A35-24CB-4099-9F3D-EB10EB3FCD51}" srcOrd="1" destOrd="0" parTransId="{D4829D0E-5348-4D8C-A20C-CADA34FB6FF0}" sibTransId="{B12BD125-3B39-4A70-8717-C8AA2E140A78}"/>
    <dgm:cxn modelId="{1532B2B1-315B-468B-B070-6076A37A071C}" srcId="{03C1D701-D059-4DF3-BC7E-D28CD6D2964B}" destId="{17CAF2DD-4927-48D0-A06C-FD7132FECED1}" srcOrd="3" destOrd="0" parTransId="{58E79E38-F72D-42DF-9B63-F6D9C27797E6}" sibTransId="{3373DA0A-4844-426B-8870-BEFF3304D8A6}"/>
    <dgm:cxn modelId="{CE6AF2B3-7A3C-4203-B281-EA00CB716F1C}" srcId="{814BDD15-8AB4-423F-A174-D5C5AAA9ECCC}" destId="{03C1D701-D059-4DF3-BC7E-D28CD6D2964B}" srcOrd="0" destOrd="0" parTransId="{AF074C85-50B7-4A35-9EDD-368FA036E91C}" sibTransId="{0B31EEA7-120F-484F-B3F9-39B9E9A3F47D}"/>
    <dgm:cxn modelId="{66717AB4-9C64-4671-B620-A17DFCF8F05C}" type="presOf" srcId="{4F9DD2CE-1F24-499D-892B-1CE52D802479}" destId="{C4204994-9856-4BA8-8878-42043164B141}" srcOrd="0" destOrd="4" presId="urn:microsoft.com/office/officeart/2005/8/layout/hList2"/>
    <dgm:cxn modelId="{00F644C4-A59E-4285-A2B9-1A2D2307D0E7}" type="presOf" srcId="{C4045A9A-3D5D-4538-9517-CAEF2FD24EE1}" destId="{99B4A684-CCBE-4456-B795-13DC7639BFFC}" srcOrd="0" destOrd="3" presId="urn:microsoft.com/office/officeart/2005/8/layout/hList2"/>
    <dgm:cxn modelId="{509106D0-7DA9-4FA5-B95F-BDE531CB9C16}" srcId="{814BDD15-8AB4-423F-A174-D5C5AAA9ECCC}" destId="{733716D0-366C-4FC9-AB14-3A99BA2784A2}" srcOrd="1" destOrd="0" parTransId="{28246229-A735-41E4-9916-5CC0F9C15083}" sibTransId="{D978C6F4-7B78-447E-9678-AAA692E501E6}"/>
    <dgm:cxn modelId="{EECD82D9-B0A1-4AC0-AC07-BFEA6A81CE03}" srcId="{03C1D701-D059-4DF3-BC7E-D28CD6D2964B}" destId="{4F9DD2CE-1F24-499D-892B-1CE52D802479}" srcOrd="4" destOrd="0" parTransId="{E4B79963-AEC9-4449-9F83-9A02C88F3662}" sibTransId="{19A33F6F-2DD2-40A0-89C7-9A3B177BB0FD}"/>
    <dgm:cxn modelId="{F4DA2BE0-C5E2-4DCB-AE74-7729F3E351EE}" type="presOf" srcId="{1F1706B1-86C6-438A-A4E9-D4B3AEACB28C}" destId="{C4204994-9856-4BA8-8878-42043164B141}" srcOrd="0" destOrd="1" presId="urn:microsoft.com/office/officeart/2005/8/layout/hList2"/>
    <dgm:cxn modelId="{CA5D9BE6-51E1-41F5-AA55-7C6D5832F0CC}" type="presOf" srcId="{814BDD15-8AB4-423F-A174-D5C5AAA9ECCC}" destId="{776944F9-F452-4328-9E4D-7B5BD4AEDC8E}" srcOrd="0" destOrd="0" presId="urn:microsoft.com/office/officeart/2005/8/layout/hList2"/>
    <dgm:cxn modelId="{115AC1EC-8CE9-460F-B668-9E2D881FCDEF}" type="presOf" srcId="{BE0445FE-1421-4996-A884-B742BBACE39B}" destId="{C4204994-9856-4BA8-8878-42043164B141}" srcOrd="0" destOrd="2" presId="urn:microsoft.com/office/officeart/2005/8/layout/hList2"/>
    <dgm:cxn modelId="{3CD0BEF9-46FF-4A80-AFD5-286D31B1BFEA}" type="presParOf" srcId="{776944F9-F452-4328-9E4D-7B5BD4AEDC8E}" destId="{DC868980-4FF3-4DC0-90A2-8C1C9A9F2EBD}" srcOrd="0" destOrd="0" presId="urn:microsoft.com/office/officeart/2005/8/layout/hList2"/>
    <dgm:cxn modelId="{98EADE35-A9AE-42D1-9910-48838EED7ABB}" type="presParOf" srcId="{DC868980-4FF3-4DC0-90A2-8C1C9A9F2EBD}" destId="{74EFF5E4-73EA-4F3F-AB6C-16ACB7EBADE4}" srcOrd="0" destOrd="0" presId="urn:microsoft.com/office/officeart/2005/8/layout/hList2"/>
    <dgm:cxn modelId="{3020C127-D181-41BA-B1DD-353BBA71BDD2}" type="presParOf" srcId="{DC868980-4FF3-4DC0-90A2-8C1C9A9F2EBD}" destId="{C4204994-9856-4BA8-8878-42043164B141}" srcOrd="1" destOrd="0" presId="urn:microsoft.com/office/officeart/2005/8/layout/hList2"/>
    <dgm:cxn modelId="{CF72FCF3-7CFB-4ED2-B54D-FEC9E3D26D78}" type="presParOf" srcId="{DC868980-4FF3-4DC0-90A2-8C1C9A9F2EBD}" destId="{BF89BFC0-9C25-405D-85E8-EFCB8CFBC108}" srcOrd="2" destOrd="0" presId="urn:microsoft.com/office/officeart/2005/8/layout/hList2"/>
    <dgm:cxn modelId="{2E6AABEC-899C-4C2C-918A-DA1FC6811DD7}" type="presParOf" srcId="{776944F9-F452-4328-9E4D-7B5BD4AEDC8E}" destId="{4CD1727D-570D-45C4-8EFE-CD90E305E3F5}" srcOrd="1" destOrd="0" presId="urn:microsoft.com/office/officeart/2005/8/layout/hList2"/>
    <dgm:cxn modelId="{C7F127DA-6279-4321-9618-7A8E3B0FFFCC}" type="presParOf" srcId="{776944F9-F452-4328-9E4D-7B5BD4AEDC8E}" destId="{B026434B-2C5C-4B3A-83B0-9AC556844492}" srcOrd="2" destOrd="0" presId="urn:microsoft.com/office/officeart/2005/8/layout/hList2"/>
    <dgm:cxn modelId="{AD7E57CD-259D-4F0A-A1FA-9CC802C12FD5}" type="presParOf" srcId="{B026434B-2C5C-4B3A-83B0-9AC556844492}" destId="{CEAC4AF6-1820-426D-9717-1D1C6850575D}" srcOrd="0" destOrd="0" presId="urn:microsoft.com/office/officeart/2005/8/layout/hList2"/>
    <dgm:cxn modelId="{7CEED220-E577-4C41-9D36-17DADB32752A}" type="presParOf" srcId="{B026434B-2C5C-4B3A-83B0-9AC556844492}" destId="{99B4A684-CCBE-4456-B795-13DC7639BFFC}" srcOrd="1" destOrd="0" presId="urn:microsoft.com/office/officeart/2005/8/layout/hList2"/>
    <dgm:cxn modelId="{5BFB0FD7-D34D-4131-ACFD-322F53897427}" type="presParOf" srcId="{B026434B-2C5C-4B3A-83B0-9AC556844492}" destId="{FF95CD8B-8874-408B-801D-707E41A442E4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E4C1B2-43A8-4FFC-BA4A-7FBE866F347C}">
      <dsp:nvSpPr>
        <dsp:cNvPr id="0" name=""/>
        <dsp:cNvSpPr/>
      </dsp:nvSpPr>
      <dsp:spPr>
        <a:xfrm>
          <a:off x="2625" y="0"/>
          <a:ext cx="2525784" cy="5418270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5500" kern="1200" dirty="0" err="1">
              <a:solidFill>
                <a:srgbClr val="0D4371"/>
              </a:solidFill>
              <a:latin typeface="Book Antiqua" panose="02040602050305030304" pitchFamily="18" charset="0"/>
            </a:rPr>
            <a:t>TEPCs</a:t>
          </a:r>
          <a:endParaRPr lang="en-US" sz="5500" kern="1200" dirty="0">
            <a:solidFill>
              <a:srgbClr val="0D4371"/>
            </a:solidFill>
            <a:latin typeface="Book Antiqua" panose="02040602050305030304" pitchFamily="18" charset="0"/>
          </a:endParaRPr>
        </a:p>
      </dsp:txBody>
      <dsp:txXfrm>
        <a:off x="2625" y="0"/>
        <a:ext cx="2525784" cy="1625481"/>
      </dsp:txXfrm>
    </dsp:sp>
    <dsp:sp modelId="{EC91644D-4BF3-4714-B7AD-79920A9543D3}">
      <dsp:nvSpPr>
        <dsp:cNvPr id="0" name=""/>
        <dsp:cNvSpPr/>
      </dsp:nvSpPr>
      <dsp:spPr>
        <a:xfrm>
          <a:off x="59516" y="1625613"/>
          <a:ext cx="2412003" cy="789326"/>
        </a:xfrm>
        <a:prstGeom prst="roundRect">
          <a:avLst>
            <a:gd name="adj" fmla="val 10000"/>
          </a:avLst>
        </a:prstGeom>
        <a:solidFill>
          <a:srgbClr val="92D05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Book Antiqua" panose="02040602050305030304" pitchFamily="18" charset="0"/>
            </a:rPr>
            <a:t>Alta sensibilità</a:t>
          </a:r>
          <a:endParaRPr lang="en-US" sz="1800" kern="1200" dirty="0">
            <a:latin typeface="Book Antiqua" panose="02040602050305030304" pitchFamily="18" charset="0"/>
          </a:endParaRPr>
        </a:p>
      </dsp:txBody>
      <dsp:txXfrm>
        <a:off x="82635" y="1648732"/>
        <a:ext cx="2365765" cy="743088"/>
      </dsp:txXfrm>
    </dsp:sp>
    <dsp:sp modelId="{B738654A-8F2B-47AB-8B44-8C35BA26D189}">
      <dsp:nvSpPr>
        <dsp:cNvPr id="0" name=""/>
        <dsp:cNvSpPr/>
      </dsp:nvSpPr>
      <dsp:spPr>
        <a:xfrm>
          <a:off x="59516" y="2536374"/>
          <a:ext cx="2412003" cy="789326"/>
        </a:xfrm>
        <a:prstGeom prst="roundRect">
          <a:avLst>
            <a:gd name="adj" fmla="val 10000"/>
          </a:avLst>
        </a:prstGeom>
        <a:solidFill>
          <a:srgbClr val="92D05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Book Antiqua" panose="02040602050305030304" pitchFamily="18" charset="0"/>
            </a:rPr>
            <a:t>Siti simulati micrometrici e sub-micrometrici</a:t>
          </a:r>
          <a:endParaRPr lang="en-US" sz="1800" kern="1200" dirty="0">
            <a:latin typeface="Book Antiqua" panose="02040602050305030304" pitchFamily="18" charset="0"/>
          </a:endParaRPr>
        </a:p>
      </dsp:txBody>
      <dsp:txXfrm>
        <a:off x="82635" y="2559493"/>
        <a:ext cx="2365765" cy="743088"/>
      </dsp:txXfrm>
    </dsp:sp>
    <dsp:sp modelId="{11E00BC8-80D2-4A09-8FFD-0DD908E79E2D}">
      <dsp:nvSpPr>
        <dsp:cNvPr id="0" name=""/>
        <dsp:cNvSpPr/>
      </dsp:nvSpPr>
      <dsp:spPr>
        <a:xfrm>
          <a:off x="59516" y="3447136"/>
          <a:ext cx="2412003" cy="789326"/>
        </a:xfrm>
        <a:prstGeom prst="roundRect">
          <a:avLst>
            <a:gd name="adj" fmla="val 10000"/>
          </a:avLst>
        </a:prstGeom>
        <a:solidFill>
          <a:srgbClr val="92D05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Book Antiqua" panose="02040602050305030304" pitchFamily="18" charset="0"/>
            </a:rPr>
            <a:t>Tessuto-Equivalenza</a:t>
          </a:r>
          <a:endParaRPr lang="en-US" sz="1800" kern="1200" dirty="0">
            <a:latin typeface="Book Antiqua" panose="02040602050305030304" pitchFamily="18" charset="0"/>
          </a:endParaRPr>
        </a:p>
      </dsp:txBody>
      <dsp:txXfrm>
        <a:off x="82635" y="3470255"/>
        <a:ext cx="2365765" cy="743088"/>
      </dsp:txXfrm>
    </dsp:sp>
    <dsp:sp modelId="{B4551806-4D5E-4E67-B6D9-2ACAD2101188}">
      <dsp:nvSpPr>
        <dsp:cNvPr id="0" name=""/>
        <dsp:cNvSpPr/>
      </dsp:nvSpPr>
      <dsp:spPr>
        <a:xfrm>
          <a:off x="59516" y="4357897"/>
          <a:ext cx="2412003" cy="789326"/>
        </a:xfrm>
        <a:prstGeom prst="roundRect">
          <a:avLst>
            <a:gd name="adj" fmla="val 10000"/>
          </a:avLst>
        </a:prstGeom>
        <a:solidFill>
          <a:srgbClr val="FF5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Book Antiqua" panose="02040602050305030304" pitchFamily="18" charset="0"/>
            </a:rPr>
            <a:t>Alti flussi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Book Antiqua" panose="02040602050305030304" pitchFamily="18" charset="0"/>
            </a:rPr>
            <a:t>(max ~5·10</a:t>
          </a:r>
          <a:r>
            <a:rPr lang="it-IT" sz="1800" kern="1200" baseline="30000" dirty="0">
              <a:latin typeface="Book Antiqua" panose="02040602050305030304" pitchFamily="18" charset="0"/>
            </a:rPr>
            <a:t>6</a:t>
          </a:r>
          <a:r>
            <a:rPr lang="it-IT" sz="1800" kern="1200" dirty="0">
              <a:latin typeface="Book Antiqua" panose="02040602050305030304" pitchFamily="18" charset="0"/>
            </a:rPr>
            <a:t> p s</a:t>
          </a:r>
          <a:r>
            <a:rPr lang="it-IT" sz="1800" kern="1200" baseline="30000" dirty="0">
              <a:latin typeface="Book Antiqua" panose="02040602050305030304" pitchFamily="18" charset="0"/>
            </a:rPr>
            <a:t>-1</a:t>
          </a:r>
          <a:r>
            <a:rPr lang="it-IT" sz="1800" kern="1200" dirty="0">
              <a:latin typeface="Book Antiqua" panose="02040602050305030304" pitchFamily="18" charset="0"/>
            </a:rPr>
            <a:t> cm</a:t>
          </a:r>
          <a:r>
            <a:rPr lang="it-IT" sz="1800" kern="1200" baseline="30000" dirty="0">
              <a:latin typeface="Book Antiqua" panose="02040602050305030304" pitchFamily="18" charset="0"/>
            </a:rPr>
            <a:t>-2</a:t>
          </a:r>
          <a:r>
            <a:rPr lang="it-IT" sz="1800" kern="1200" dirty="0">
              <a:latin typeface="Book Antiqua" panose="02040602050305030304" pitchFamily="18" charset="0"/>
            </a:rPr>
            <a:t>)</a:t>
          </a:r>
          <a:endParaRPr lang="en-US" sz="1800" kern="1200" dirty="0">
            <a:latin typeface="Book Antiqua" panose="02040602050305030304" pitchFamily="18" charset="0"/>
          </a:endParaRPr>
        </a:p>
      </dsp:txBody>
      <dsp:txXfrm>
        <a:off x="82635" y="4381016"/>
        <a:ext cx="2365765" cy="743088"/>
      </dsp:txXfrm>
    </dsp:sp>
    <dsp:sp modelId="{FCEF2938-D576-4E2B-A787-BE226DEE800F}">
      <dsp:nvSpPr>
        <dsp:cNvPr id="0" name=""/>
        <dsp:cNvSpPr/>
      </dsp:nvSpPr>
      <dsp:spPr>
        <a:xfrm>
          <a:off x="2717844" y="0"/>
          <a:ext cx="2525784" cy="5418270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5500" kern="1200" dirty="0" err="1">
              <a:solidFill>
                <a:srgbClr val="ADAFAE"/>
              </a:solidFill>
              <a:latin typeface="Book Antiqua" panose="02040602050305030304" pitchFamily="18" charset="0"/>
            </a:rPr>
            <a:t>SSDs</a:t>
          </a:r>
          <a:endParaRPr lang="en-US" sz="5500" kern="1200" dirty="0">
            <a:solidFill>
              <a:srgbClr val="ADAFAE"/>
            </a:solidFill>
            <a:latin typeface="Book Antiqua" panose="02040602050305030304" pitchFamily="18" charset="0"/>
          </a:endParaRPr>
        </a:p>
      </dsp:txBody>
      <dsp:txXfrm>
        <a:off x="2717844" y="0"/>
        <a:ext cx="2525784" cy="1625481"/>
      </dsp:txXfrm>
    </dsp:sp>
    <dsp:sp modelId="{8B087F97-00A0-4021-ABA8-225998FD60C6}">
      <dsp:nvSpPr>
        <dsp:cNvPr id="0" name=""/>
        <dsp:cNvSpPr/>
      </dsp:nvSpPr>
      <dsp:spPr>
        <a:xfrm>
          <a:off x="2774735" y="1625613"/>
          <a:ext cx="2412003" cy="789326"/>
        </a:xfrm>
        <a:prstGeom prst="roundRect">
          <a:avLst>
            <a:gd name="adj" fmla="val 10000"/>
          </a:avLst>
        </a:prstGeom>
        <a:solidFill>
          <a:srgbClr val="FF5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Book Antiqua" panose="02040602050305030304" pitchFamily="18" charset="0"/>
            </a:rPr>
            <a:t>Alta sensibilità</a:t>
          </a:r>
          <a:endParaRPr lang="en-US" sz="1800" kern="1200" dirty="0">
            <a:latin typeface="Book Antiqua" panose="02040602050305030304" pitchFamily="18" charset="0"/>
          </a:endParaRPr>
        </a:p>
      </dsp:txBody>
      <dsp:txXfrm>
        <a:off x="2797854" y="1648732"/>
        <a:ext cx="2365765" cy="743088"/>
      </dsp:txXfrm>
    </dsp:sp>
    <dsp:sp modelId="{3F2EB6E0-1719-4E91-B5B9-384361C65556}">
      <dsp:nvSpPr>
        <dsp:cNvPr id="0" name=""/>
        <dsp:cNvSpPr/>
      </dsp:nvSpPr>
      <dsp:spPr>
        <a:xfrm>
          <a:off x="2774735" y="2536374"/>
          <a:ext cx="2412003" cy="789326"/>
        </a:xfrm>
        <a:prstGeom prst="roundRect">
          <a:avLst>
            <a:gd name="adj" fmla="val 10000"/>
          </a:avLst>
        </a:prstGeom>
        <a:solidFill>
          <a:srgbClr val="FF5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Book Antiqua" panose="02040602050305030304" pitchFamily="18" charset="0"/>
            </a:rPr>
            <a:t>Siti simulati micrometrici e sub-micrometrici</a:t>
          </a:r>
          <a:endParaRPr lang="en-US" sz="1800" kern="1200" dirty="0">
            <a:latin typeface="Book Antiqua" panose="02040602050305030304" pitchFamily="18" charset="0"/>
          </a:endParaRPr>
        </a:p>
      </dsp:txBody>
      <dsp:txXfrm>
        <a:off x="2797854" y="2559493"/>
        <a:ext cx="2365765" cy="743088"/>
      </dsp:txXfrm>
    </dsp:sp>
    <dsp:sp modelId="{1DF3F1D0-DFDD-438D-8886-7ED69F54D78A}">
      <dsp:nvSpPr>
        <dsp:cNvPr id="0" name=""/>
        <dsp:cNvSpPr/>
      </dsp:nvSpPr>
      <dsp:spPr>
        <a:xfrm>
          <a:off x="2774735" y="3447136"/>
          <a:ext cx="2412003" cy="789326"/>
        </a:xfrm>
        <a:prstGeom prst="roundRect">
          <a:avLst>
            <a:gd name="adj" fmla="val 10000"/>
          </a:avLst>
        </a:prstGeom>
        <a:solidFill>
          <a:srgbClr val="FF5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Book Antiqua" panose="02040602050305030304" pitchFamily="18" charset="0"/>
            </a:rPr>
            <a:t>Tessuto-Equivalenza</a:t>
          </a:r>
          <a:endParaRPr lang="en-US" sz="1800" kern="1200" dirty="0">
            <a:latin typeface="Book Antiqua" panose="02040602050305030304" pitchFamily="18" charset="0"/>
          </a:endParaRPr>
        </a:p>
      </dsp:txBody>
      <dsp:txXfrm>
        <a:off x="2797854" y="3470255"/>
        <a:ext cx="2365765" cy="743088"/>
      </dsp:txXfrm>
    </dsp:sp>
    <dsp:sp modelId="{7D982CDE-FDAD-4E40-9DFE-72015429B484}">
      <dsp:nvSpPr>
        <dsp:cNvPr id="0" name=""/>
        <dsp:cNvSpPr/>
      </dsp:nvSpPr>
      <dsp:spPr>
        <a:xfrm>
          <a:off x="2774735" y="4357897"/>
          <a:ext cx="2412003" cy="789326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Book Antiqua" panose="02040602050305030304" pitchFamily="18" charset="0"/>
            </a:rPr>
            <a:t>Alti flussi</a:t>
          </a:r>
          <a:endParaRPr lang="en-US" sz="1800" kern="1200" dirty="0">
            <a:latin typeface="Book Antiqua" panose="02040602050305030304" pitchFamily="18" charset="0"/>
          </a:endParaRPr>
        </a:p>
      </dsp:txBody>
      <dsp:txXfrm>
        <a:off x="2797854" y="4381016"/>
        <a:ext cx="2365765" cy="7430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E8922A-C9C6-42BC-8792-6BD8FB80F39F}">
      <dsp:nvSpPr>
        <dsp:cNvPr id="0" name=""/>
        <dsp:cNvSpPr/>
      </dsp:nvSpPr>
      <dsp:spPr>
        <a:xfrm>
          <a:off x="2688310" y="810417"/>
          <a:ext cx="5101602" cy="5101602"/>
        </a:xfrm>
        <a:prstGeom prst="blockArc">
          <a:avLst>
            <a:gd name="adj1" fmla="val 10865049"/>
            <a:gd name="adj2" fmla="val 16134951"/>
            <a:gd name="adj3" fmla="val 4638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295F9C-2CED-46FF-B997-4A57A08B2565}">
      <dsp:nvSpPr>
        <dsp:cNvPr id="0" name=""/>
        <dsp:cNvSpPr/>
      </dsp:nvSpPr>
      <dsp:spPr>
        <a:xfrm>
          <a:off x="2688310" y="716129"/>
          <a:ext cx="5101602" cy="5101602"/>
        </a:xfrm>
        <a:prstGeom prst="blockArc">
          <a:avLst>
            <a:gd name="adj1" fmla="val 5465049"/>
            <a:gd name="adj2" fmla="val 10734951"/>
            <a:gd name="adj3" fmla="val 4638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D145BCD-0D2A-4B48-84A2-DD2A598D0E37}">
      <dsp:nvSpPr>
        <dsp:cNvPr id="0" name=""/>
        <dsp:cNvSpPr/>
      </dsp:nvSpPr>
      <dsp:spPr>
        <a:xfrm>
          <a:off x="2594021" y="716129"/>
          <a:ext cx="5101602" cy="5101602"/>
        </a:xfrm>
        <a:prstGeom prst="blockArc">
          <a:avLst>
            <a:gd name="adj1" fmla="val 65049"/>
            <a:gd name="adj2" fmla="val 5334951"/>
            <a:gd name="adj3" fmla="val 4638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D67622-04DB-4D4E-BE62-0BFE86991559}">
      <dsp:nvSpPr>
        <dsp:cNvPr id="0" name=""/>
        <dsp:cNvSpPr/>
      </dsp:nvSpPr>
      <dsp:spPr>
        <a:xfrm>
          <a:off x="2594021" y="810417"/>
          <a:ext cx="5101602" cy="5101602"/>
        </a:xfrm>
        <a:prstGeom prst="blockArc">
          <a:avLst>
            <a:gd name="adj1" fmla="val 16265049"/>
            <a:gd name="adj2" fmla="val 21534951"/>
            <a:gd name="adj3" fmla="val 4638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7975CF-EF3C-4268-A100-460A87275AA1}">
      <dsp:nvSpPr>
        <dsp:cNvPr id="0" name=""/>
        <dsp:cNvSpPr/>
      </dsp:nvSpPr>
      <dsp:spPr>
        <a:xfrm>
          <a:off x="3463966" y="1586074"/>
          <a:ext cx="3456001" cy="345600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>
              <a:latin typeface="Book Antiqua" panose="02040602050305030304" pitchFamily="18" charset="0"/>
            </a:rPr>
            <a:t>Rivelatori per QA microdosimetrica</a:t>
          </a:r>
          <a:endParaRPr lang="en-US" sz="2400" kern="1200" dirty="0">
            <a:latin typeface="Book Antiqua" panose="02040602050305030304" pitchFamily="18" charset="0"/>
          </a:endParaRPr>
        </a:p>
      </dsp:txBody>
      <dsp:txXfrm>
        <a:off x="3970086" y="2092194"/>
        <a:ext cx="2443761" cy="2443761"/>
      </dsp:txXfrm>
    </dsp:sp>
    <dsp:sp modelId="{8FB7D40C-36CC-464B-90EF-9585517DCA84}">
      <dsp:nvSpPr>
        <dsp:cNvPr id="0" name=""/>
        <dsp:cNvSpPr/>
      </dsp:nvSpPr>
      <dsp:spPr>
        <a:xfrm>
          <a:off x="4237970" y="60025"/>
          <a:ext cx="1907993" cy="1619992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Book Antiqua" panose="02040602050305030304" pitchFamily="18" charset="0"/>
            </a:rPr>
            <a:t>Alta sensibilità</a:t>
          </a:r>
          <a:endParaRPr lang="en-US" sz="1800" kern="1200" dirty="0">
            <a:latin typeface="Book Antiqua" panose="02040602050305030304" pitchFamily="18" charset="0"/>
          </a:endParaRPr>
        </a:p>
      </dsp:txBody>
      <dsp:txXfrm>
        <a:off x="4517389" y="297267"/>
        <a:ext cx="1349155" cy="1145508"/>
      </dsp:txXfrm>
    </dsp:sp>
    <dsp:sp modelId="{3E98584E-E4FB-4D60-85F3-118506666A34}">
      <dsp:nvSpPr>
        <dsp:cNvPr id="0" name=""/>
        <dsp:cNvSpPr/>
      </dsp:nvSpPr>
      <dsp:spPr>
        <a:xfrm>
          <a:off x="6682023" y="2504078"/>
          <a:ext cx="1907993" cy="161999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Book Antiqua" panose="02040602050305030304" pitchFamily="18" charset="0"/>
            </a:rPr>
            <a:t>Siti simulati micrometrici e sub-micrometrici</a:t>
          </a:r>
          <a:endParaRPr lang="en-US" sz="1800" kern="1200" dirty="0">
            <a:latin typeface="Book Antiqua" panose="02040602050305030304" pitchFamily="18" charset="0"/>
          </a:endParaRPr>
        </a:p>
      </dsp:txBody>
      <dsp:txXfrm>
        <a:off x="6961442" y="2741320"/>
        <a:ext cx="1349155" cy="1145508"/>
      </dsp:txXfrm>
    </dsp:sp>
    <dsp:sp modelId="{DFEE5BBB-069D-40B0-B6AA-76FA86F3B215}">
      <dsp:nvSpPr>
        <dsp:cNvPr id="0" name=""/>
        <dsp:cNvSpPr/>
      </dsp:nvSpPr>
      <dsp:spPr>
        <a:xfrm>
          <a:off x="4237970" y="4948131"/>
          <a:ext cx="1907993" cy="1619992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Book Antiqua" panose="02040602050305030304" pitchFamily="18" charset="0"/>
            </a:rPr>
            <a:t>Tessuto-Equivalenza</a:t>
          </a:r>
          <a:endParaRPr lang="en-US" sz="1800" kern="1200" dirty="0">
            <a:latin typeface="Book Antiqua" panose="02040602050305030304" pitchFamily="18" charset="0"/>
          </a:endParaRPr>
        </a:p>
      </dsp:txBody>
      <dsp:txXfrm>
        <a:off x="4517389" y="5185373"/>
        <a:ext cx="1349155" cy="1145508"/>
      </dsp:txXfrm>
    </dsp:sp>
    <dsp:sp modelId="{EB94F9B3-0142-4AF3-B061-B2F68169B913}">
      <dsp:nvSpPr>
        <dsp:cNvPr id="0" name=""/>
        <dsp:cNvSpPr/>
      </dsp:nvSpPr>
      <dsp:spPr>
        <a:xfrm>
          <a:off x="1793917" y="2504078"/>
          <a:ext cx="1907993" cy="1619992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>
              <a:latin typeface="Book Antiqua" panose="02040602050305030304" pitchFamily="18" charset="0"/>
            </a:rPr>
            <a:t>Alti flussi</a:t>
          </a:r>
          <a:endParaRPr lang="en-US" sz="1800" kern="1200" dirty="0">
            <a:latin typeface="Book Antiqua" panose="02040602050305030304" pitchFamily="18" charset="0"/>
          </a:endParaRPr>
        </a:p>
      </dsp:txBody>
      <dsp:txXfrm>
        <a:off x="2073336" y="2741320"/>
        <a:ext cx="1349155" cy="11455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89BFC0-9C25-405D-85E8-EFCB8CFBC108}">
      <dsp:nvSpPr>
        <dsp:cNvPr id="0" name=""/>
        <dsp:cNvSpPr/>
      </dsp:nvSpPr>
      <dsp:spPr>
        <a:xfrm rot="5400000">
          <a:off x="3309858" y="2605253"/>
          <a:ext cx="4204641" cy="733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46842" bIns="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5100" kern="1200" dirty="0">
              <a:solidFill>
                <a:srgbClr val="0D4371"/>
              </a:solidFill>
              <a:latin typeface="Book Antiqua" panose="02040602050305030304" pitchFamily="18" charset="0"/>
            </a:rPr>
            <a:t>WP1</a:t>
          </a:r>
          <a:endParaRPr lang="en-US" sz="5100" kern="1200" dirty="0">
            <a:solidFill>
              <a:srgbClr val="0D4371"/>
            </a:solidFill>
            <a:latin typeface="Book Antiqua" panose="02040602050305030304" pitchFamily="18" charset="0"/>
          </a:endParaRPr>
        </a:p>
      </dsp:txBody>
      <dsp:txXfrm>
        <a:off x="3309858" y="2605253"/>
        <a:ext cx="4204641" cy="733427"/>
      </dsp:txXfrm>
    </dsp:sp>
    <dsp:sp modelId="{C4204994-9856-4BA8-8878-42043164B141}">
      <dsp:nvSpPr>
        <dsp:cNvPr id="0" name=""/>
        <dsp:cNvSpPr/>
      </dsp:nvSpPr>
      <dsp:spPr>
        <a:xfrm>
          <a:off x="75815" y="888525"/>
          <a:ext cx="5009659" cy="4204641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0256" tIns="646842" rIns="270256" bIns="270256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3000" kern="1200" dirty="0">
              <a:latin typeface="Book Antiqua" panose="02040602050305030304" pitchFamily="18" charset="0"/>
            </a:rPr>
            <a:t>Rivelatori</a:t>
          </a:r>
          <a:endParaRPr lang="en-US" sz="3000" kern="1200" dirty="0">
            <a:latin typeface="Book Antiqua" panose="02040602050305030304" pitchFamily="18" charset="0"/>
          </a:endParaRP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3000" kern="1200" dirty="0">
            <a:latin typeface="Book Antiqua" panose="02040602050305030304" pitchFamily="18" charset="0"/>
          </a:endParaRP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3000" kern="1200" dirty="0">
              <a:latin typeface="Book Antiqua" panose="02040602050305030304" pitchFamily="18" charset="0"/>
            </a:rPr>
            <a:t>Test in campo di radiazione</a:t>
          </a:r>
          <a:endParaRPr lang="en-US" sz="3000" kern="1200" dirty="0">
            <a:latin typeface="Book Antiqua" panose="02040602050305030304" pitchFamily="18" charset="0"/>
          </a:endParaRP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3000" kern="1200" dirty="0">
            <a:latin typeface="Book Antiqua" panose="02040602050305030304" pitchFamily="18" charset="0"/>
          </a:endParaRP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3000" kern="1200" dirty="0">
              <a:latin typeface="Book Antiqua" panose="02040602050305030304" pitchFamily="18" charset="0"/>
            </a:rPr>
            <a:t>Ricerca ottimizzazione condizioni di misura</a:t>
          </a:r>
          <a:endParaRPr lang="en-US" sz="3000" kern="1200" dirty="0">
            <a:latin typeface="Book Antiqua" panose="02040602050305030304" pitchFamily="18" charset="0"/>
          </a:endParaRPr>
        </a:p>
      </dsp:txBody>
      <dsp:txXfrm>
        <a:off x="75815" y="888525"/>
        <a:ext cx="5009659" cy="4204641"/>
      </dsp:txXfrm>
    </dsp:sp>
    <dsp:sp modelId="{74EFF5E4-73EA-4F3F-AB6C-16ACB7EBADE4}">
      <dsp:nvSpPr>
        <dsp:cNvPr id="0" name=""/>
        <dsp:cNvSpPr/>
      </dsp:nvSpPr>
      <dsp:spPr>
        <a:xfrm>
          <a:off x="2296066" y="539594"/>
          <a:ext cx="1266863" cy="584702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FF95CD8B-8874-408B-801D-707E41A442E4}">
      <dsp:nvSpPr>
        <dsp:cNvPr id="0" name=""/>
        <dsp:cNvSpPr/>
      </dsp:nvSpPr>
      <dsp:spPr>
        <a:xfrm rot="16200000">
          <a:off x="4665039" y="2592093"/>
          <a:ext cx="4204641" cy="733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46842" bIns="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5100" kern="1200" dirty="0">
              <a:solidFill>
                <a:srgbClr val="0D4371"/>
              </a:solidFill>
              <a:latin typeface="Book Antiqua" panose="02040602050305030304" pitchFamily="18" charset="0"/>
            </a:rPr>
            <a:t>WP2</a:t>
          </a:r>
          <a:endParaRPr lang="en-US" sz="5100" kern="1200" dirty="0">
            <a:solidFill>
              <a:srgbClr val="0D4371"/>
            </a:solidFill>
            <a:latin typeface="Book Antiqua" panose="02040602050305030304" pitchFamily="18" charset="0"/>
          </a:endParaRPr>
        </a:p>
      </dsp:txBody>
      <dsp:txXfrm>
        <a:off x="4665039" y="2592093"/>
        <a:ext cx="4204641" cy="733427"/>
      </dsp:txXfrm>
    </dsp:sp>
    <dsp:sp modelId="{99B4A684-CCBE-4456-B795-13DC7639BFFC}">
      <dsp:nvSpPr>
        <dsp:cNvPr id="0" name=""/>
        <dsp:cNvSpPr/>
      </dsp:nvSpPr>
      <dsp:spPr>
        <a:xfrm>
          <a:off x="7095475" y="888525"/>
          <a:ext cx="5009659" cy="4204641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3144" tIns="646842" rIns="263144" bIns="263144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900" kern="1200" dirty="0">
              <a:solidFill>
                <a:srgbClr val="0D4371"/>
              </a:solidFill>
              <a:latin typeface="Book Antiqua" panose="02040602050305030304" pitchFamily="18" charset="0"/>
            </a:rPr>
            <a:t>Sviluppo elettronica</a:t>
          </a:r>
          <a:endParaRPr lang="en-US" sz="2900" kern="1200" dirty="0">
            <a:solidFill>
              <a:srgbClr val="0D4371"/>
            </a:solidFill>
            <a:latin typeface="Book Antiqua" panose="02040602050305030304" pitchFamily="18" charset="0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900" kern="1200" dirty="0">
            <a:solidFill>
              <a:srgbClr val="0D4371"/>
            </a:solidFill>
            <a:latin typeface="Book Antiqua" panose="02040602050305030304" pitchFamily="18" charset="0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900" kern="1200" dirty="0">
              <a:solidFill>
                <a:srgbClr val="0D4371"/>
              </a:solidFill>
              <a:latin typeface="Book Antiqua" panose="02040602050305030304" pitchFamily="18" charset="0"/>
            </a:rPr>
            <a:t>Design e costruzione sulla base dei parametri ottenuti in indagine WP1</a:t>
          </a:r>
          <a:endParaRPr lang="en-US" sz="2900" kern="1200" dirty="0">
            <a:solidFill>
              <a:srgbClr val="0D4371"/>
            </a:solidFill>
            <a:latin typeface="Book Antiqua" panose="02040602050305030304" pitchFamily="18" charset="0"/>
          </a:endParaRP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900" kern="1200" dirty="0">
            <a:latin typeface="Book Antiqua" panose="02040602050305030304" pitchFamily="18" charset="0"/>
          </a:endParaRPr>
        </a:p>
      </dsp:txBody>
      <dsp:txXfrm>
        <a:off x="7095475" y="888525"/>
        <a:ext cx="5009659" cy="4204641"/>
      </dsp:txXfrm>
    </dsp:sp>
    <dsp:sp modelId="{CEAC4AF6-1820-426D-9717-1D1C6850575D}">
      <dsp:nvSpPr>
        <dsp:cNvPr id="0" name=""/>
        <dsp:cNvSpPr/>
      </dsp:nvSpPr>
      <dsp:spPr>
        <a:xfrm>
          <a:off x="7642793" y="516242"/>
          <a:ext cx="1266863" cy="584702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9E02AD-574F-46B1-91CF-758ECD9272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DBB3E-0962-4543-8203-0E0084580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2A5B2-8064-4382-9E31-9E46E0F5B2C3}" type="datetimeFigureOut">
              <a:rPr lang="ru-RU" smtClean="0"/>
              <a:t>17.11.2024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1A4A7-FC01-4444-9707-74E93BD63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D65D7-8813-49CE-A8BE-42984C5CBD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2FEE5-93F6-4794-9247-D82E88608B7E}" type="slidenum">
              <a:rPr lang="ru-RU" smtClean="0"/>
              <a:t>‹N›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400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ru-RU" smtClean="0"/>
              <a:t>17.11.2024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ru-RU" smtClean="0"/>
              <a:t>‹N›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5320" y="311505"/>
            <a:ext cx="5690680" cy="1517356"/>
          </a:xfrm>
        </p:spPr>
        <p:txBody>
          <a:bodyPr>
            <a:noAutofit/>
          </a:bodyPr>
          <a:lstStyle>
            <a:lvl1pPr>
              <a:defRPr sz="6000">
                <a:gradFill>
                  <a:gsLst>
                    <a:gs pos="0">
                      <a:srgbClr val="0D4371"/>
                    </a:gs>
                    <a:gs pos="100000">
                      <a:srgbClr val="96D8EF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PRESENTATION</a:t>
            </a:r>
            <a:endParaRPr lang="ru-RU" dirty="0"/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547" y="6066645"/>
            <a:ext cx="4367531" cy="580207"/>
          </a:xfrm>
        </p:spPr>
        <p:txBody>
          <a:bodyPr>
            <a:noAutofit/>
          </a:bodyPr>
          <a:lstStyle>
            <a:lvl1pPr marL="0" indent="0" algn="l">
              <a:buNone/>
              <a:defRPr sz="2800" b="0" i="0">
                <a:solidFill>
                  <a:srgbClr val="5B9EC9"/>
                </a:solidFill>
                <a:latin typeface="Book Antiqua" panose="02040602050305030304" pitchFamily="18" charset="0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Month 20XX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7A7AFAC-3F6D-48D1-A100-148792529BC6}"/>
              </a:ext>
            </a:extLst>
          </p:cNvPr>
          <p:cNvSpPr/>
          <p:nvPr/>
        </p:nvSpPr>
        <p:spPr>
          <a:xfrm>
            <a:off x="8069104" y="5422164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rgbClr val="ADAFA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1A4F88F-4E35-4BB3-AD24-CAC580C12F96}"/>
              </a:ext>
            </a:extLst>
          </p:cNvPr>
          <p:cNvSpPr/>
          <p:nvPr/>
        </p:nvSpPr>
        <p:spPr>
          <a:xfrm>
            <a:off x="9029960" y="3463631"/>
            <a:ext cx="3175313" cy="2946690"/>
          </a:xfrm>
          <a:custGeom>
            <a:avLst/>
            <a:gdLst>
              <a:gd name="connsiteX0" fmla="*/ 3162808 w 3175312"/>
              <a:gd name="connsiteY0" fmla="*/ 12701 h 2946690"/>
              <a:gd name="connsiteX1" fmla="*/ 487925 w 3175312"/>
              <a:gd name="connsiteY1" fmla="*/ 1331091 h 2946690"/>
              <a:gd name="connsiteX2" fmla="*/ 113238 w 3175312"/>
              <a:gd name="connsiteY2" fmla="*/ 2433559 h 2946690"/>
              <a:gd name="connsiteX3" fmla="*/ 127209 w 3175312"/>
              <a:gd name="connsiteY3" fmla="*/ 2461502 h 2946690"/>
              <a:gd name="connsiteX4" fmla="*/ 1229677 w 3175312"/>
              <a:gd name="connsiteY4" fmla="*/ 2836189 h 2946690"/>
              <a:gd name="connsiteX5" fmla="*/ 3162808 w 3175312"/>
              <a:gd name="connsiteY5" fmla="*/ 1882325 h 2946690"/>
              <a:gd name="connsiteX6" fmla="*/ 3162808 w 3175312"/>
              <a:gd name="connsiteY6" fmla="*/ 12701 h 294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5312" h="2946690">
                <a:moveTo>
                  <a:pt x="3162808" y="12701"/>
                </a:moveTo>
                <a:lnTo>
                  <a:pt x="487925" y="1331091"/>
                </a:lnTo>
                <a:cubicBezTo>
                  <a:pt x="487925" y="1331091"/>
                  <a:pt x="-250018" y="1695617"/>
                  <a:pt x="113238" y="2433559"/>
                </a:cubicBezTo>
                <a:lnTo>
                  <a:pt x="127209" y="2461502"/>
                </a:lnTo>
                <a:cubicBezTo>
                  <a:pt x="127209" y="2461502"/>
                  <a:pt x="491735" y="3199445"/>
                  <a:pt x="1229677" y="2836189"/>
                </a:cubicBezTo>
                <a:lnTo>
                  <a:pt x="3162808" y="1882325"/>
                </a:lnTo>
                <a:lnTo>
                  <a:pt x="3162808" y="12701"/>
                </a:lnTo>
                <a:close/>
              </a:path>
            </a:pathLst>
          </a:custGeom>
          <a:solidFill>
            <a:srgbClr val="33363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92CE00E-F2AB-4099-8BB8-F109C4F2EFDB}"/>
              </a:ext>
            </a:extLst>
          </p:cNvPr>
          <p:cNvSpPr/>
          <p:nvPr/>
        </p:nvSpPr>
        <p:spPr>
          <a:xfrm>
            <a:off x="11043829" y="4566099"/>
            <a:ext cx="1155814" cy="863685"/>
          </a:xfrm>
          <a:custGeom>
            <a:avLst/>
            <a:gdLst>
              <a:gd name="connsiteX0" fmla="*/ 1148938 w 1155813"/>
              <a:gd name="connsiteY0" fmla="*/ 12701 h 863685"/>
              <a:gd name="connsiteX1" fmla="*/ 173482 w 1155813"/>
              <a:gd name="connsiteY1" fmla="*/ 494079 h 863685"/>
              <a:gd name="connsiteX2" fmla="*/ 28688 w 1155813"/>
              <a:gd name="connsiteY2" fmla="*/ 759535 h 863685"/>
              <a:gd name="connsiteX3" fmla="*/ 31228 w 1155813"/>
              <a:gd name="connsiteY3" fmla="*/ 765885 h 863685"/>
              <a:gd name="connsiteX4" fmla="*/ 329707 w 1155813"/>
              <a:gd name="connsiteY4" fmla="*/ 812880 h 863685"/>
              <a:gd name="connsiteX5" fmla="*/ 1147668 w 1155813"/>
              <a:gd name="connsiteY5" fmla="*/ 408980 h 863685"/>
              <a:gd name="connsiteX6" fmla="*/ 1147668 w 1155813"/>
              <a:gd name="connsiteY6" fmla="*/ 12701 h 86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813" h="863685">
                <a:moveTo>
                  <a:pt x="1148938" y="12701"/>
                </a:moveTo>
                <a:lnTo>
                  <a:pt x="173482" y="494079"/>
                </a:lnTo>
                <a:cubicBezTo>
                  <a:pt x="173482" y="494079"/>
                  <a:pt x="-47520" y="603309"/>
                  <a:pt x="28688" y="759535"/>
                </a:cubicBezTo>
                <a:lnTo>
                  <a:pt x="31228" y="765885"/>
                </a:lnTo>
                <a:cubicBezTo>
                  <a:pt x="31228" y="765885"/>
                  <a:pt x="108705" y="922111"/>
                  <a:pt x="329707" y="812880"/>
                </a:cubicBezTo>
                <a:lnTo>
                  <a:pt x="1147668" y="408980"/>
                </a:lnTo>
                <a:lnTo>
                  <a:pt x="1147668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0920EEC-7CE3-4708-93D2-53699D17E5E3}"/>
              </a:ext>
            </a:extLst>
          </p:cNvPr>
          <p:cNvSpPr/>
          <p:nvPr/>
        </p:nvSpPr>
        <p:spPr>
          <a:xfrm>
            <a:off x="10743661" y="-1689"/>
            <a:ext cx="1447943" cy="1003399"/>
          </a:xfrm>
          <a:custGeom>
            <a:avLst/>
            <a:gdLst>
              <a:gd name="connsiteX0" fmla="*/ 1446147 w 1447942"/>
              <a:gd name="connsiteY0" fmla="*/ 12701 h 1003398"/>
              <a:gd name="connsiteX1" fmla="*/ 173482 w 1447942"/>
              <a:gd name="connsiteY1" fmla="*/ 640143 h 1003398"/>
              <a:gd name="connsiteX2" fmla="*/ 28688 w 1447942"/>
              <a:gd name="connsiteY2" fmla="*/ 905599 h 1003398"/>
              <a:gd name="connsiteX3" fmla="*/ 31227 w 1447942"/>
              <a:gd name="connsiteY3" fmla="*/ 911950 h 1003398"/>
              <a:gd name="connsiteX4" fmla="*/ 329707 w 1447942"/>
              <a:gd name="connsiteY4" fmla="*/ 958944 h 1003398"/>
              <a:gd name="connsiteX5" fmla="*/ 1446147 w 1447942"/>
              <a:gd name="connsiteY5" fmla="*/ 408980 h 1003398"/>
              <a:gd name="connsiteX6" fmla="*/ 1446147 w 1447942"/>
              <a:gd name="connsiteY6" fmla="*/ 12701 h 100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942" h="1003398">
                <a:moveTo>
                  <a:pt x="1446147" y="12701"/>
                </a:moveTo>
                <a:lnTo>
                  <a:pt x="173482" y="640143"/>
                </a:lnTo>
                <a:cubicBezTo>
                  <a:pt x="173482" y="640143"/>
                  <a:pt x="-47520" y="749374"/>
                  <a:pt x="28688" y="905599"/>
                </a:cubicBezTo>
                <a:lnTo>
                  <a:pt x="31227" y="911950"/>
                </a:lnTo>
                <a:cubicBezTo>
                  <a:pt x="31227" y="911950"/>
                  <a:pt x="108705" y="1068175"/>
                  <a:pt x="329707" y="958944"/>
                </a:cubicBezTo>
                <a:lnTo>
                  <a:pt x="1446147" y="408980"/>
                </a:lnTo>
                <a:lnTo>
                  <a:pt x="1446147" y="12701"/>
                </a:lnTo>
                <a:close/>
              </a:path>
            </a:pathLst>
          </a:custGeom>
          <a:solidFill>
            <a:srgbClr val="0D4371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DF8B751-9294-46D5-B390-5D322195540F}"/>
              </a:ext>
            </a:extLst>
          </p:cNvPr>
          <p:cNvSpPr/>
          <p:nvPr/>
        </p:nvSpPr>
        <p:spPr>
          <a:xfrm>
            <a:off x="6536780" y="-12701"/>
            <a:ext cx="4978890" cy="2133810"/>
          </a:xfrm>
          <a:custGeom>
            <a:avLst/>
            <a:gdLst>
              <a:gd name="connsiteX0" fmla="*/ 2515401 w 4978890"/>
              <a:gd name="connsiteY0" fmla="*/ 12701 h 2133810"/>
              <a:gd name="connsiteX1" fmla="*/ 371430 w 4978890"/>
              <a:gd name="connsiteY1" fmla="*/ 1069445 h 2133810"/>
              <a:gd name="connsiteX2" fmla="*/ 72951 w 4978890"/>
              <a:gd name="connsiteY2" fmla="*/ 1811198 h 2133810"/>
              <a:gd name="connsiteX3" fmla="*/ 81841 w 4978890"/>
              <a:gd name="connsiteY3" fmla="*/ 1828980 h 2133810"/>
              <a:gd name="connsiteX4" fmla="*/ 851538 w 4978890"/>
              <a:gd name="connsiteY4" fmla="*/ 2043631 h 2133810"/>
              <a:gd name="connsiteX5" fmla="*/ 4968013 w 4978890"/>
              <a:gd name="connsiteY5" fmla="*/ 12701 h 2133810"/>
              <a:gd name="connsiteX6" fmla="*/ 2515401 w 4978890"/>
              <a:gd name="connsiteY6" fmla="*/ 12701 h 213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890" h="2133810">
                <a:moveTo>
                  <a:pt x="2515401" y="12701"/>
                </a:moveTo>
                <a:lnTo>
                  <a:pt x="371430" y="1069445"/>
                </a:lnTo>
                <a:cubicBezTo>
                  <a:pt x="371430" y="1069445"/>
                  <a:pt x="-163293" y="1333631"/>
                  <a:pt x="72951" y="1811198"/>
                </a:cubicBezTo>
                <a:lnTo>
                  <a:pt x="81841" y="1828980"/>
                </a:lnTo>
                <a:cubicBezTo>
                  <a:pt x="81841" y="1828980"/>
                  <a:pt x="316814" y="2306547"/>
                  <a:pt x="851538" y="2043631"/>
                </a:cubicBezTo>
                <a:lnTo>
                  <a:pt x="4968013" y="12701"/>
                </a:lnTo>
                <a:lnTo>
                  <a:pt x="2515401" y="12701"/>
                </a:lnTo>
                <a:close/>
              </a:path>
            </a:pathLst>
          </a:custGeom>
          <a:solidFill>
            <a:srgbClr val="96D8EF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0F651C6-BE74-4133-ABA8-316072D4F5B5}"/>
              </a:ext>
            </a:extLst>
          </p:cNvPr>
          <p:cNvSpPr/>
          <p:nvPr/>
        </p:nvSpPr>
        <p:spPr>
          <a:xfrm>
            <a:off x="6518963" y="-12701"/>
            <a:ext cx="5029695" cy="2146511"/>
          </a:xfrm>
          <a:custGeom>
            <a:avLst/>
            <a:gdLst>
              <a:gd name="connsiteX0" fmla="*/ 4942646 w 5029695"/>
              <a:gd name="connsiteY0" fmla="*/ 12701 h 2146511"/>
              <a:gd name="connsiteX1" fmla="*/ 860464 w 5029695"/>
              <a:gd name="connsiteY1" fmla="*/ 2025849 h 2146511"/>
              <a:gd name="connsiteX2" fmla="*/ 295258 w 5029695"/>
              <a:gd name="connsiteY2" fmla="*/ 2019499 h 2146511"/>
              <a:gd name="connsiteX3" fmla="*/ 116171 w 5029695"/>
              <a:gd name="connsiteY3" fmla="*/ 1820089 h 2146511"/>
              <a:gd name="connsiteX4" fmla="*/ 107280 w 5029695"/>
              <a:gd name="connsiteY4" fmla="*/ 1802307 h 2146511"/>
              <a:gd name="connsiteX5" fmla="*/ 165705 w 5029695"/>
              <a:gd name="connsiteY5" fmla="*/ 1273935 h 2146511"/>
              <a:gd name="connsiteX6" fmla="*/ 398138 w 5029695"/>
              <a:gd name="connsiteY6" fmla="*/ 1085957 h 2146511"/>
              <a:gd name="connsiteX7" fmla="*/ 2576402 w 5029695"/>
              <a:gd name="connsiteY7" fmla="*/ 12701 h 2146511"/>
              <a:gd name="connsiteX8" fmla="*/ 2490034 w 5029695"/>
              <a:gd name="connsiteY8" fmla="*/ 12701 h 2146511"/>
              <a:gd name="connsiteX9" fmla="*/ 381626 w 5029695"/>
              <a:gd name="connsiteY9" fmla="*/ 1052934 h 2146511"/>
              <a:gd name="connsiteX10" fmla="*/ 137762 w 5029695"/>
              <a:gd name="connsiteY10" fmla="*/ 1249803 h 2146511"/>
              <a:gd name="connsiteX11" fmla="*/ 74256 w 5029695"/>
              <a:gd name="connsiteY11" fmla="*/ 1820089 h 2146511"/>
              <a:gd name="connsiteX12" fmla="*/ 83147 w 5029695"/>
              <a:gd name="connsiteY12" fmla="*/ 1837871 h 2146511"/>
              <a:gd name="connsiteX13" fmla="*/ 273666 w 5029695"/>
              <a:gd name="connsiteY13" fmla="*/ 2051252 h 2146511"/>
              <a:gd name="connsiteX14" fmla="*/ 564525 w 5029695"/>
              <a:gd name="connsiteY14" fmla="*/ 2141431 h 2146511"/>
              <a:gd name="connsiteX15" fmla="*/ 878246 w 5029695"/>
              <a:gd name="connsiteY15" fmla="*/ 2060143 h 2146511"/>
              <a:gd name="connsiteX16" fmla="*/ 5029014 w 5029695"/>
              <a:gd name="connsiteY16" fmla="*/ 12701 h 2146511"/>
              <a:gd name="connsiteX17" fmla="*/ 4942646 w 5029695"/>
              <a:gd name="connsiteY17" fmla="*/ 12701 h 214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29695" h="2146511">
                <a:moveTo>
                  <a:pt x="4942646" y="12701"/>
                </a:moveTo>
                <a:lnTo>
                  <a:pt x="860464" y="2025849"/>
                </a:lnTo>
                <a:cubicBezTo>
                  <a:pt x="645812" y="2131270"/>
                  <a:pt x="456564" y="2130000"/>
                  <a:pt x="295258" y="2019499"/>
                </a:cubicBezTo>
                <a:cubicBezTo>
                  <a:pt x="174596" y="1936941"/>
                  <a:pt x="116171" y="1821359"/>
                  <a:pt x="116171" y="1820089"/>
                </a:cubicBezTo>
                <a:lnTo>
                  <a:pt x="107280" y="1802307"/>
                </a:lnTo>
                <a:cubicBezTo>
                  <a:pt x="13290" y="1611789"/>
                  <a:pt x="32342" y="1433971"/>
                  <a:pt x="165705" y="1273935"/>
                </a:cubicBezTo>
                <a:cubicBezTo>
                  <a:pt x="266045" y="1153274"/>
                  <a:pt x="395598" y="1087227"/>
                  <a:pt x="398138" y="1085957"/>
                </a:cubicBezTo>
                <a:lnTo>
                  <a:pt x="2576402" y="12701"/>
                </a:lnTo>
                <a:lnTo>
                  <a:pt x="2490034" y="12701"/>
                </a:lnTo>
                <a:lnTo>
                  <a:pt x="381626" y="1052934"/>
                </a:lnTo>
                <a:cubicBezTo>
                  <a:pt x="376546" y="1055474"/>
                  <a:pt x="243183" y="1121520"/>
                  <a:pt x="137762" y="1249803"/>
                </a:cubicBezTo>
                <a:cubicBezTo>
                  <a:pt x="38693" y="1369195"/>
                  <a:pt x="-51486" y="1564794"/>
                  <a:pt x="74256" y="1820089"/>
                </a:cubicBezTo>
                <a:lnTo>
                  <a:pt x="83147" y="1837871"/>
                </a:lnTo>
                <a:cubicBezTo>
                  <a:pt x="85687" y="1842952"/>
                  <a:pt x="145383" y="1962343"/>
                  <a:pt x="273666" y="2051252"/>
                </a:cubicBezTo>
                <a:cubicBezTo>
                  <a:pt x="342253" y="2098247"/>
                  <a:pt x="440053" y="2141431"/>
                  <a:pt x="564525" y="2141431"/>
                </a:cubicBezTo>
                <a:cubicBezTo>
                  <a:pt x="654703" y="2141431"/>
                  <a:pt x="758854" y="2119839"/>
                  <a:pt x="878246" y="2060143"/>
                </a:cubicBezTo>
                <a:lnTo>
                  <a:pt x="5029014" y="12701"/>
                </a:lnTo>
                <a:lnTo>
                  <a:pt x="4942646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05320" y="2121109"/>
            <a:ext cx="3629300" cy="949829"/>
          </a:xfrm>
        </p:spPr>
        <p:txBody>
          <a:bodyPr>
            <a:normAutofit/>
          </a:bodyPr>
          <a:lstStyle>
            <a:lvl1pPr marL="0" indent="0">
              <a:buNone/>
              <a:defRPr sz="2800" b="1" i="0">
                <a:solidFill>
                  <a:srgbClr val="33363A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9F75ED2D-7077-4753-B623-4B9A718EB224}"/>
              </a:ext>
            </a:extLst>
          </p:cNvPr>
          <p:cNvSpPr/>
          <p:nvPr userDrawn="1"/>
        </p:nvSpPr>
        <p:spPr>
          <a:xfrm>
            <a:off x="502827" y="1677661"/>
            <a:ext cx="2158296" cy="151200"/>
          </a:xfrm>
          <a:custGeom>
            <a:avLst/>
            <a:gdLst>
              <a:gd name="connsiteX0" fmla="*/ 2087180 w 2158295"/>
              <a:gd name="connsiteY0" fmla="*/ 153601 h 165045"/>
              <a:gd name="connsiteX1" fmla="*/ 82504 w 2158295"/>
              <a:gd name="connsiteY1" fmla="*/ 153601 h 165045"/>
              <a:gd name="connsiteX2" fmla="*/ 12677 w 2158295"/>
              <a:gd name="connsiteY2" fmla="*/ 83774 h 165045"/>
              <a:gd name="connsiteX3" fmla="*/ 12677 w 2158295"/>
              <a:gd name="connsiteY3" fmla="*/ 83774 h 165045"/>
              <a:gd name="connsiteX4" fmla="*/ 82504 w 2158295"/>
              <a:gd name="connsiteY4" fmla="*/ 12677 h 165045"/>
              <a:gd name="connsiteX5" fmla="*/ 2087180 w 2158295"/>
              <a:gd name="connsiteY5" fmla="*/ 12677 h 165045"/>
              <a:gd name="connsiteX6" fmla="*/ 2157008 w 2158295"/>
              <a:gd name="connsiteY6" fmla="*/ 82504 h 165045"/>
              <a:gd name="connsiteX7" fmla="*/ 2157008 w 2158295"/>
              <a:gd name="connsiteY7" fmla="*/ 82504 h 165045"/>
              <a:gd name="connsiteX8" fmla="*/ 2087180 w 2158295"/>
              <a:gd name="connsiteY8" fmla="*/ 153601 h 1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295" h="165045">
                <a:moveTo>
                  <a:pt x="2087180" y="153601"/>
                </a:moveTo>
                <a:lnTo>
                  <a:pt x="82504" y="153601"/>
                </a:lnTo>
                <a:cubicBezTo>
                  <a:pt x="44417" y="153601"/>
                  <a:pt x="12677" y="121861"/>
                  <a:pt x="12677" y="83774"/>
                </a:cubicBezTo>
                <a:lnTo>
                  <a:pt x="12677" y="83774"/>
                </a:lnTo>
                <a:cubicBezTo>
                  <a:pt x="12677" y="44417"/>
                  <a:pt x="44417" y="12677"/>
                  <a:pt x="82504" y="12677"/>
                </a:cubicBezTo>
                <a:lnTo>
                  <a:pt x="2087180" y="12677"/>
                </a:lnTo>
                <a:cubicBezTo>
                  <a:pt x="2125268" y="12677"/>
                  <a:pt x="2157008" y="44417"/>
                  <a:pt x="2157008" y="82504"/>
                </a:cubicBezTo>
                <a:lnTo>
                  <a:pt x="2157008" y="82504"/>
                </a:lnTo>
                <a:cubicBezTo>
                  <a:pt x="2157008" y="121861"/>
                  <a:pt x="2126538" y="153601"/>
                  <a:pt x="2087180" y="153601"/>
                </a:cubicBezTo>
                <a:close/>
              </a:path>
            </a:pathLst>
          </a:custGeom>
          <a:gradFill>
            <a:gsLst>
              <a:gs pos="0">
                <a:srgbClr val="0D4371"/>
              </a:gs>
              <a:gs pos="100000">
                <a:srgbClr val="96D8EF"/>
              </a:gs>
            </a:gsLst>
            <a:lin ang="0" scaled="1"/>
          </a:gra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Graphic 36">
            <a:extLst>
              <a:ext uri="{FF2B5EF4-FFF2-40B4-BE49-F238E27FC236}">
                <a16:creationId xmlns:a16="http://schemas.microsoft.com/office/drawing/2014/main" id="{21FF5BCF-BC53-4C3F-8B7F-7077B35ADCA8}"/>
              </a:ext>
            </a:extLst>
          </p:cNvPr>
          <p:cNvSpPr/>
          <p:nvPr userDrawn="1"/>
        </p:nvSpPr>
        <p:spPr>
          <a:xfrm>
            <a:off x="-7816" y="5881834"/>
            <a:ext cx="715108" cy="949829"/>
          </a:xfrm>
          <a:custGeom>
            <a:avLst/>
            <a:gdLst>
              <a:gd name="connsiteX0" fmla="*/ 217522 w 723600"/>
              <a:gd name="connsiteY0" fmla="*/ 9082 h 1015200"/>
              <a:gd name="connsiteX1" fmla="*/ 9082 w 723600"/>
              <a:gd name="connsiteY1" fmla="*/ 9082 h 1015200"/>
              <a:gd name="connsiteX2" fmla="*/ 9082 w 723600"/>
              <a:gd name="connsiteY2" fmla="*/ 1010242 h 1015200"/>
              <a:gd name="connsiteX3" fmla="*/ 217522 w 723600"/>
              <a:gd name="connsiteY3" fmla="*/ 1010242 h 1015200"/>
              <a:gd name="connsiteX4" fmla="*/ 716482 w 723600"/>
              <a:gd name="connsiteY4" fmla="*/ 518842 h 1015200"/>
              <a:gd name="connsiteX5" fmla="*/ 716482 w 723600"/>
              <a:gd name="connsiteY5" fmla="*/ 500482 h 1015200"/>
              <a:gd name="connsiteX6" fmla="*/ 217522 w 723600"/>
              <a:gd name="connsiteY6" fmla="*/ 9082 h 10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3600" h="1015200">
                <a:moveTo>
                  <a:pt x="217522" y="9082"/>
                </a:moveTo>
                <a:lnTo>
                  <a:pt x="9082" y="9082"/>
                </a:lnTo>
                <a:lnTo>
                  <a:pt x="9082" y="1010242"/>
                </a:lnTo>
                <a:lnTo>
                  <a:pt x="217522" y="1010242"/>
                </a:lnTo>
                <a:cubicBezTo>
                  <a:pt x="217522" y="1010242"/>
                  <a:pt x="716482" y="1010242"/>
                  <a:pt x="716482" y="518842"/>
                </a:cubicBezTo>
                <a:lnTo>
                  <a:pt x="716482" y="500482"/>
                </a:lnTo>
                <a:cubicBezTo>
                  <a:pt x="716482" y="500482"/>
                  <a:pt x="716482" y="9082"/>
                  <a:pt x="217522" y="9082"/>
                </a:cubicBezTo>
                <a:close/>
              </a:path>
            </a:pathLst>
          </a:custGeom>
          <a:solidFill>
            <a:srgbClr val="5B9EC9"/>
          </a:solidFill>
          <a:ln w="106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C7B70A1-A813-470C-A829-7CC44559C94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14953" y="0"/>
            <a:ext cx="7585924" cy="5949573"/>
          </a:xfrm>
          <a:custGeom>
            <a:avLst/>
            <a:gdLst>
              <a:gd name="connsiteX0" fmla="*/ 6933229 w 7577047"/>
              <a:gd name="connsiteY0" fmla="*/ 0 h 5937736"/>
              <a:gd name="connsiteX1" fmla="*/ 7577047 w 7577047"/>
              <a:gd name="connsiteY1" fmla="*/ 0 h 5937736"/>
              <a:gd name="connsiteX2" fmla="*/ 6304235 w 7577047"/>
              <a:gd name="connsiteY2" fmla="*/ 626666 h 5937736"/>
              <a:gd name="connsiteX3" fmla="*/ 6159164 w 7577047"/>
              <a:gd name="connsiteY3" fmla="*/ 891545 h 5937736"/>
              <a:gd name="connsiteX4" fmla="*/ 6161282 w 7577047"/>
              <a:gd name="connsiteY4" fmla="*/ 898006 h 5937736"/>
              <a:gd name="connsiteX5" fmla="*/ 6459895 w 7577047"/>
              <a:gd name="connsiteY5" fmla="*/ 944306 h 5937736"/>
              <a:gd name="connsiteX6" fmla="*/ 7577047 w 7577047"/>
              <a:gd name="connsiteY6" fmla="*/ 395166 h 5937736"/>
              <a:gd name="connsiteX7" fmla="*/ 7577047 w 7577047"/>
              <a:gd name="connsiteY7" fmla="*/ 3249617 h 5937736"/>
              <a:gd name="connsiteX8" fmla="*/ 2564157 w 7577047"/>
              <a:gd name="connsiteY8" fmla="*/ 5723977 h 5937736"/>
              <a:gd name="connsiteX9" fmla="*/ 233491 w 7577047"/>
              <a:gd name="connsiteY9" fmla="*/ 4932570 h 5937736"/>
              <a:gd name="connsiteX10" fmla="*/ 213372 w 7577047"/>
              <a:gd name="connsiteY10" fmla="*/ 4891653 h 5937736"/>
              <a:gd name="connsiteX11" fmla="*/ 1004379 w 7577047"/>
              <a:gd name="connsiteY11" fmla="*/ 2559423 h 5937736"/>
              <a:gd name="connsiteX12" fmla="*/ 2132121 w 7577047"/>
              <a:gd name="connsiteY12" fmla="*/ 2002747 h 5937736"/>
              <a:gd name="connsiteX13" fmla="*/ 2176595 w 7577047"/>
              <a:gd name="connsiteY13" fmla="*/ 2037202 h 5937736"/>
              <a:gd name="connsiteX14" fmla="*/ 2467796 w 7577047"/>
              <a:gd name="connsiteY14" fmla="*/ 2127649 h 5937736"/>
              <a:gd name="connsiteX15" fmla="*/ 2781234 w 7577047"/>
              <a:gd name="connsiteY15" fmla="*/ 2046893 h 5937736"/>
              <a:gd name="connsiteX0" fmla="*/ 6948025 w 7577047"/>
              <a:gd name="connsiteY0" fmla="*/ 0 h 5949573"/>
              <a:gd name="connsiteX1" fmla="*/ 7577047 w 7577047"/>
              <a:gd name="connsiteY1" fmla="*/ 11837 h 5949573"/>
              <a:gd name="connsiteX2" fmla="*/ 6304235 w 7577047"/>
              <a:gd name="connsiteY2" fmla="*/ 638503 h 5949573"/>
              <a:gd name="connsiteX3" fmla="*/ 6159164 w 7577047"/>
              <a:gd name="connsiteY3" fmla="*/ 903382 h 5949573"/>
              <a:gd name="connsiteX4" fmla="*/ 6161282 w 7577047"/>
              <a:gd name="connsiteY4" fmla="*/ 909843 h 5949573"/>
              <a:gd name="connsiteX5" fmla="*/ 6459895 w 7577047"/>
              <a:gd name="connsiteY5" fmla="*/ 956143 h 5949573"/>
              <a:gd name="connsiteX6" fmla="*/ 7577047 w 7577047"/>
              <a:gd name="connsiteY6" fmla="*/ 407003 h 5949573"/>
              <a:gd name="connsiteX7" fmla="*/ 7577047 w 7577047"/>
              <a:gd name="connsiteY7" fmla="*/ 3261454 h 5949573"/>
              <a:gd name="connsiteX8" fmla="*/ 2564157 w 7577047"/>
              <a:gd name="connsiteY8" fmla="*/ 5735814 h 5949573"/>
              <a:gd name="connsiteX9" fmla="*/ 233491 w 7577047"/>
              <a:gd name="connsiteY9" fmla="*/ 4944407 h 5949573"/>
              <a:gd name="connsiteX10" fmla="*/ 213372 w 7577047"/>
              <a:gd name="connsiteY10" fmla="*/ 4903490 h 5949573"/>
              <a:gd name="connsiteX11" fmla="*/ 1004379 w 7577047"/>
              <a:gd name="connsiteY11" fmla="*/ 2571260 h 5949573"/>
              <a:gd name="connsiteX12" fmla="*/ 2132121 w 7577047"/>
              <a:gd name="connsiteY12" fmla="*/ 2014584 h 5949573"/>
              <a:gd name="connsiteX13" fmla="*/ 2176595 w 7577047"/>
              <a:gd name="connsiteY13" fmla="*/ 2049039 h 5949573"/>
              <a:gd name="connsiteX14" fmla="*/ 2467796 w 7577047"/>
              <a:gd name="connsiteY14" fmla="*/ 2139486 h 5949573"/>
              <a:gd name="connsiteX15" fmla="*/ 2781234 w 7577047"/>
              <a:gd name="connsiteY15" fmla="*/ 2058730 h 5949573"/>
              <a:gd name="connsiteX16" fmla="*/ 6948025 w 7577047"/>
              <a:gd name="connsiteY16" fmla="*/ 0 h 5949573"/>
              <a:gd name="connsiteX0" fmla="*/ 6948025 w 7580006"/>
              <a:gd name="connsiteY0" fmla="*/ 0 h 5949573"/>
              <a:gd name="connsiteX1" fmla="*/ 7580006 w 7580006"/>
              <a:gd name="connsiteY1" fmla="*/ 0 h 5949573"/>
              <a:gd name="connsiteX2" fmla="*/ 6304235 w 7580006"/>
              <a:gd name="connsiteY2" fmla="*/ 638503 h 5949573"/>
              <a:gd name="connsiteX3" fmla="*/ 6159164 w 7580006"/>
              <a:gd name="connsiteY3" fmla="*/ 903382 h 5949573"/>
              <a:gd name="connsiteX4" fmla="*/ 6161282 w 7580006"/>
              <a:gd name="connsiteY4" fmla="*/ 909843 h 5949573"/>
              <a:gd name="connsiteX5" fmla="*/ 6459895 w 7580006"/>
              <a:gd name="connsiteY5" fmla="*/ 956143 h 5949573"/>
              <a:gd name="connsiteX6" fmla="*/ 7577047 w 7580006"/>
              <a:gd name="connsiteY6" fmla="*/ 407003 h 5949573"/>
              <a:gd name="connsiteX7" fmla="*/ 7577047 w 7580006"/>
              <a:gd name="connsiteY7" fmla="*/ 3261454 h 5949573"/>
              <a:gd name="connsiteX8" fmla="*/ 2564157 w 7580006"/>
              <a:gd name="connsiteY8" fmla="*/ 5735814 h 5949573"/>
              <a:gd name="connsiteX9" fmla="*/ 233491 w 7580006"/>
              <a:gd name="connsiteY9" fmla="*/ 4944407 h 5949573"/>
              <a:gd name="connsiteX10" fmla="*/ 213372 w 7580006"/>
              <a:gd name="connsiteY10" fmla="*/ 4903490 h 5949573"/>
              <a:gd name="connsiteX11" fmla="*/ 1004379 w 7580006"/>
              <a:gd name="connsiteY11" fmla="*/ 2571260 h 5949573"/>
              <a:gd name="connsiteX12" fmla="*/ 2132121 w 7580006"/>
              <a:gd name="connsiteY12" fmla="*/ 2014584 h 5949573"/>
              <a:gd name="connsiteX13" fmla="*/ 2176595 w 7580006"/>
              <a:gd name="connsiteY13" fmla="*/ 2049039 h 5949573"/>
              <a:gd name="connsiteX14" fmla="*/ 2467796 w 7580006"/>
              <a:gd name="connsiteY14" fmla="*/ 2139486 h 5949573"/>
              <a:gd name="connsiteX15" fmla="*/ 2781234 w 7580006"/>
              <a:gd name="connsiteY15" fmla="*/ 2058730 h 5949573"/>
              <a:gd name="connsiteX16" fmla="*/ 6948025 w 7580006"/>
              <a:gd name="connsiteY16" fmla="*/ 0 h 5949573"/>
              <a:gd name="connsiteX0" fmla="*/ 6948025 w 7585924"/>
              <a:gd name="connsiteY0" fmla="*/ 0 h 5949573"/>
              <a:gd name="connsiteX1" fmla="*/ 7585924 w 7585924"/>
              <a:gd name="connsiteY1" fmla="*/ 0 h 5949573"/>
              <a:gd name="connsiteX2" fmla="*/ 6304235 w 7585924"/>
              <a:gd name="connsiteY2" fmla="*/ 638503 h 5949573"/>
              <a:gd name="connsiteX3" fmla="*/ 6159164 w 7585924"/>
              <a:gd name="connsiteY3" fmla="*/ 903382 h 5949573"/>
              <a:gd name="connsiteX4" fmla="*/ 6161282 w 7585924"/>
              <a:gd name="connsiteY4" fmla="*/ 909843 h 5949573"/>
              <a:gd name="connsiteX5" fmla="*/ 6459895 w 7585924"/>
              <a:gd name="connsiteY5" fmla="*/ 956143 h 5949573"/>
              <a:gd name="connsiteX6" fmla="*/ 7577047 w 7585924"/>
              <a:gd name="connsiteY6" fmla="*/ 407003 h 5949573"/>
              <a:gd name="connsiteX7" fmla="*/ 7577047 w 7585924"/>
              <a:gd name="connsiteY7" fmla="*/ 3261454 h 5949573"/>
              <a:gd name="connsiteX8" fmla="*/ 2564157 w 7585924"/>
              <a:gd name="connsiteY8" fmla="*/ 5735814 h 5949573"/>
              <a:gd name="connsiteX9" fmla="*/ 233491 w 7585924"/>
              <a:gd name="connsiteY9" fmla="*/ 4944407 h 5949573"/>
              <a:gd name="connsiteX10" fmla="*/ 213372 w 7585924"/>
              <a:gd name="connsiteY10" fmla="*/ 4903490 h 5949573"/>
              <a:gd name="connsiteX11" fmla="*/ 1004379 w 7585924"/>
              <a:gd name="connsiteY11" fmla="*/ 2571260 h 5949573"/>
              <a:gd name="connsiteX12" fmla="*/ 2132121 w 7585924"/>
              <a:gd name="connsiteY12" fmla="*/ 2014584 h 5949573"/>
              <a:gd name="connsiteX13" fmla="*/ 2176595 w 7585924"/>
              <a:gd name="connsiteY13" fmla="*/ 2049039 h 5949573"/>
              <a:gd name="connsiteX14" fmla="*/ 2467796 w 7585924"/>
              <a:gd name="connsiteY14" fmla="*/ 2139486 h 5949573"/>
              <a:gd name="connsiteX15" fmla="*/ 2781234 w 7585924"/>
              <a:gd name="connsiteY15" fmla="*/ 2058730 h 5949573"/>
              <a:gd name="connsiteX16" fmla="*/ 6948025 w 7585924"/>
              <a:gd name="connsiteY16" fmla="*/ 0 h 5949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585924" h="5949573">
                <a:moveTo>
                  <a:pt x="6948025" y="0"/>
                </a:moveTo>
                <a:lnTo>
                  <a:pt x="7585924" y="0"/>
                </a:lnTo>
                <a:lnTo>
                  <a:pt x="6304235" y="638503"/>
                </a:lnTo>
                <a:cubicBezTo>
                  <a:pt x="6304235" y="638503"/>
                  <a:pt x="6082923" y="747254"/>
                  <a:pt x="6159164" y="903382"/>
                </a:cubicBezTo>
                <a:lnTo>
                  <a:pt x="6161282" y="909843"/>
                </a:lnTo>
                <a:cubicBezTo>
                  <a:pt x="6161282" y="909843"/>
                  <a:pt x="6239641" y="1064894"/>
                  <a:pt x="6459895" y="956143"/>
                </a:cubicBezTo>
                <a:lnTo>
                  <a:pt x="7577047" y="407003"/>
                </a:lnTo>
                <a:lnTo>
                  <a:pt x="7577047" y="3261454"/>
                </a:lnTo>
                <a:lnTo>
                  <a:pt x="2564157" y="5735814"/>
                </a:lnTo>
                <a:cubicBezTo>
                  <a:pt x="1003320" y="6506764"/>
                  <a:pt x="233491" y="4944407"/>
                  <a:pt x="233491" y="4944407"/>
                </a:cubicBezTo>
                <a:lnTo>
                  <a:pt x="213372" y="4903490"/>
                </a:lnTo>
                <a:cubicBezTo>
                  <a:pt x="-556457" y="3341133"/>
                  <a:pt x="1004379" y="2571260"/>
                  <a:pt x="1004379" y="2571260"/>
                </a:cubicBezTo>
                <a:lnTo>
                  <a:pt x="2132121" y="2014584"/>
                </a:lnTo>
                <a:cubicBezTo>
                  <a:pt x="2145886" y="2026428"/>
                  <a:pt x="2160712" y="2038272"/>
                  <a:pt x="2176595" y="2049039"/>
                </a:cubicBezTo>
                <a:cubicBezTo>
                  <a:pt x="2245424" y="2096416"/>
                  <a:pt x="2342844" y="2139486"/>
                  <a:pt x="2467796" y="2139486"/>
                </a:cubicBezTo>
                <a:cubicBezTo>
                  <a:pt x="2557803" y="2139486"/>
                  <a:pt x="2661577" y="2117951"/>
                  <a:pt x="2781234" y="2058730"/>
                </a:cubicBezTo>
                <a:lnTo>
                  <a:pt x="6948025" y="0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it-IT" dirty="0"/>
              <a:t>Fare clic sull'icona per inserire un'immagine</a:t>
            </a:r>
            <a:endParaRPr lang="ru-RU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817C11E4-ECA9-9EDF-48B5-BFE2745682D8}"/>
              </a:ext>
            </a:extLst>
          </p:cNvPr>
          <p:cNvSpPr/>
          <p:nvPr userDrawn="1"/>
        </p:nvSpPr>
        <p:spPr>
          <a:xfrm>
            <a:off x="10820400" y="6158837"/>
            <a:ext cx="1371204" cy="699163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CE599211-9659-75D0-2A6A-D297BB9E85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20040712">
            <a:off x="9814636" y="4234767"/>
            <a:ext cx="2458384" cy="949829"/>
          </a:xfrm>
        </p:spPr>
        <p:txBody>
          <a:bodyPr>
            <a:no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Anna Bianchi</a:t>
            </a:r>
          </a:p>
          <a:p>
            <a:pPr lvl="0"/>
            <a:r>
              <a:rPr lang="en-US" dirty="0"/>
              <a:t>LNL-INFN</a:t>
            </a:r>
          </a:p>
        </p:txBody>
      </p: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bg>
      <p:bgPr>
        <a:solidFill>
          <a:srgbClr val="96D8EF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216307"/>
            <a:ext cx="10515600" cy="676275"/>
          </a:xfrm>
        </p:spPr>
        <p:txBody>
          <a:bodyPr anchor="b">
            <a:normAutofit/>
          </a:bodyPr>
          <a:lstStyle>
            <a:lvl1pPr algn="ctr">
              <a:defRPr sz="4000">
                <a:gradFill>
                  <a:gsLst>
                    <a:gs pos="0">
                      <a:srgbClr val="164376"/>
                    </a:gs>
                    <a:gs pos="100000">
                      <a:srgbClr val="7FC6ED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258EB2BC-F42B-4177-83EB-F2D2BF76129C}"/>
              </a:ext>
            </a:extLst>
          </p:cNvPr>
          <p:cNvSpPr/>
          <p:nvPr userDrawn="1"/>
        </p:nvSpPr>
        <p:spPr>
          <a:xfrm>
            <a:off x="3019044" y="4018283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rgbClr val="0D4371"/>
              </a:gs>
              <a:gs pos="100000">
                <a:srgbClr val="96D8EF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F4C9083C-573A-4951-8064-8A2074E45857}"/>
              </a:ext>
            </a:extLst>
          </p:cNvPr>
          <p:cNvGrpSpPr/>
          <p:nvPr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24D028E-B0C2-46BA-B6A7-734B26FEA98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FD2C3DF-070C-48BB-8EC1-3FE31FCD20DC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rgbClr val="ADAFA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503CC8C-61AD-4DAB-B26E-509EA44669D4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rgbClr val="0D43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solidFill>
                  <a:srgbClr val="BC7FBB"/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BB58BBD-BF4B-44A6-A2C8-AF1BE81D516E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rgbClr val="96D8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2EAB3F-89ED-4532-AC15-8D6D0DE40EEB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14D3737-C4D1-46DE-A197-29A638CA1F30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B4D9310-4809-9FE7-F2A8-5B68DDC10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0939" y="6422537"/>
            <a:ext cx="549442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D495E168-DA5E-4888-8D8A-92B118324C14}" type="slidenum">
              <a:rPr lang="ru-RU" smtClean="0"/>
              <a:pPr/>
              <a:t>‹N›</a:t>
            </a:fld>
            <a:endParaRPr lang="ru-RU" dirty="0"/>
          </a:p>
        </p:txBody>
      </p:sp>
      <p:sp>
        <p:nvSpPr>
          <p:cNvPr id="20" name="Graphic 19">
            <a:extLst>
              <a:ext uri="{FF2B5EF4-FFF2-40B4-BE49-F238E27FC236}">
                <a16:creationId xmlns:a16="http://schemas.microsoft.com/office/drawing/2014/main" id="{BB2E374E-4B46-9804-C85A-7E85B48D723E}"/>
              </a:ext>
            </a:extLst>
          </p:cNvPr>
          <p:cNvSpPr/>
          <p:nvPr userDrawn="1"/>
        </p:nvSpPr>
        <p:spPr>
          <a:xfrm>
            <a:off x="3012694" y="2939406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rgbClr val="0D4371"/>
              </a:gs>
              <a:gs pos="100000">
                <a:srgbClr val="96D8EF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1D21167-8AC9-646C-EA90-DC360B7E1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76646"/>
            <a:ext cx="6410547" cy="281354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DAFAE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it-IT" dirty="0"/>
              <a:t>Anna Bianchi - </a:t>
            </a:r>
            <a:r>
              <a:rPr lang="it-IT" dirty="0" err="1"/>
              <a:t>AToMiQA</a:t>
            </a:r>
            <a:r>
              <a:rPr lang="it-IT" dirty="0"/>
              <a:t> - 19.11.2024 CSN5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2737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1736B3-AE79-40C2-80FF-2FB0FEE27195}"/>
              </a:ext>
            </a:extLst>
          </p:cNvPr>
          <p:cNvSpPr/>
          <p:nvPr userDrawn="1"/>
        </p:nvSpPr>
        <p:spPr>
          <a:xfrm>
            <a:off x="12186920" y="2632655"/>
            <a:ext cx="5081" cy="25381"/>
          </a:xfrm>
          <a:custGeom>
            <a:avLst/>
            <a:gdLst>
              <a:gd name="connsiteX0" fmla="*/ 0 w 5081"/>
              <a:gd name="connsiteY0" fmla="*/ 0 h 25381"/>
              <a:gd name="connsiteX1" fmla="*/ 5081 w 5081"/>
              <a:gd name="connsiteY1" fmla="*/ 0 h 25381"/>
              <a:gd name="connsiteX2" fmla="*/ 5081 w 5081"/>
              <a:gd name="connsiteY2" fmla="*/ 25381 h 25381"/>
              <a:gd name="connsiteX3" fmla="*/ 0 w 5081"/>
              <a:gd name="connsiteY3" fmla="*/ 25381 h 25381"/>
              <a:gd name="connsiteX4" fmla="*/ 0 w 5081"/>
              <a:gd name="connsiteY4" fmla="*/ 0 h 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1">
                <a:moveTo>
                  <a:pt x="0" y="0"/>
                </a:moveTo>
                <a:lnTo>
                  <a:pt x="5081" y="0"/>
                </a:lnTo>
                <a:lnTo>
                  <a:pt x="5081" y="25381"/>
                </a:lnTo>
                <a:lnTo>
                  <a:pt x="0" y="253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228EE-3546-4272-9C39-150FF23CE0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2726" y="163394"/>
            <a:ext cx="11161774" cy="655621"/>
          </a:xfrm>
        </p:spPr>
        <p:txBody>
          <a:bodyPr anchor="b">
            <a:normAutofit/>
          </a:bodyPr>
          <a:lstStyle>
            <a:lvl1pPr algn="l">
              <a:defRPr sz="4000" b="1">
                <a:gradFill>
                  <a:gsLst>
                    <a:gs pos="0">
                      <a:srgbClr val="0D4371"/>
                    </a:gs>
                    <a:gs pos="100000">
                      <a:srgbClr val="96D8EF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24" name="Graphic 22">
            <a:extLst>
              <a:ext uri="{FF2B5EF4-FFF2-40B4-BE49-F238E27FC236}">
                <a16:creationId xmlns:a16="http://schemas.microsoft.com/office/drawing/2014/main" id="{4EE1436E-33B5-4388-87D8-2D0633CC3CE7}"/>
              </a:ext>
            </a:extLst>
          </p:cNvPr>
          <p:cNvSpPr/>
          <p:nvPr/>
        </p:nvSpPr>
        <p:spPr>
          <a:xfrm>
            <a:off x="613962" y="855856"/>
            <a:ext cx="3273552" cy="151200"/>
          </a:xfrm>
          <a:custGeom>
            <a:avLst/>
            <a:gdLst>
              <a:gd name="connsiteX0" fmla="*/ 2392204 w 2447925"/>
              <a:gd name="connsiteY0" fmla="*/ 114776 h 114300"/>
              <a:gd name="connsiteX1" fmla="*/ 60484 w 2447925"/>
              <a:gd name="connsiteY1" fmla="*/ 114776 h 114300"/>
              <a:gd name="connsiteX2" fmla="*/ 7144 w 2447925"/>
              <a:gd name="connsiteY2" fmla="*/ 60484 h 114300"/>
              <a:gd name="connsiteX3" fmla="*/ 7144 w 2447925"/>
              <a:gd name="connsiteY3" fmla="*/ 60484 h 114300"/>
              <a:gd name="connsiteX4" fmla="*/ 60484 w 2447925"/>
              <a:gd name="connsiteY4" fmla="*/ 7144 h 114300"/>
              <a:gd name="connsiteX5" fmla="*/ 2392204 w 2447925"/>
              <a:gd name="connsiteY5" fmla="*/ 7144 h 114300"/>
              <a:gd name="connsiteX6" fmla="*/ 2445544 w 2447925"/>
              <a:gd name="connsiteY6" fmla="*/ 60484 h 114300"/>
              <a:gd name="connsiteX7" fmla="*/ 2445544 w 2447925"/>
              <a:gd name="connsiteY7" fmla="*/ 60484 h 114300"/>
              <a:gd name="connsiteX8" fmla="*/ 2392204 w 2447925"/>
              <a:gd name="connsiteY8" fmla="*/ 114776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47925" h="114300">
                <a:moveTo>
                  <a:pt x="2392204" y="114776"/>
                </a:moveTo>
                <a:lnTo>
                  <a:pt x="60484" y="114776"/>
                </a:lnTo>
                <a:cubicBezTo>
                  <a:pt x="30956" y="114776"/>
                  <a:pt x="7144" y="90011"/>
                  <a:pt x="7144" y="60484"/>
                </a:cubicBezTo>
                <a:lnTo>
                  <a:pt x="7144" y="60484"/>
                </a:lnTo>
                <a:cubicBezTo>
                  <a:pt x="7144" y="30956"/>
                  <a:pt x="30956" y="7144"/>
                  <a:pt x="60484" y="7144"/>
                </a:cubicBezTo>
                <a:lnTo>
                  <a:pt x="2392204" y="7144"/>
                </a:lnTo>
                <a:cubicBezTo>
                  <a:pt x="2421731" y="7144"/>
                  <a:pt x="2445544" y="30956"/>
                  <a:pt x="2445544" y="60484"/>
                </a:cubicBezTo>
                <a:lnTo>
                  <a:pt x="2445544" y="60484"/>
                </a:lnTo>
                <a:cubicBezTo>
                  <a:pt x="2445544" y="90011"/>
                  <a:pt x="2421731" y="114776"/>
                  <a:pt x="2392204" y="114776"/>
                </a:cubicBezTo>
                <a:close/>
              </a:path>
            </a:pathLst>
          </a:custGeom>
          <a:gradFill>
            <a:gsLst>
              <a:gs pos="0">
                <a:srgbClr val="0D4371"/>
              </a:gs>
              <a:gs pos="100000">
                <a:srgbClr val="96D8EF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DD2082D-81A7-4E2D-8136-9D48016E7FE9}"/>
              </a:ext>
            </a:extLst>
          </p:cNvPr>
          <p:cNvSpPr/>
          <p:nvPr/>
        </p:nvSpPr>
        <p:spPr>
          <a:xfrm>
            <a:off x="12186919" y="4665641"/>
            <a:ext cx="5081" cy="25380"/>
          </a:xfrm>
          <a:custGeom>
            <a:avLst/>
            <a:gdLst>
              <a:gd name="connsiteX0" fmla="*/ 0 w 5081"/>
              <a:gd name="connsiteY0" fmla="*/ 0 h 25380"/>
              <a:gd name="connsiteX1" fmla="*/ 5081 w 5081"/>
              <a:gd name="connsiteY1" fmla="*/ 0 h 25380"/>
              <a:gd name="connsiteX2" fmla="*/ 5081 w 5081"/>
              <a:gd name="connsiteY2" fmla="*/ 25380 h 25380"/>
              <a:gd name="connsiteX3" fmla="*/ 0 w 5081"/>
              <a:gd name="connsiteY3" fmla="*/ 25380 h 25380"/>
              <a:gd name="connsiteX4" fmla="*/ 0 w 5081"/>
              <a:gd name="connsiteY4" fmla="*/ 0 h 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0">
                <a:moveTo>
                  <a:pt x="0" y="0"/>
                </a:moveTo>
                <a:lnTo>
                  <a:pt x="5081" y="0"/>
                </a:lnTo>
                <a:lnTo>
                  <a:pt x="5081" y="25380"/>
                </a:lnTo>
                <a:lnTo>
                  <a:pt x="0" y="2538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CF16C35-4A81-4062-808C-7697AF0FD6F5}"/>
              </a:ext>
            </a:extLst>
          </p:cNvPr>
          <p:cNvSpPr/>
          <p:nvPr/>
        </p:nvSpPr>
        <p:spPr>
          <a:xfrm>
            <a:off x="3905233" y="4922854"/>
            <a:ext cx="8286767" cy="513089"/>
          </a:xfrm>
          <a:custGeom>
            <a:avLst/>
            <a:gdLst>
              <a:gd name="connsiteX0" fmla="*/ 4615 w 8286767"/>
              <a:gd name="connsiteY0" fmla="*/ 0 h 513089"/>
              <a:gd name="connsiteX1" fmla="*/ 30056 w 8286767"/>
              <a:gd name="connsiteY1" fmla="*/ 0 h 513089"/>
              <a:gd name="connsiteX2" fmla="*/ 27385 w 8286767"/>
              <a:gd name="connsiteY2" fmla="*/ 5967 h 513089"/>
              <a:gd name="connsiteX3" fmla="*/ 12690 w 8286767"/>
              <a:gd name="connsiteY3" fmla="*/ 120958 h 513089"/>
              <a:gd name="connsiteX4" fmla="*/ 12690 w 8286767"/>
              <a:gd name="connsiteY4" fmla="*/ 134918 h 513089"/>
              <a:gd name="connsiteX5" fmla="*/ 368018 w 8286767"/>
              <a:gd name="connsiteY5" fmla="*/ 488977 h 513089"/>
              <a:gd name="connsiteX6" fmla="*/ 8286767 w 8286767"/>
              <a:gd name="connsiteY6" fmla="*/ 488977 h 513089"/>
              <a:gd name="connsiteX7" fmla="*/ 8286767 w 8286767"/>
              <a:gd name="connsiteY7" fmla="*/ 513089 h 513089"/>
              <a:gd name="connsiteX8" fmla="*/ 368018 w 8286767"/>
              <a:gd name="connsiteY8" fmla="*/ 513089 h 513089"/>
              <a:gd name="connsiteX9" fmla="*/ 0 w 8286767"/>
              <a:gd name="connsiteY9" fmla="*/ 225019 h 513089"/>
              <a:gd name="connsiteX10" fmla="*/ 0 w 8286767"/>
              <a:gd name="connsiteY10" fmla="*/ 11822 h 513089"/>
              <a:gd name="connsiteX11" fmla="*/ 4615 w 8286767"/>
              <a:gd name="connsiteY11" fmla="*/ 0 h 51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86767" h="513089">
                <a:moveTo>
                  <a:pt x="4615" y="0"/>
                </a:moveTo>
                <a:lnTo>
                  <a:pt x="30056" y="0"/>
                </a:lnTo>
                <a:lnTo>
                  <a:pt x="27385" y="5967"/>
                </a:lnTo>
                <a:cubicBezTo>
                  <a:pt x="18024" y="39383"/>
                  <a:pt x="12690" y="77494"/>
                  <a:pt x="12690" y="120958"/>
                </a:cubicBezTo>
                <a:lnTo>
                  <a:pt x="12690" y="134918"/>
                </a:lnTo>
                <a:cubicBezTo>
                  <a:pt x="12690" y="150146"/>
                  <a:pt x="17766" y="488977"/>
                  <a:pt x="368018" y="488977"/>
                </a:cubicBezTo>
                <a:lnTo>
                  <a:pt x="8286767" y="488977"/>
                </a:lnTo>
                <a:lnTo>
                  <a:pt x="8286767" y="513089"/>
                </a:lnTo>
                <a:lnTo>
                  <a:pt x="368018" y="513089"/>
                </a:lnTo>
                <a:cubicBezTo>
                  <a:pt x="110405" y="513089"/>
                  <a:pt x="26649" y="336694"/>
                  <a:pt x="0" y="225019"/>
                </a:cubicBezTo>
                <a:lnTo>
                  <a:pt x="0" y="11822"/>
                </a:lnTo>
                <a:lnTo>
                  <a:pt x="4615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A6DBB014-B4CB-F3B8-7C00-BCB59C41F96E}"/>
              </a:ext>
            </a:extLst>
          </p:cNvPr>
          <p:cNvSpPr/>
          <p:nvPr userDrawn="1"/>
        </p:nvSpPr>
        <p:spPr>
          <a:xfrm>
            <a:off x="11334292" y="63593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rgbClr val="164376"/>
              </a:gs>
              <a:gs pos="100000">
                <a:srgbClr val="7FC6ED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00" dirty="0"/>
          </a:p>
        </p:txBody>
      </p:sp>
      <p:sp>
        <p:nvSpPr>
          <p:cNvPr id="16" name="Oval 47">
            <a:extLst>
              <a:ext uri="{FF2B5EF4-FFF2-40B4-BE49-F238E27FC236}">
                <a16:creationId xmlns:a16="http://schemas.microsoft.com/office/drawing/2014/main" id="{68C2813B-D66C-FA1A-9C52-691FF72383C5}"/>
              </a:ext>
            </a:extLst>
          </p:cNvPr>
          <p:cNvSpPr/>
          <p:nvPr userDrawn="1"/>
        </p:nvSpPr>
        <p:spPr>
          <a:xfrm>
            <a:off x="10893420" y="6374530"/>
            <a:ext cx="385200" cy="385200"/>
          </a:xfrm>
          <a:prstGeom prst="ellipse">
            <a:avLst/>
          </a:prstGeom>
          <a:solidFill>
            <a:srgbClr val="164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D3995A3-DF53-721C-D22C-55BF9B045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3420" y="6403837"/>
            <a:ext cx="549442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D495E168-DA5E-4888-8D8A-92B118324C14}" type="slidenum">
              <a:rPr lang="ru-RU" smtClean="0"/>
              <a:pPr/>
              <a:t>‹N›</a:t>
            </a:fld>
            <a:endParaRPr lang="ru-RU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737AB41-8428-C6B1-ABCC-C809A009B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76646"/>
            <a:ext cx="6410547" cy="281354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DAFAE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it-IT" dirty="0"/>
              <a:t>Anna Bianchi - </a:t>
            </a:r>
            <a:r>
              <a:rPr lang="it-IT" dirty="0" err="1"/>
              <a:t>AToMiQA</a:t>
            </a:r>
            <a:r>
              <a:rPr lang="it-IT" dirty="0"/>
              <a:t> - 19.11.2024 CSN5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9704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1736B3-AE79-40C2-80FF-2FB0FEE27195}"/>
              </a:ext>
            </a:extLst>
          </p:cNvPr>
          <p:cNvSpPr/>
          <p:nvPr userDrawn="1"/>
        </p:nvSpPr>
        <p:spPr>
          <a:xfrm>
            <a:off x="12186920" y="2632655"/>
            <a:ext cx="5081" cy="25381"/>
          </a:xfrm>
          <a:custGeom>
            <a:avLst/>
            <a:gdLst>
              <a:gd name="connsiteX0" fmla="*/ 0 w 5081"/>
              <a:gd name="connsiteY0" fmla="*/ 0 h 25381"/>
              <a:gd name="connsiteX1" fmla="*/ 5081 w 5081"/>
              <a:gd name="connsiteY1" fmla="*/ 0 h 25381"/>
              <a:gd name="connsiteX2" fmla="*/ 5081 w 5081"/>
              <a:gd name="connsiteY2" fmla="*/ 25381 h 25381"/>
              <a:gd name="connsiteX3" fmla="*/ 0 w 5081"/>
              <a:gd name="connsiteY3" fmla="*/ 25381 h 25381"/>
              <a:gd name="connsiteX4" fmla="*/ 0 w 5081"/>
              <a:gd name="connsiteY4" fmla="*/ 0 h 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1">
                <a:moveTo>
                  <a:pt x="0" y="0"/>
                </a:moveTo>
                <a:lnTo>
                  <a:pt x="5081" y="0"/>
                </a:lnTo>
                <a:lnTo>
                  <a:pt x="5081" y="25381"/>
                </a:lnTo>
                <a:lnTo>
                  <a:pt x="0" y="253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228EE-3546-4272-9C39-150FF23CE0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2726" y="163394"/>
            <a:ext cx="11161774" cy="655621"/>
          </a:xfrm>
        </p:spPr>
        <p:txBody>
          <a:bodyPr anchor="b">
            <a:normAutofit/>
          </a:bodyPr>
          <a:lstStyle>
            <a:lvl1pPr algn="l">
              <a:defRPr sz="4000" b="1">
                <a:gradFill>
                  <a:gsLst>
                    <a:gs pos="0">
                      <a:srgbClr val="0D4371"/>
                    </a:gs>
                    <a:gs pos="100000">
                      <a:srgbClr val="96D8EF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24" name="Graphic 22">
            <a:extLst>
              <a:ext uri="{FF2B5EF4-FFF2-40B4-BE49-F238E27FC236}">
                <a16:creationId xmlns:a16="http://schemas.microsoft.com/office/drawing/2014/main" id="{4EE1436E-33B5-4388-87D8-2D0633CC3CE7}"/>
              </a:ext>
            </a:extLst>
          </p:cNvPr>
          <p:cNvSpPr/>
          <p:nvPr/>
        </p:nvSpPr>
        <p:spPr>
          <a:xfrm>
            <a:off x="613962" y="855856"/>
            <a:ext cx="3273552" cy="151200"/>
          </a:xfrm>
          <a:custGeom>
            <a:avLst/>
            <a:gdLst>
              <a:gd name="connsiteX0" fmla="*/ 2392204 w 2447925"/>
              <a:gd name="connsiteY0" fmla="*/ 114776 h 114300"/>
              <a:gd name="connsiteX1" fmla="*/ 60484 w 2447925"/>
              <a:gd name="connsiteY1" fmla="*/ 114776 h 114300"/>
              <a:gd name="connsiteX2" fmla="*/ 7144 w 2447925"/>
              <a:gd name="connsiteY2" fmla="*/ 60484 h 114300"/>
              <a:gd name="connsiteX3" fmla="*/ 7144 w 2447925"/>
              <a:gd name="connsiteY3" fmla="*/ 60484 h 114300"/>
              <a:gd name="connsiteX4" fmla="*/ 60484 w 2447925"/>
              <a:gd name="connsiteY4" fmla="*/ 7144 h 114300"/>
              <a:gd name="connsiteX5" fmla="*/ 2392204 w 2447925"/>
              <a:gd name="connsiteY5" fmla="*/ 7144 h 114300"/>
              <a:gd name="connsiteX6" fmla="*/ 2445544 w 2447925"/>
              <a:gd name="connsiteY6" fmla="*/ 60484 h 114300"/>
              <a:gd name="connsiteX7" fmla="*/ 2445544 w 2447925"/>
              <a:gd name="connsiteY7" fmla="*/ 60484 h 114300"/>
              <a:gd name="connsiteX8" fmla="*/ 2392204 w 2447925"/>
              <a:gd name="connsiteY8" fmla="*/ 114776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47925" h="114300">
                <a:moveTo>
                  <a:pt x="2392204" y="114776"/>
                </a:moveTo>
                <a:lnTo>
                  <a:pt x="60484" y="114776"/>
                </a:lnTo>
                <a:cubicBezTo>
                  <a:pt x="30956" y="114776"/>
                  <a:pt x="7144" y="90011"/>
                  <a:pt x="7144" y="60484"/>
                </a:cubicBezTo>
                <a:lnTo>
                  <a:pt x="7144" y="60484"/>
                </a:lnTo>
                <a:cubicBezTo>
                  <a:pt x="7144" y="30956"/>
                  <a:pt x="30956" y="7144"/>
                  <a:pt x="60484" y="7144"/>
                </a:cubicBezTo>
                <a:lnTo>
                  <a:pt x="2392204" y="7144"/>
                </a:lnTo>
                <a:cubicBezTo>
                  <a:pt x="2421731" y="7144"/>
                  <a:pt x="2445544" y="30956"/>
                  <a:pt x="2445544" y="60484"/>
                </a:cubicBezTo>
                <a:lnTo>
                  <a:pt x="2445544" y="60484"/>
                </a:lnTo>
                <a:cubicBezTo>
                  <a:pt x="2445544" y="90011"/>
                  <a:pt x="2421731" y="114776"/>
                  <a:pt x="2392204" y="114776"/>
                </a:cubicBezTo>
                <a:close/>
              </a:path>
            </a:pathLst>
          </a:custGeom>
          <a:gradFill>
            <a:gsLst>
              <a:gs pos="0">
                <a:srgbClr val="0D4371"/>
              </a:gs>
              <a:gs pos="100000">
                <a:srgbClr val="96D8EF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DD2082D-81A7-4E2D-8136-9D48016E7FE9}"/>
              </a:ext>
            </a:extLst>
          </p:cNvPr>
          <p:cNvSpPr/>
          <p:nvPr/>
        </p:nvSpPr>
        <p:spPr>
          <a:xfrm>
            <a:off x="12186919" y="4665641"/>
            <a:ext cx="5081" cy="25380"/>
          </a:xfrm>
          <a:custGeom>
            <a:avLst/>
            <a:gdLst>
              <a:gd name="connsiteX0" fmla="*/ 0 w 5081"/>
              <a:gd name="connsiteY0" fmla="*/ 0 h 25380"/>
              <a:gd name="connsiteX1" fmla="*/ 5081 w 5081"/>
              <a:gd name="connsiteY1" fmla="*/ 0 h 25380"/>
              <a:gd name="connsiteX2" fmla="*/ 5081 w 5081"/>
              <a:gd name="connsiteY2" fmla="*/ 25380 h 25380"/>
              <a:gd name="connsiteX3" fmla="*/ 0 w 5081"/>
              <a:gd name="connsiteY3" fmla="*/ 25380 h 25380"/>
              <a:gd name="connsiteX4" fmla="*/ 0 w 5081"/>
              <a:gd name="connsiteY4" fmla="*/ 0 h 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0">
                <a:moveTo>
                  <a:pt x="0" y="0"/>
                </a:moveTo>
                <a:lnTo>
                  <a:pt x="5081" y="0"/>
                </a:lnTo>
                <a:lnTo>
                  <a:pt x="5081" y="25380"/>
                </a:lnTo>
                <a:lnTo>
                  <a:pt x="0" y="2538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CF16C35-4A81-4062-808C-7697AF0FD6F5}"/>
              </a:ext>
            </a:extLst>
          </p:cNvPr>
          <p:cNvSpPr/>
          <p:nvPr/>
        </p:nvSpPr>
        <p:spPr>
          <a:xfrm>
            <a:off x="3905233" y="4922854"/>
            <a:ext cx="8286767" cy="513089"/>
          </a:xfrm>
          <a:custGeom>
            <a:avLst/>
            <a:gdLst>
              <a:gd name="connsiteX0" fmla="*/ 4615 w 8286767"/>
              <a:gd name="connsiteY0" fmla="*/ 0 h 513089"/>
              <a:gd name="connsiteX1" fmla="*/ 30056 w 8286767"/>
              <a:gd name="connsiteY1" fmla="*/ 0 h 513089"/>
              <a:gd name="connsiteX2" fmla="*/ 27385 w 8286767"/>
              <a:gd name="connsiteY2" fmla="*/ 5967 h 513089"/>
              <a:gd name="connsiteX3" fmla="*/ 12690 w 8286767"/>
              <a:gd name="connsiteY3" fmla="*/ 120958 h 513089"/>
              <a:gd name="connsiteX4" fmla="*/ 12690 w 8286767"/>
              <a:gd name="connsiteY4" fmla="*/ 134918 h 513089"/>
              <a:gd name="connsiteX5" fmla="*/ 368018 w 8286767"/>
              <a:gd name="connsiteY5" fmla="*/ 488977 h 513089"/>
              <a:gd name="connsiteX6" fmla="*/ 8286767 w 8286767"/>
              <a:gd name="connsiteY6" fmla="*/ 488977 h 513089"/>
              <a:gd name="connsiteX7" fmla="*/ 8286767 w 8286767"/>
              <a:gd name="connsiteY7" fmla="*/ 513089 h 513089"/>
              <a:gd name="connsiteX8" fmla="*/ 368018 w 8286767"/>
              <a:gd name="connsiteY8" fmla="*/ 513089 h 513089"/>
              <a:gd name="connsiteX9" fmla="*/ 0 w 8286767"/>
              <a:gd name="connsiteY9" fmla="*/ 225019 h 513089"/>
              <a:gd name="connsiteX10" fmla="*/ 0 w 8286767"/>
              <a:gd name="connsiteY10" fmla="*/ 11822 h 513089"/>
              <a:gd name="connsiteX11" fmla="*/ 4615 w 8286767"/>
              <a:gd name="connsiteY11" fmla="*/ 0 h 51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86767" h="513089">
                <a:moveTo>
                  <a:pt x="4615" y="0"/>
                </a:moveTo>
                <a:lnTo>
                  <a:pt x="30056" y="0"/>
                </a:lnTo>
                <a:lnTo>
                  <a:pt x="27385" y="5967"/>
                </a:lnTo>
                <a:cubicBezTo>
                  <a:pt x="18024" y="39383"/>
                  <a:pt x="12690" y="77494"/>
                  <a:pt x="12690" y="120958"/>
                </a:cubicBezTo>
                <a:lnTo>
                  <a:pt x="12690" y="134918"/>
                </a:lnTo>
                <a:cubicBezTo>
                  <a:pt x="12690" y="150146"/>
                  <a:pt x="17766" y="488977"/>
                  <a:pt x="368018" y="488977"/>
                </a:cubicBezTo>
                <a:lnTo>
                  <a:pt x="8286767" y="488977"/>
                </a:lnTo>
                <a:lnTo>
                  <a:pt x="8286767" y="513089"/>
                </a:lnTo>
                <a:lnTo>
                  <a:pt x="368018" y="513089"/>
                </a:lnTo>
                <a:cubicBezTo>
                  <a:pt x="110405" y="513089"/>
                  <a:pt x="26649" y="336694"/>
                  <a:pt x="0" y="225019"/>
                </a:cubicBezTo>
                <a:lnTo>
                  <a:pt x="0" y="11822"/>
                </a:lnTo>
                <a:lnTo>
                  <a:pt x="4615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A6DBB014-B4CB-F3B8-7C00-BCB59C41F96E}"/>
              </a:ext>
            </a:extLst>
          </p:cNvPr>
          <p:cNvSpPr/>
          <p:nvPr userDrawn="1"/>
        </p:nvSpPr>
        <p:spPr>
          <a:xfrm>
            <a:off x="11334292" y="63593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rgbClr val="164376"/>
              </a:gs>
              <a:gs pos="100000">
                <a:srgbClr val="7FC6ED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00" dirty="0"/>
          </a:p>
        </p:txBody>
      </p:sp>
      <p:sp>
        <p:nvSpPr>
          <p:cNvPr id="16" name="Oval 47">
            <a:extLst>
              <a:ext uri="{FF2B5EF4-FFF2-40B4-BE49-F238E27FC236}">
                <a16:creationId xmlns:a16="http://schemas.microsoft.com/office/drawing/2014/main" id="{68C2813B-D66C-FA1A-9C52-691FF72383C5}"/>
              </a:ext>
            </a:extLst>
          </p:cNvPr>
          <p:cNvSpPr/>
          <p:nvPr userDrawn="1"/>
        </p:nvSpPr>
        <p:spPr>
          <a:xfrm>
            <a:off x="10893420" y="6374530"/>
            <a:ext cx="385200" cy="385200"/>
          </a:xfrm>
          <a:prstGeom prst="ellipse">
            <a:avLst/>
          </a:prstGeom>
          <a:solidFill>
            <a:srgbClr val="164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D3995A3-DF53-721C-D22C-55BF9B045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3420" y="6403837"/>
            <a:ext cx="549442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D495E168-DA5E-4888-8D8A-92B118324C14}" type="slidenum">
              <a:rPr lang="ru-RU" smtClean="0"/>
              <a:pPr/>
              <a:t>‹N›</a:t>
            </a:fld>
            <a:endParaRPr lang="ru-RU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737AB41-8428-C6B1-ABCC-C809A009B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76646"/>
            <a:ext cx="6410547" cy="281354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DAFAE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it-IT" dirty="0"/>
              <a:t>Anna Bianchi - </a:t>
            </a:r>
            <a:r>
              <a:rPr lang="it-IT" dirty="0" err="1"/>
              <a:t>AToMiQA</a:t>
            </a:r>
            <a:r>
              <a:rPr lang="it-IT" dirty="0"/>
              <a:t> - 19.11.2024 CSN5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2956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C229411-48AD-4A50-B02E-041030F1896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45189" y="1"/>
            <a:ext cx="6943003" cy="5934621"/>
          </a:xfrm>
          <a:custGeom>
            <a:avLst/>
            <a:gdLst>
              <a:gd name="connsiteX0" fmla="*/ 6940462 w 6943003"/>
              <a:gd name="connsiteY0" fmla="*/ 0 h 5934621"/>
              <a:gd name="connsiteX1" fmla="*/ 6943003 w 6943003"/>
              <a:gd name="connsiteY1" fmla="*/ 0 h 5934621"/>
              <a:gd name="connsiteX2" fmla="*/ 6943003 w 6943003"/>
              <a:gd name="connsiteY2" fmla="*/ 3562350 h 5934621"/>
              <a:gd name="connsiteX3" fmla="*/ 2564043 w 6943003"/>
              <a:gd name="connsiteY3" fmla="*/ 5721350 h 5934621"/>
              <a:gd name="connsiteX4" fmla="*/ 233592 w 6943003"/>
              <a:gd name="connsiteY4" fmla="*/ 4930141 h 5934621"/>
              <a:gd name="connsiteX5" fmla="*/ 213272 w 6943003"/>
              <a:gd name="connsiteY5" fmla="*/ 4889500 h 5934621"/>
              <a:gd name="connsiteX6" fmla="*/ 1004482 w 6943003"/>
              <a:gd name="connsiteY6" fmla="*/ 2559050 h 5934621"/>
              <a:gd name="connsiteX7" fmla="*/ 2136693 w 6943003"/>
              <a:gd name="connsiteY7" fmla="*/ 2000704 h 5934621"/>
              <a:gd name="connsiteX8" fmla="*/ 2183042 w 6943003"/>
              <a:gd name="connsiteY8" fmla="*/ 2039620 h 5934621"/>
              <a:gd name="connsiteX9" fmla="*/ 2473872 w 6943003"/>
              <a:gd name="connsiteY9" fmla="*/ 2129790 h 5934621"/>
              <a:gd name="connsiteX10" fmla="*/ 2787562 w 6943003"/>
              <a:gd name="connsiteY10" fmla="*/ 2048510 h 5934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43003" h="5934621">
                <a:moveTo>
                  <a:pt x="6940462" y="0"/>
                </a:moveTo>
                <a:lnTo>
                  <a:pt x="6943003" y="0"/>
                </a:lnTo>
                <a:lnTo>
                  <a:pt x="6943003" y="3562350"/>
                </a:lnTo>
                <a:lnTo>
                  <a:pt x="2564043" y="5721350"/>
                </a:lnTo>
                <a:cubicBezTo>
                  <a:pt x="1003212" y="6490971"/>
                  <a:pt x="233592" y="4930141"/>
                  <a:pt x="233592" y="4930141"/>
                </a:cubicBezTo>
                <a:lnTo>
                  <a:pt x="213272" y="4889500"/>
                </a:lnTo>
                <a:cubicBezTo>
                  <a:pt x="-556348" y="3328670"/>
                  <a:pt x="1004482" y="2559050"/>
                  <a:pt x="1004482" y="2559050"/>
                </a:cubicBezTo>
                <a:lnTo>
                  <a:pt x="2136693" y="2000704"/>
                </a:lnTo>
                <a:lnTo>
                  <a:pt x="2183042" y="2039620"/>
                </a:lnTo>
                <a:cubicBezTo>
                  <a:pt x="2251622" y="2086610"/>
                  <a:pt x="2349412" y="2129790"/>
                  <a:pt x="2473872" y="2129790"/>
                </a:cubicBezTo>
                <a:cubicBezTo>
                  <a:pt x="2564042" y="2129790"/>
                  <a:pt x="2668182" y="2108200"/>
                  <a:pt x="2787562" y="204851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it-IT"/>
              <a:t>Fare clic sull'icona per inserire un'immagine</a:t>
            </a:r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44" y="453050"/>
            <a:ext cx="10515600" cy="1325563"/>
          </a:xfrm>
        </p:spPr>
        <p:txBody>
          <a:bodyPr/>
          <a:lstStyle>
            <a:lvl1pPr>
              <a:defRPr>
                <a:gradFill>
                  <a:gsLst>
                    <a:gs pos="0">
                      <a:srgbClr val="0D4371"/>
                    </a:gs>
                    <a:gs pos="100000">
                      <a:srgbClr val="96D8EF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 err="1"/>
              <a:t>Grazie</a:t>
            </a:r>
            <a:r>
              <a:rPr lang="en-US" dirty="0"/>
              <a:t> per </a:t>
            </a:r>
            <a:r>
              <a:rPr lang="en-US" dirty="0" err="1"/>
              <a:t>l’attenzione</a:t>
            </a:r>
            <a:r>
              <a:rPr lang="en-US" dirty="0"/>
              <a:t>!</a:t>
            </a:r>
            <a:endParaRPr lang="ru-RU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9E3EED1-7BB3-4B75-BCA9-1C1223740B3C}"/>
              </a:ext>
            </a:extLst>
          </p:cNvPr>
          <p:cNvSpPr/>
          <p:nvPr/>
        </p:nvSpPr>
        <p:spPr>
          <a:xfrm>
            <a:off x="8704586" y="5422906"/>
            <a:ext cx="736600" cy="736600"/>
          </a:xfrm>
          <a:custGeom>
            <a:avLst/>
            <a:gdLst>
              <a:gd name="connsiteX0" fmla="*/ 372104 w 736600"/>
              <a:gd name="connsiteY0" fmla="*/ 731514 h 736600"/>
              <a:gd name="connsiteX1" fmla="*/ 731514 w 736600"/>
              <a:gd name="connsiteY1" fmla="*/ 372104 h 736600"/>
              <a:gd name="connsiteX2" fmla="*/ 372104 w 736600"/>
              <a:gd name="connsiteY2" fmla="*/ 12694 h 736600"/>
              <a:gd name="connsiteX3" fmla="*/ 12694 w 736600"/>
              <a:gd name="connsiteY3" fmla="*/ 372104 h 736600"/>
              <a:gd name="connsiteX4" fmla="*/ 372104 w 736600"/>
              <a:gd name="connsiteY4" fmla="*/ 731514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00" h="736600">
                <a:moveTo>
                  <a:pt x="372104" y="731514"/>
                </a:moveTo>
                <a:cubicBezTo>
                  <a:pt x="570224" y="731514"/>
                  <a:pt x="731514" y="570224"/>
                  <a:pt x="731514" y="372104"/>
                </a:cubicBezTo>
                <a:cubicBezTo>
                  <a:pt x="731514" y="173984"/>
                  <a:pt x="570224" y="12694"/>
                  <a:pt x="372104" y="12694"/>
                </a:cubicBezTo>
                <a:cubicBezTo>
                  <a:pt x="173984" y="12694"/>
                  <a:pt x="12694" y="173984"/>
                  <a:pt x="12694" y="372104"/>
                </a:cubicBezTo>
                <a:cubicBezTo>
                  <a:pt x="12694" y="570224"/>
                  <a:pt x="173984" y="731514"/>
                  <a:pt x="372104" y="731514"/>
                </a:cubicBezTo>
              </a:path>
            </a:pathLst>
          </a:custGeom>
          <a:solidFill>
            <a:srgbClr val="ADAFAE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9016A5F-A55B-4605-B66C-5C6E2BF4919F}"/>
              </a:ext>
            </a:extLst>
          </p:cNvPr>
          <p:cNvSpPr/>
          <p:nvPr/>
        </p:nvSpPr>
        <p:spPr>
          <a:xfrm>
            <a:off x="9659429" y="3776986"/>
            <a:ext cx="2540000" cy="2628900"/>
          </a:xfrm>
          <a:custGeom>
            <a:avLst/>
            <a:gdLst>
              <a:gd name="connsiteX0" fmla="*/ 2528761 w 2540000"/>
              <a:gd name="connsiteY0" fmla="*/ 12694 h 2628900"/>
              <a:gd name="connsiteX1" fmla="*/ 487871 w 2540000"/>
              <a:gd name="connsiteY1" fmla="*/ 1018534 h 2628900"/>
              <a:gd name="connsiteX2" fmla="*/ 113221 w 2540000"/>
              <a:gd name="connsiteY2" fmla="*/ 2120894 h 2628900"/>
              <a:gd name="connsiteX3" fmla="*/ 127191 w 2540000"/>
              <a:gd name="connsiteY3" fmla="*/ 2148834 h 2628900"/>
              <a:gd name="connsiteX4" fmla="*/ 1229551 w 2540000"/>
              <a:gd name="connsiteY4" fmla="*/ 2523484 h 2628900"/>
              <a:gd name="connsiteX5" fmla="*/ 2528761 w 2540000"/>
              <a:gd name="connsiteY5" fmla="*/ 1883404 h 2628900"/>
              <a:gd name="connsiteX6" fmla="*/ 2528761 w 2540000"/>
              <a:gd name="connsiteY6" fmla="*/ 12694 h 262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0000" h="2628900">
                <a:moveTo>
                  <a:pt x="2528761" y="12694"/>
                </a:moveTo>
                <a:lnTo>
                  <a:pt x="487871" y="1018534"/>
                </a:lnTo>
                <a:cubicBezTo>
                  <a:pt x="487871" y="1018534"/>
                  <a:pt x="-249999" y="1383024"/>
                  <a:pt x="113221" y="2120894"/>
                </a:cubicBezTo>
                <a:lnTo>
                  <a:pt x="127191" y="2148834"/>
                </a:lnTo>
                <a:cubicBezTo>
                  <a:pt x="127191" y="2148834"/>
                  <a:pt x="491681" y="2886705"/>
                  <a:pt x="1229551" y="2523484"/>
                </a:cubicBezTo>
                <a:lnTo>
                  <a:pt x="2528761" y="1883404"/>
                </a:lnTo>
                <a:lnTo>
                  <a:pt x="2528761" y="12694"/>
                </a:lnTo>
                <a:close/>
              </a:path>
            </a:pathLst>
          </a:custGeom>
          <a:solidFill>
            <a:srgbClr val="33363A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9DBE4B29-4897-4A3A-B883-A887BCDA37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420" y="3955665"/>
            <a:ext cx="4367531" cy="524711"/>
          </a:xfrm>
        </p:spPr>
        <p:txBody>
          <a:bodyPr>
            <a:noAutofit/>
          </a:bodyPr>
          <a:lstStyle>
            <a:lvl1pPr marL="0" indent="0" algn="l">
              <a:buNone/>
              <a:defRPr sz="2800" b="1" i="0">
                <a:solidFill>
                  <a:srgbClr val="164376"/>
                </a:solidFill>
                <a:latin typeface="Book Antiqua" panose="02040602050305030304" pitchFamily="18" charset="0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August Bergqvist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71BBF4E8-67FF-4A65-9EC1-AE832CEBE8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420" y="4745660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1800" b="1" i="0">
                <a:solidFill>
                  <a:srgbClr val="ADAFAE"/>
                </a:solidFill>
                <a:latin typeface="Book Antiqua" panose="02040602050305030304" pitchFamily="18" charset="0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Email: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420" y="5240343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2500" b="1" i="0">
                <a:solidFill>
                  <a:srgbClr val="96D8EF"/>
                </a:solidFill>
                <a:latin typeface="Book Antiqua" panose="02040602050305030304" pitchFamily="18" charset="0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BERGQVIST@EXAMPLE.COM</a:t>
            </a:r>
          </a:p>
        </p:txBody>
      </p:sp>
      <p:sp>
        <p:nvSpPr>
          <p:cNvPr id="3" name="Graphic 23">
            <a:extLst>
              <a:ext uri="{FF2B5EF4-FFF2-40B4-BE49-F238E27FC236}">
                <a16:creationId xmlns:a16="http://schemas.microsoft.com/office/drawing/2014/main" id="{7E62A657-0B76-4081-A698-3C47F1AFC78E}"/>
              </a:ext>
            </a:extLst>
          </p:cNvPr>
          <p:cNvSpPr/>
          <p:nvPr/>
        </p:nvSpPr>
        <p:spPr>
          <a:xfrm>
            <a:off x="900978" y="1561556"/>
            <a:ext cx="2973890" cy="165305"/>
          </a:xfrm>
          <a:custGeom>
            <a:avLst/>
            <a:gdLst>
              <a:gd name="connsiteX0" fmla="*/ 2914974 w 2973890"/>
              <a:gd name="connsiteY0" fmla="*/ 159367 h 165304"/>
              <a:gd name="connsiteX1" fmla="*/ 70199 w 2973890"/>
              <a:gd name="connsiteY1" fmla="*/ 159367 h 165304"/>
              <a:gd name="connsiteX2" fmla="*/ 8816 w 2973890"/>
              <a:gd name="connsiteY2" fmla="*/ 84344 h 165304"/>
              <a:gd name="connsiteX3" fmla="*/ 8816 w 2973890"/>
              <a:gd name="connsiteY3" fmla="*/ 84344 h 165304"/>
              <a:gd name="connsiteX4" fmla="*/ 70199 w 2973890"/>
              <a:gd name="connsiteY4" fmla="*/ 10593 h 165304"/>
              <a:gd name="connsiteX5" fmla="*/ 2913916 w 2973890"/>
              <a:gd name="connsiteY5" fmla="*/ 10593 h 165304"/>
              <a:gd name="connsiteX6" fmla="*/ 2975298 w 2973890"/>
              <a:gd name="connsiteY6" fmla="*/ 84344 h 165304"/>
              <a:gd name="connsiteX7" fmla="*/ 2975298 w 2973890"/>
              <a:gd name="connsiteY7" fmla="*/ 84344 h 165304"/>
              <a:gd name="connsiteX8" fmla="*/ 2914974 w 2973890"/>
              <a:gd name="connsiteY8" fmla="*/ 159367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73890" h="165304">
                <a:moveTo>
                  <a:pt x="2914974" y="159367"/>
                </a:moveTo>
                <a:lnTo>
                  <a:pt x="70199" y="159367"/>
                </a:lnTo>
                <a:cubicBezTo>
                  <a:pt x="36333" y="159367"/>
                  <a:pt x="8816" y="125034"/>
                  <a:pt x="8816" y="84344"/>
                </a:cubicBezTo>
                <a:lnTo>
                  <a:pt x="8816" y="84344"/>
                </a:lnTo>
                <a:cubicBezTo>
                  <a:pt x="8816" y="43654"/>
                  <a:pt x="36333" y="10593"/>
                  <a:pt x="70199" y="10593"/>
                </a:cubicBezTo>
                <a:lnTo>
                  <a:pt x="2913916" y="10593"/>
                </a:lnTo>
                <a:cubicBezTo>
                  <a:pt x="2947782" y="10593"/>
                  <a:pt x="2975298" y="43654"/>
                  <a:pt x="2975298" y="84344"/>
                </a:cubicBezTo>
                <a:lnTo>
                  <a:pt x="2975298" y="84344"/>
                </a:lnTo>
                <a:cubicBezTo>
                  <a:pt x="2976357" y="125034"/>
                  <a:pt x="2948840" y="159367"/>
                  <a:pt x="2914974" y="159367"/>
                </a:cubicBezTo>
                <a:close/>
              </a:path>
            </a:pathLst>
          </a:custGeom>
          <a:gradFill>
            <a:gsLst>
              <a:gs pos="0">
                <a:srgbClr val="0D4371"/>
              </a:gs>
              <a:gs pos="100000">
                <a:srgbClr val="96D8EF"/>
              </a:gs>
            </a:gsLst>
            <a:lin ang="0" scaled="1"/>
          </a:gradFill>
          <a:ln w="105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51D0359-A547-4B21-8850-06B9F1CDF9CE}"/>
              </a:ext>
            </a:extLst>
          </p:cNvPr>
          <p:cNvSpPr/>
          <p:nvPr userDrawn="1"/>
        </p:nvSpPr>
        <p:spPr>
          <a:xfrm>
            <a:off x="7172412" y="-12694"/>
            <a:ext cx="4978400" cy="2133600"/>
          </a:xfrm>
          <a:custGeom>
            <a:avLst/>
            <a:gdLst>
              <a:gd name="connsiteX0" fmla="*/ 2517688 w 4978400"/>
              <a:gd name="connsiteY0" fmla="*/ 12694 h 2133600"/>
              <a:gd name="connsiteX1" fmla="*/ 371388 w 4978400"/>
              <a:gd name="connsiteY1" fmla="*/ 1070604 h 2133600"/>
              <a:gd name="connsiteX2" fmla="*/ 72938 w 4978400"/>
              <a:gd name="connsiteY2" fmla="*/ 1812284 h 2133600"/>
              <a:gd name="connsiteX3" fmla="*/ 81828 w 4978400"/>
              <a:gd name="connsiteY3" fmla="*/ 1830064 h 2133600"/>
              <a:gd name="connsiteX4" fmla="*/ 851448 w 4978400"/>
              <a:gd name="connsiteY4" fmla="*/ 2044694 h 2133600"/>
              <a:gd name="connsiteX5" fmla="*/ 4970058 w 4978400"/>
              <a:gd name="connsiteY5" fmla="*/ 12694 h 2133600"/>
              <a:gd name="connsiteX6" fmla="*/ 2517688 w 4978400"/>
              <a:gd name="connsiteY6" fmla="*/ 12694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400" h="2133600">
                <a:moveTo>
                  <a:pt x="2517688" y="12694"/>
                </a:moveTo>
                <a:lnTo>
                  <a:pt x="371388" y="1070604"/>
                </a:lnTo>
                <a:cubicBezTo>
                  <a:pt x="371388" y="1070604"/>
                  <a:pt x="-163282" y="1334764"/>
                  <a:pt x="72938" y="1812284"/>
                </a:cubicBezTo>
                <a:lnTo>
                  <a:pt x="81828" y="1830064"/>
                </a:lnTo>
                <a:cubicBezTo>
                  <a:pt x="81828" y="1830064"/>
                  <a:pt x="316778" y="2307584"/>
                  <a:pt x="851448" y="2044694"/>
                </a:cubicBezTo>
                <a:lnTo>
                  <a:pt x="4970058" y="12694"/>
                </a:lnTo>
                <a:lnTo>
                  <a:pt x="2517688" y="12694"/>
                </a:lnTo>
                <a:close/>
              </a:path>
            </a:pathLst>
          </a:custGeom>
          <a:solidFill>
            <a:srgbClr val="96D8EF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5975B2C-0380-7732-F1D8-F03A2A902AC0}"/>
              </a:ext>
            </a:extLst>
          </p:cNvPr>
          <p:cNvSpPr/>
          <p:nvPr userDrawn="1"/>
        </p:nvSpPr>
        <p:spPr>
          <a:xfrm>
            <a:off x="10887075" y="6296025"/>
            <a:ext cx="1319237" cy="561975"/>
          </a:xfrm>
          <a:custGeom>
            <a:avLst/>
            <a:gdLst>
              <a:gd name="connsiteX0" fmla="*/ 0 w 1312354"/>
              <a:gd name="connsiteY0" fmla="*/ 139704 h 552450"/>
              <a:gd name="connsiteX1" fmla="*/ 139704 w 1312354"/>
              <a:gd name="connsiteY1" fmla="*/ 0 h 552450"/>
              <a:gd name="connsiteX2" fmla="*/ 1172650 w 1312354"/>
              <a:gd name="connsiteY2" fmla="*/ 0 h 552450"/>
              <a:gd name="connsiteX3" fmla="*/ 1312354 w 1312354"/>
              <a:gd name="connsiteY3" fmla="*/ 139704 h 552450"/>
              <a:gd name="connsiteX4" fmla="*/ 1312354 w 1312354"/>
              <a:gd name="connsiteY4" fmla="*/ 412746 h 552450"/>
              <a:gd name="connsiteX5" fmla="*/ 1172650 w 1312354"/>
              <a:gd name="connsiteY5" fmla="*/ 552450 h 552450"/>
              <a:gd name="connsiteX6" fmla="*/ 139704 w 1312354"/>
              <a:gd name="connsiteY6" fmla="*/ 552450 h 552450"/>
              <a:gd name="connsiteX7" fmla="*/ 0 w 1312354"/>
              <a:gd name="connsiteY7" fmla="*/ 412746 h 552450"/>
              <a:gd name="connsiteX8" fmla="*/ 0 w 1312354"/>
              <a:gd name="connsiteY8" fmla="*/ 139704 h 552450"/>
              <a:gd name="connsiteX0" fmla="*/ 0 w 1356333"/>
              <a:gd name="connsiteY0" fmla="*/ 139704 h 552450"/>
              <a:gd name="connsiteX1" fmla="*/ 139704 w 1356333"/>
              <a:gd name="connsiteY1" fmla="*/ 0 h 552450"/>
              <a:gd name="connsiteX2" fmla="*/ 1325050 w 1356333"/>
              <a:gd name="connsiteY2" fmla="*/ 0 h 552450"/>
              <a:gd name="connsiteX3" fmla="*/ 1312354 w 1356333"/>
              <a:gd name="connsiteY3" fmla="*/ 139704 h 552450"/>
              <a:gd name="connsiteX4" fmla="*/ 1312354 w 1356333"/>
              <a:gd name="connsiteY4" fmla="*/ 412746 h 552450"/>
              <a:gd name="connsiteX5" fmla="*/ 1172650 w 1356333"/>
              <a:gd name="connsiteY5" fmla="*/ 552450 h 552450"/>
              <a:gd name="connsiteX6" fmla="*/ 139704 w 1356333"/>
              <a:gd name="connsiteY6" fmla="*/ 552450 h 552450"/>
              <a:gd name="connsiteX7" fmla="*/ 0 w 1356333"/>
              <a:gd name="connsiteY7" fmla="*/ 412746 h 552450"/>
              <a:gd name="connsiteX8" fmla="*/ 0 w 1356333"/>
              <a:gd name="connsiteY8" fmla="*/ 139704 h 552450"/>
              <a:gd name="connsiteX0" fmla="*/ 0 w 1319237"/>
              <a:gd name="connsiteY0" fmla="*/ 149229 h 561975"/>
              <a:gd name="connsiteX1" fmla="*/ 139704 w 1319237"/>
              <a:gd name="connsiteY1" fmla="*/ 9525 h 561975"/>
              <a:gd name="connsiteX2" fmla="*/ 1267900 w 1319237"/>
              <a:gd name="connsiteY2" fmla="*/ 0 h 561975"/>
              <a:gd name="connsiteX3" fmla="*/ 1312354 w 1319237"/>
              <a:gd name="connsiteY3" fmla="*/ 149229 h 561975"/>
              <a:gd name="connsiteX4" fmla="*/ 1312354 w 1319237"/>
              <a:gd name="connsiteY4" fmla="*/ 422271 h 561975"/>
              <a:gd name="connsiteX5" fmla="*/ 1172650 w 1319237"/>
              <a:gd name="connsiteY5" fmla="*/ 561975 h 561975"/>
              <a:gd name="connsiteX6" fmla="*/ 139704 w 1319237"/>
              <a:gd name="connsiteY6" fmla="*/ 561975 h 561975"/>
              <a:gd name="connsiteX7" fmla="*/ 0 w 1319237"/>
              <a:gd name="connsiteY7" fmla="*/ 422271 h 561975"/>
              <a:gd name="connsiteX8" fmla="*/ 0 w 1319237"/>
              <a:gd name="connsiteY8" fmla="*/ 149229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9237" h="561975">
                <a:moveTo>
                  <a:pt x="0" y="149229"/>
                </a:moveTo>
                <a:cubicBezTo>
                  <a:pt x="0" y="72073"/>
                  <a:pt x="62548" y="9525"/>
                  <a:pt x="139704" y="9525"/>
                </a:cubicBezTo>
                <a:lnTo>
                  <a:pt x="1267900" y="0"/>
                </a:lnTo>
                <a:cubicBezTo>
                  <a:pt x="1345056" y="0"/>
                  <a:pt x="1312354" y="72073"/>
                  <a:pt x="1312354" y="149229"/>
                </a:cubicBezTo>
                <a:lnTo>
                  <a:pt x="1312354" y="422271"/>
                </a:lnTo>
                <a:cubicBezTo>
                  <a:pt x="1312354" y="499427"/>
                  <a:pt x="1249806" y="561975"/>
                  <a:pt x="1172650" y="561975"/>
                </a:cubicBezTo>
                <a:lnTo>
                  <a:pt x="139704" y="561975"/>
                </a:lnTo>
                <a:cubicBezTo>
                  <a:pt x="62548" y="561975"/>
                  <a:pt x="0" y="499427"/>
                  <a:pt x="0" y="422271"/>
                </a:cubicBezTo>
                <a:lnTo>
                  <a:pt x="0" y="149229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461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5547" y="6066645"/>
            <a:ext cx="4367531" cy="580207"/>
          </a:xfrm>
        </p:spPr>
        <p:txBody>
          <a:bodyPr>
            <a:noAutofit/>
          </a:bodyPr>
          <a:lstStyle>
            <a:lvl1pPr marL="0" indent="0" algn="l">
              <a:buNone/>
              <a:defRPr sz="2800" b="0" i="0">
                <a:solidFill>
                  <a:srgbClr val="5B9EC9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Month 20XX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7A7AFAC-3F6D-48D1-A100-148792529BC6}"/>
              </a:ext>
            </a:extLst>
          </p:cNvPr>
          <p:cNvSpPr/>
          <p:nvPr/>
        </p:nvSpPr>
        <p:spPr>
          <a:xfrm>
            <a:off x="8069104" y="5422164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rgbClr val="ADAFA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1A4F88F-4E35-4BB3-AD24-CAC580C12F96}"/>
              </a:ext>
            </a:extLst>
          </p:cNvPr>
          <p:cNvSpPr/>
          <p:nvPr/>
        </p:nvSpPr>
        <p:spPr>
          <a:xfrm>
            <a:off x="9029960" y="3463631"/>
            <a:ext cx="3175313" cy="2946690"/>
          </a:xfrm>
          <a:custGeom>
            <a:avLst/>
            <a:gdLst>
              <a:gd name="connsiteX0" fmla="*/ 3162808 w 3175312"/>
              <a:gd name="connsiteY0" fmla="*/ 12701 h 2946690"/>
              <a:gd name="connsiteX1" fmla="*/ 487925 w 3175312"/>
              <a:gd name="connsiteY1" fmla="*/ 1331091 h 2946690"/>
              <a:gd name="connsiteX2" fmla="*/ 113238 w 3175312"/>
              <a:gd name="connsiteY2" fmla="*/ 2433559 h 2946690"/>
              <a:gd name="connsiteX3" fmla="*/ 127209 w 3175312"/>
              <a:gd name="connsiteY3" fmla="*/ 2461502 h 2946690"/>
              <a:gd name="connsiteX4" fmla="*/ 1229677 w 3175312"/>
              <a:gd name="connsiteY4" fmla="*/ 2836189 h 2946690"/>
              <a:gd name="connsiteX5" fmla="*/ 3162808 w 3175312"/>
              <a:gd name="connsiteY5" fmla="*/ 1882325 h 2946690"/>
              <a:gd name="connsiteX6" fmla="*/ 3162808 w 3175312"/>
              <a:gd name="connsiteY6" fmla="*/ 12701 h 294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5312" h="2946690">
                <a:moveTo>
                  <a:pt x="3162808" y="12701"/>
                </a:moveTo>
                <a:lnTo>
                  <a:pt x="487925" y="1331091"/>
                </a:lnTo>
                <a:cubicBezTo>
                  <a:pt x="487925" y="1331091"/>
                  <a:pt x="-250018" y="1695617"/>
                  <a:pt x="113238" y="2433559"/>
                </a:cubicBezTo>
                <a:lnTo>
                  <a:pt x="127209" y="2461502"/>
                </a:lnTo>
                <a:cubicBezTo>
                  <a:pt x="127209" y="2461502"/>
                  <a:pt x="491735" y="3199445"/>
                  <a:pt x="1229677" y="2836189"/>
                </a:cubicBezTo>
                <a:lnTo>
                  <a:pt x="3162808" y="1882325"/>
                </a:lnTo>
                <a:lnTo>
                  <a:pt x="3162808" y="12701"/>
                </a:lnTo>
                <a:close/>
              </a:path>
            </a:pathLst>
          </a:custGeom>
          <a:solidFill>
            <a:srgbClr val="33363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92CE00E-F2AB-4099-8BB8-F109C4F2EFDB}"/>
              </a:ext>
            </a:extLst>
          </p:cNvPr>
          <p:cNvSpPr/>
          <p:nvPr/>
        </p:nvSpPr>
        <p:spPr>
          <a:xfrm>
            <a:off x="11043829" y="4566099"/>
            <a:ext cx="1155814" cy="863685"/>
          </a:xfrm>
          <a:custGeom>
            <a:avLst/>
            <a:gdLst>
              <a:gd name="connsiteX0" fmla="*/ 1148938 w 1155813"/>
              <a:gd name="connsiteY0" fmla="*/ 12701 h 863685"/>
              <a:gd name="connsiteX1" fmla="*/ 173482 w 1155813"/>
              <a:gd name="connsiteY1" fmla="*/ 494079 h 863685"/>
              <a:gd name="connsiteX2" fmla="*/ 28688 w 1155813"/>
              <a:gd name="connsiteY2" fmla="*/ 759535 h 863685"/>
              <a:gd name="connsiteX3" fmla="*/ 31228 w 1155813"/>
              <a:gd name="connsiteY3" fmla="*/ 765885 h 863685"/>
              <a:gd name="connsiteX4" fmla="*/ 329707 w 1155813"/>
              <a:gd name="connsiteY4" fmla="*/ 812880 h 863685"/>
              <a:gd name="connsiteX5" fmla="*/ 1147668 w 1155813"/>
              <a:gd name="connsiteY5" fmla="*/ 408980 h 863685"/>
              <a:gd name="connsiteX6" fmla="*/ 1147668 w 1155813"/>
              <a:gd name="connsiteY6" fmla="*/ 12701 h 86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813" h="863685">
                <a:moveTo>
                  <a:pt x="1148938" y="12701"/>
                </a:moveTo>
                <a:lnTo>
                  <a:pt x="173482" y="494079"/>
                </a:lnTo>
                <a:cubicBezTo>
                  <a:pt x="173482" y="494079"/>
                  <a:pt x="-47520" y="603309"/>
                  <a:pt x="28688" y="759535"/>
                </a:cubicBezTo>
                <a:lnTo>
                  <a:pt x="31228" y="765885"/>
                </a:lnTo>
                <a:cubicBezTo>
                  <a:pt x="31228" y="765885"/>
                  <a:pt x="108705" y="922111"/>
                  <a:pt x="329707" y="812880"/>
                </a:cubicBezTo>
                <a:lnTo>
                  <a:pt x="1147668" y="408980"/>
                </a:lnTo>
                <a:lnTo>
                  <a:pt x="1147668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0920EEC-7CE3-4708-93D2-53699D17E5E3}"/>
              </a:ext>
            </a:extLst>
          </p:cNvPr>
          <p:cNvSpPr/>
          <p:nvPr/>
        </p:nvSpPr>
        <p:spPr>
          <a:xfrm>
            <a:off x="10743661" y="-1689"/>
            <a:ext cx="1447943" cy="1003399"/>
          </a:xfrm>
          <a:custGeom>
            <a:avLst/>
            <a:gdLst>
              <a:gd name="connsiteX0" fmla="*/ 1446147 w 1447942"/>
              <a:gd name="connsiteY0" fmla="*/ 12701 h 1003398"/>
              <a:gd name="connsiteX1" fmla="*/ 173482 w 1447942"/>
              <a:gd name="connsiteY1" fmla="*/ 640143 h 1003398"/>
              <a:gd name="connsiteX2" fmla="*/ 28688 w 1447942"/>
              <a:gd name="connsiteY2" fmla="*/ 905599 h 1003398"/>
              <a:gd name="connsiteX3" fmla="*/ 31227 w 1447942"/>
              <a:gd name="connsiteY3" fmla="*/ 911950 h 1003398"/>
              <a:gd name="connsiteX4" fmla="*/ 329707 w 1447942"/>
              <a:gd name="connsiteY4" fmla="*/ 958944 h 1003398"/>
              <a:gd name="connsiteX5" fmla="*/ 1446147 w 1447942"/>
              <a:gd name="connsiteY5" fmla="*/ 408980 h 1003398"/>
              <a:gd name="connsiteX6" fmla="*/ 1446147 w 1447942"/>
              <a:gd name="connsiteY6" fmla="*/ 12701 h 100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942" h="1003398">
                <a:moveTo>
                  <a:pt x="1446147" y="12701"/>
                </a:moveTo>
                <a:lnTo>
                  <a:pt x="173482" y="640143"/>
                </a:lnTo>
                <a:cubicBezTo>
                  <a:pt x="173482" y="640143"/>
                  <a:pt x="-47520" y="749374"/>
                  <a:pt x="28688" y="905599"/>
                </a:cubicBezTo>
                <a:lnTo>
                  <a:pt x="31227" y="911950"/>
                </a:lnTo>
                <a:cubicBezTo>
                  <a:pt x="31227" y="911950"/>
                  <a:pt x="108705" y="1068175"/>
                  <a:pt x="329707" y="958944"/>
                </a:cubicBezTo>
                <a:lnTo>
                  <a:pt x="1446147" y="408980"/>
                </a:lnTo>
                <a:lnTo>
                  <a:pt x="1446147" y="12701"/>
                </a:lnTo>
                <a:close/>
              </a:path>
            </a:pathLst>
          </a:custGeom>
          <a:solidFill>
            <a:srgbClr val="0D4371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DF8B751-9294-46D5-B390-5D322195540F}"/>
              </a:ext>
            </a:extLst>
          </p:cNvPr>
          <p:cNvSpPr/>
          <p:nvPr/>
        </p:nvSpPr>
        <p:spPr>
          <a:xfrm>
            <a:off x="6536780" y="-12701"/>
            <a:ext cx="4978890" cy="2133810"/>
          </a:xfrm>
          <a:custGeom>
            <a:avLst/>
            <a:gdLst>
              <a:gd name="connsiteX0" fmla="*/ 2515401 w 4978890"/>
              <a:gd name="connsiteY0" fmla="*/ 12701 h 2133810"/>
              <a:gd name="connsiteX1" fmla="*/ 371430 w 4978890"/>
              <a:gd name="connsiteY1" fmla="*/ 1069445 h 2133810"/>
              <a:gd name="connsiteX2" fmla="*/ 72951 w 4978890"/>
              <a:gd name="connsiteY2" fmla="*/ 1811198 h 2133810"/>
              <a:gd name="connsiteX3" fmla="*/ 81841 w 4978890"/>
              <a:gd name="connsiteY3" fmla="*/ 1828980 h 2133810"/>
              <a:gd name="connsiteX4" fmla="*/ 851538 w 4978890"/>
              <a:gd name="connsiteY4" fmla="*/ 2043631 h 2133810"/>
              <a:gd name="connsiteX5" fmla="*/ 4968013 w 4978890"/>
              <a:gd name="connsiteY5" fmla="*/ 12701 h 2133810"/>
              <a:gd name="connsiteX6" fmla="*/ 2515401 w 4978890"/>
              <a:gd name="connsiteY6" fmla="*/ 12701 h 213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890" h="2133810">
                <a:moveTo>
                  <a:pt x="2515401" y="12701"/>
                </a:moveTo>
                <a:lnTo>
                  <a:pt x="371430" y="1069445"/>
                </a:lnTo>
                <a:cubicBezTo>
                  <a:pt x="371430" y="1069445"/>
                  <a:pt x="-163293" y="1333631"/>
                  <a:pt x="72951" y="1811198"/>
                </a:cubicBezTo>
                <a:lnTo>
                  <a:pt x="81841" y="1828980"/>
                </a:lnTo>
                <a:cubicBezTo>
                  <a:pt x="81841" y="1828980"/>
                  <a:pt x="316814" y="2306547"/>
                  <a:pt x="851538" y="2043631"/>
                </a:cubicBezTo>
                <a:lnTo>
                  <a:pt x="4968013" y="12701"/>
                </a:lnTo>
                <a:lnTo>
                  <a:pt x="2515401" y="12701"/>
                </a:lnTo>
                <a:close/>
              </a:path>
            </a:pathLst>
          </a:custGeom>
          <a:solidFill>
            <a:srgbClr val="96D8EF"/>
          </a:solidFill>
          <a:ln w="127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0F651C6-BE74-4133-ABA8-316072D4F5B5}"/>
              </a:ext>
            </a:extLst>
          </p:cNvPr>
          <p:cNvSpPr/>
          <p:nvPr/>
        </p:nvSpPr>
        <p:spPr>
          <a:xfrm>
            <a:off x="6518963" y="-12701"/>
            <a:ext cx="5029695" cy="2146511"/>
          </a:xfrm>
          <a:custGeom>
            <a:avLst/>
            <a:gdLst>
              <a:gd name="connsiteX0" fmla="*/ 4942646 w 5029695"/>
              <a:gd name="connsiteY0" fmla="*/ 12701 h 2146511"/>
              <a:gd name="connsiteX1" fmla="*/ 860464 w 5029695"/>
              <a:gd name="connsiteY1" fmla="*/ 2025849 h 2146511"/>
              <a:gd name="connsiteX2" fmla="*/ 295258 w 5029695"/>
              <a:gd name="connsiteY2" fmla="*/ 2019499 h 2146511"/>
              <a:gd name="connsiteX3" fmla="*/ 116171 w 5029695"/>
              <a:gd name="connsiteY3" fmla="*/ 1820089 h 2146511"/>
              <a:gd name="connsiteX4" fmla="*/ 107280 w 5029695"/>
              <a:gd name="connsiteY4" fmla="*/ 1802307 h 2146511"/>
              <a:gd name="connsiteX5" fmla="*/ 165705 w 5029695"/>
              <a:gd name="connsiteY5" fmla="*/ 1273935 h 2146511"/>
              <a:gd name="connsiteX6" fmla="*/ 398138 w 5029695"/>
              <a:gd name="connsiteY6" fmla="*/ 1085957 h 2146511"/>
              <a:gd name="connsiteX7" fmla="*/ 2576402 w 5029695"/>
              <a:gd name="connsiteY7" fmla="*/ 12701 h 2146511"/>
              <a:gd name="connsiteX8" fmla="*/ 2490034 w 5029695"/>
              <a:gd name="connsiteY8" fmla="*/ 12701 h 2146511"/>
              <a:gd name="connsiteX9" fmla="*/ 381626 w 5029695"/>
              <a:gd name="connsiteY9" fmla="*/ 1052934 h 2146511"/>
              <a:gd name="connsiteX10" fmla="*/ 137762 w 5029695"/>
              <a:gd name="connsiteY10" fmla="*/ 1249803 h 2146511"/>
              <a:gd name="connsiteX11" fmla="*/ 74256 w 5029695"/>
              <a:gd name="connsiteY11" fmla="*/ 1820089 h 2146511"/>
              <a:gd name="connsiteX12" fmla="*/ 83147 w 5029695"/>
              <a:gd name="connsiteY12" fmla="*/ 1837871 h 2146511"/>
              <a:gd name="connsiteX13" fmla="*/ 273666 w 5029695"/>
              <a:gd name="connsiteY13" fmla="*/ 2051252 h 2146511"/>
              <a:gd name="connsiteX14" fmla="*/ 564525 w 5029695"/>
              <a:gd name="connsiteY14" fmla="*/ 2141431 h 2146511"/>
              <a:gd name="connsiteX15" fmla="*/ 878246 w 5029695"/>
              <a:gd name="connsiteY15" fmla="*/ 2060143 h 2146511"/>
              <a:gd name="connsiteX16" fmla="*/ 5029014 w 5029695"/>
              <a:gd name="connsiteY16" fmla="*/ 12701 h 2146511"/>
              <a:gd name="connsiteX17" fmla="*/ 4942646 w 5029695"/>
              <a:gd name="connsiteY17" fmla="*/ 12701 h 214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29695" h="2146511">
                <a:moveTo>
                  <a:pt x="4942646" y="12701"/>
                </a:moveTo>
                <a:lnTo>
                  <a:pt x="860464" y="2025849"/>
                </a:lnTo>
                <a:cubicBezTo>
                  <a:pt x="645812" y="2131270"/>
                  <a:pt x="456564" y="2130000"/>
                  <a:pt x="295258" y="2019499"/>
                </a:cubicBezTo>
                <a:cubicBezTo>
                  <a:pt x="174596" y="1936941"/>
                  <a:pt x="116171" y="1821359"/>
                  <a:pt x="116171" y="1820089"/>
                </a:cubicBezTo>
                <a:lnTo>
                  <a:pt x="107280" y="1802307"/>
                </a:lnTo>
                <a:cubicBezTo>
                  <a:pt x="13290" y="1611789"/>
                  <a:pt x="32342" y="1433971"/>
                  <a:pt x="165705" y="1273935"/>
                </a:cubicBezTo>
                <a:cubicBezTo>
                  <a:pt x="266045" y="1153274"/>
                  <a:pt x="395598" y="1087227"/>
                  <a:pt x="398138" y="1085957"/>
                </a:cubicBezTo>
                <a:lnTo>
                  <a:pt x="2576402" y="12701"/>
                </a:lnTo>
                <a:lnTo>
                  <a:pt x="2490034" y="12701"/>
                </a:lnTo>
                <a:lnTo>
                  <a:pt x="381626" y="1052934"/>
                </a:lnTo>
                <a:cubicBezTo>
                  <a:pt x="376546" y="1055474"/>
                  <a:pt x="243183" y="1121520"/>
                  <a:pt x="137762" y="1249803"/>
                </a:cubicBezTo>
                <a:cubicBezTo>
                  <a:pt x="38693" y="1369195"/>
                  <a:pt x="-51486" y="1564794"/>
                  <a:pt x="74256" y="1820089"/>
                </a:cubicBezTo>
                <a:lnTo>
                  <a:pt x="83147" y="1837871"/>
                </a:lnTo>
                <a:cubicBezTo>
                  <a:pt x="85687" y="1842952"/>
                  <a:pt x="145383" y="1962343"/>
                  <a:pt x="273666" y="2051252"/>
                </a:cubicBezTo>
                <a:cubicBezTo>
                  <a:pt x="342253" y="2098247"/>
                  <a:pt x="440053" y="2141431"/>
                  <a:pt x="564525" y="2141431"/>
                </a:cubicBezTo>
                <a:cubicBezTo>
                  <a:pt x="654703" y="2141431"/>
                  <a:pt x="758854" y="2119839"/>
                  <a:pt x="878246" y="2060143"/>
                </a:cubicBezTo>
                <a:lnTo>
                  <a:pt x="5029014" y="12701"/>
                </a:lnTo>
                <a:lnTo>
                  <a:pt x="4942646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9F75ED2D-7077-4753-B623-4B9A718EB224}"/>
              </a:ext>
            </a:extLst>
          </p:cNvPr>
          <p:cNvSpPr/>
          <p:nvPr userDrawn="1"/>
        </p:nvSpPr>
        <p:spPr>
          <a:xfrm>
            <a:off x="356185" y="1203225"/>
            <a:ext cx="2158296" cy="151200"/>
          </a:xfrm>
          <a:custGeom>
            <a:avLst/>
            <a:gdLst>
              <a:gd name="connsiteX0" fmla="*/ 2087180 w 2158295"/>
              <a:gd name="connsiteY0" fmla="*/ 153601 h 165045"/>
              <a:gd name="connsiteX1" fmla="*/ 82504 w 2158295"/>
              <a:gd name="connsiteY1" fmla="*/ 153601 h 165045"/>
              <a:gd name="connsiteX2" fmla="*/ 12677 w 2158295"/>
              <a:gd name="connsiteY2" fmla="*/ 83774 h 165045"/>
              <a:gd name="connsiteX3" fmla="*/ 12677 w 2158295"/>
              <a:gd name="connsiteY3" fmla="*/ 83774 h 165045"/>
              <a:gd name="connsiteX4" fmla="*/ 82504 w 2158295"/>
              <a:gd name="connsiteY4" fmla="*/ 12677 h 165045"/>
              <a:gd name="connsiteX5" fmla="*/ 2087180 w 2158295"/>
              <a:gd name="connsiteY5" fmla="*/ 12677 h 165045"/>
              <a:gd name="connsiteX6" fmla="*/ 2157008 w 2158295"/>
              <a:gd name="connsiteY6" fmla="*/ 82504 h 165045"/>
              <a:gd name="connsiteX7" fmla="*/ 2157008 w 2158295"/>
              <a:gd name="connsiteY7" fmla="*/ 82504 h 165045"/>
              <a:gd name="connsiteX8" fmla="*/ 2087180 w 2158295"/>
              <a:gd name="connsiteY8" fmla="*/ 153601 h 1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295" h="165045">
                <a:moveTo>
                  <a:pt x="2087180" y="153601"/>
                </a:moveTo>
                <a:lnTo>
                  <a:pt x="82504" y="153601"/>
                </a:lnTo>
                <a:cubicBezTo>
                  <a:pt x="44417" y="153601"/>
                  <a:pt x="12677" y="121861"/>
                  <a:pt x="12677" y="83774"/>
                </a:cubicBezTo>
                <a:lnTo>
                  <a:pt x="12677" y="83774"/>
                </a:lnTo>
                <a:cubicBezTo>
                  <a:pt x="12677" y="44417"/>
                  <a:pt x="44417" y="12677"/>
                  <a:pt x="82504" y="12677"/>
                </a:cubicBezTo>
                <a:lnTo>
                  <a:pt x="2087180" y="12677"/>
                </a:lnTo>
                <a:cubicBezTo>
                  <a:pt x="2125268" y="12677"/>
                  <a:pt x="2157008" y="44417"/>
                  <a:pt x="2157008" y="82504"/>
                </a:cubicBezTo>
                <a:lnTo>
                  <a:pt x="2157008" y="82504"/>
                </a:lnTo>
                <a:cubicBezTo>
                  <a:pt x="2157008" y="121861"/>
                  <a:pt x="2126538" y="153601"/>
                  <a:pt x="2087180" y="153601"/>
                </a:cubicBezTo>
                <a:close/>
              </a:path>
            </a:pathLst>
          </a:custGeom>
          <a:gradFill>
            <a:gsLst>
              <a:gs pos="0">
                <a:srgbClr val="0D4371"/>
              </a:gs>
              <a:gs pos="100000">
                <a:srgbClr val="96D8EF"/>
              </a:gs>
            </a:gsLst>
            <a:lin ang="0" scaled="1"/>
          </a:gra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Graphic 36">
            <a:extLst>
              <a:ext uri="{FF2B5EF4-FFF2-40B4-BE49-F238E27FC236}">
                <a16:creationId xmlns:a16="http://schemas.microsoft.com/office/drawing/2014/main" id="{21FF5BCF-BC53-4C3F-8B7F-7077B35ADCA8}"/>
              </a:ext>
            </a:extLst>
          </p:cNvPr>
          <p:cNvSpPr/>
          <p:nvPr userDrawn="1"/>
        </p:nvSpPr>
        <p:spPr>
          <a:xfrm>
            <a:off x="-7816" y="5881834"/>
            <a:ext cx="715108" cy="949829"/>
          </a:xfrm>
          <a:custGeom>
            <a:avLst/>
            <a:gdLst>
              <a:gd name="connsiteX0" fmla="*/ 217522 w 723600"/>
              <a:gd name="connsiteY0" fmla="*/ 9082 h 1015200"/>
              <a:gd name="connsiteX1" fmla="*/ 9082 w 723600"/>
              <a:gd name="connsiteY1" fmla="*/ 9082 h 1015200"/>
              <a:gd name="connsiteX2" fmla="*/ 9082 w 723600"/>
              <a:gd name="connsiteY2" fmla="*/ 1010242 h 1015200"/>
              <a:gd name="connsiteX3" fmla="*/ 217522 w 723600"/>
              <a:gd name="connsiteY3" fmla="*/ 1010242 h 1015200"/>
              <a:gd name="connsiteX4" fmla="*/ 716482 w 723600"/>
              <a:gd name="connsiteY4" fmla="*/ 518842 h 1015200"/>
              <a:gd name="connsiteX5" fmla="*/ 716482 w 723600"/>
              <a:gd name="connsiteY5" fmla="*/ 500482 h 1015200"/>
              <a:gd name="connsiteX6" fmla="*/ 217522 w 723600"/>
              <a:gd name="connsiteY6" fmla="*/ 9082 h 10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3600" h="1015200">
                <a:moveTo>
                  <a:pt x="217522" y="9082"/>
                </a:moveTo>
                <a:lnTo>
                  <a:pt x="9082" y="9082"/>
                </a:lnTo>
                <a:lnTo>
                  <a:pt x="9082" y="1010242"/>
                </a:lnTo>
                <a:lnTo>
                  <a:pt x="217522" y="1010242"/>
                </a:lnTo>
                <a:cubicBezTo>
                  <a:pt x="217522" y="1010242"/>
                  <a:pt x="716482" y="1010242"/>
                  <a:pt x="716482" y="518842"/>
                </a:cubicBezTo>
                <a:lnTo>
                  <a:pt x="716482" y="500482"/>
                </a:lnTo>
                <a:cubicBezTo>
                  <a:pt x="716482" y="500482"/>
                  <a:pt x="716482" y="9082"/>
                  <a:pt x="217522" y="9082"/>
                </a:cubicBezTo>
                <a:close/>
              </a:path>
            </a:pathLst>
          </a:custGeom>
          <a:solidFill>
            <a:srgbClr val="5B9EC9"/>
          </a:solidFill>
          <a:ln w="106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C7B70A1-A813-470C-A829-7CC44559C94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14953" y="0"/>
            <a:ext cx="7585924" cy="5949573"/>
          </a:xfrm>
          <a:custGeom>
            <a:avLst/>
            <a:gdLst>
              <a:gd name="connsiteX0" fmla="*/ 6933229 w 7577047"/>
              <a:gd name="connsiteY0" fmla="*/ 0 h 5937736"/>
              <a:gd name="connsiteX1" fmla="*/ 7577047 w 7577047"/>
              <a:gd name="connsiteY1" fmla="*/ 0 h 5937736"/>
              <a:gd name="connsiteX2" fmla="*/ 6304235 w 7577047"/>
              <a:gd name="connsiteY2" fmla="*/ 626666 h 5937736"/>
              <a:gd name="connsiteX3" fmla="*/ 6159164 w 7577047"/>
              <a:gd name="connsiteY3" fmla="*/ 891545 h 5937736"/>
              <a:gd name="connsiteX4" fmla="*/ 6161282 w 7577047"/>
              <a:gd name="connsiteY4" fmla="*/ 898006 h 5937736"/>
              <a:gd name="connsiteX5" fmla="*/ 6459895 w 7577047"/>
              <a:gd name="connsiteY5" fmla="*/ 944306 h 5937736"/>
              <a:gd name="connsiteX6" fmla="*/ 7577047 w 7577047"/>
              <a:gd name="connsiteY6" fmla="*/ 395166 h 5937736"/>
              <a:gd name="connsiteX7" fmla="*/ 7577047 w 7577047"/>
              <a:gd name="connsiteY7" fmla="*/ 3249617 h 5937736"/>
              <a:gd name="connsiteX8" fmla="*/ 2564157 w 7577047"/>
              <a:gd name="connsiteY8" fmla="*/ 5723977 h 5937736"/>
              <a:gd name="connsiteX9" fmla="*/ 233491 w 7577047"/>
              <a:gd name="connsiteY9" fmla="*/ 4932570 h 5937736"/>
              <a:gd name="connsiteX10" fmla="*/ 213372 w 7577047"/>
              <a:gd name="connsiteY10" fmla="*/ 4891653 h 5937736"/>
              <a:gd name="connsiteX11" fmla="*/ 1004379 w 7577047"/>
              <a:gd name="connsiteY11" fmla="*/ 2559423 h 5937736"/>
              <a:gd name="connsiteX12" fmla="*/ 2132121 w 7577047"/>
              <a:gd name="connsiteY12" fmla="*/ 2002747 h 5937736"/>
              <a:gd name="connsiteX13" fmla="*/ 2176595 w 7577047"/>
              <a:gd name="connsiteY13" fmla="*/ 2037202 h 5937736"/>
              <a:gd name="connsiteX14" fmla="*/ 2467796 w 7577047"/>
              <a:gd name="connsiteY14" fmla="*/ 2127649 h 5937736"/>
              <a:gd name="connsiteX15" fmla="*/ 2781234 w 7577047"/>
              <a:gd name="connsiteY15" fmla="*/ 2046893 h 5937736"/>
              <a:gd name="connsiteX0" fmla="*/ 6948025 w 7577047"/>
              <a:gd name="connsiteY0" fmla="*/ 0 h 5949573"/>
              <a:gd name="connsiteX1" fmla="*/ 7577047 w 7577047"/>
              <a:gd name="connsiteY1" fmla="*/ 11837 h 5949573"/>
              <a:gd name="connsiteX2" fmla="*/ 6304235 w 7577047"/>
              <a:gd name="connsiteY2" fmla="*/ 638503 h 5949573"/>
              <a:gd name="connsiteX3" fmla="*/ 6159164 w 7577047"/>
              <a:gd name="connsiteY3" fmla="*/ 903382 h 5949573"/>
              <a:gd name="connsiteX4" fmla="*/ 6161282 w 7577047"/>
              <a:gd name="connsiteY4" fmla="*/ 909843 h 5949573"/>
              <a:gd name="connsiteX5" fmla="*/ 6459895 w 7577047"/>
              <a:gd name="connsiteY5" fmla="*/ 956143 h 5949573"/>
              <a:gd name="connsiteX6" fmla="*/ 7577047 w 7577047"/>
              <a:gd name="connsiteY6" fmla="*/ 407003 h 5949573"/>
              <a:gd name="connsiteX7" fmla="*/ 7577047 w 7577047"/>
              <a:gd name="connsiteY7" fmla="*/ 3261454 h 5949573"/>
              <a:gd name="connsiteX8" fmla="*/ 2564157 w 7577047"/>
              <a:gd name="connsiteY8" fmla="*/ 5735814 h 5949573"/>
              <a:gd name="connsiteX9" fmla="*/ 233491 w 7577047"/>
              <a:gd name="connsiteY9" fmla="*/ 4944407 h 5949573"/>
              <a:gd name="connsiteX10" fmla="*/ 213372 w 7577047"/>
              <a:gd name="connsiteY10" fmla="*/ 4903490 h 5949573"/>
              <a:gd name="connsiteX11" fmla="*/ 1004379 w 7577047"/>
              <a:gd name="connsiteY11" fmla="*/ 2571260 h 5949573"/>
              <a:gd name="connsiteX12" fmla="*/ 2132121 w 7577047"/>
              <a:gd name="connsiteY12" fmla="*/ 2014584 h 5949573"/>
              <a:gd name="connsiteX13" fmla="*/ 2176595 w 7577047"/>
              <a:gd name="connsiteY13" fmla="*/ 2049039 h 5949573"/>
              <a:gd name="connsiteX14" fmla="*/ 2467796 w 7577047"/>
              <a:gd name="connsiteY14" fmla="*/ 2139486 h 5949573"/>
              <a:gd name="connsiteX15" fmla="*/ 2781234 w 7577047"/>
              <a:gd name="connsiteY15" fmla="*/ 2058730 h 5949573"/>
              <a:gd name="connsiteX16" fmla="*/ 6948025 w 7577047"/>
              <a:gd name="connsiteY16" fmla="*/ 0 h 5949573"/>
              <a:gd name="connsiteX0" fmla="*/ 6948025 w 7580006"/>
              <a:gd name="connsiteY0" fmla="*/ 0 h 5949573"/>
              <a:gd name="connsiteX1" fmla="*/ 7580006 w 7580006"/>
              <a:gd name="connsiteY1" fmla="*/ 0 h 5949573"/>
              <a:gd name="connsiteX2" fmla="*/ 6304235 w 7580006"/>
              <a:gd name="connsiteY2" fmla="*/ 638503 h 5949573"/>
              <a:gd name="connsiteX3" fmla="*/ 6159164 w 7580006"/>
              <a:gd name="connsiteY3" fmla="*/ 903382 h 5949573"/>
              <a:gd name="connsiteX4" fmla="*/ 6161282 w 7580006"/>
              <a:gd name="connsiteY4" fmla="*/ 909843 h 5949573"/>
              <a:gd name="connsiteX5" fmla="*/ 6459895 w 7580006"/>
              <a:gd name="connsiteY5" fmla="*/ 956143 h 5949573"/>
              <a:gd name="connsiteX6" fmla="*/ 7577047 w 7580006"/>
              <a:gd name="connsiteY6" fmla="*/ 407003 h 5949573"/>
              <a:gd name="connsiteX7" fmla="*/ 7577047 w 7580006"/>
              <a:gd name="connsiteY7" fmla="*/ 3261454 h 5949573"/>
              <a:gd name="connsiteX8" fmla="*/ 2564157 w 7580006"/>
              <a:gd name="connsiteY8" fmla="*/ 5735814 h 5949573"/>
              <a:gd name="connsiteX9" fmla="*/ 233491 w 7580006"/>
              <a:gd name="connsiteY9" fmla="*/ 4944407 h 5949573"/>
              <a:gd name="connsiteX10" fmla="*/ 213372 w 7580006"/>
              <a:gd name="connsiteY10" fmla="*/ 4903490 h 5949573"/>
              <a:gd name="connsiteX11" fmla="*/ 1004379 w 7580006"/>
              <a:gd name="connsiteY11" fmla="*/ 2571260 h 5949573"/>
              <a:gd name="connsiteX12" fmla="*/ 2132121 w 7580006"/>
              <a:gd name="connsiteY12" fmla="*/ 2014584 h 5949573"/>
              <a:gd name="connsiteX13" fmla="*/ 2176595 w 7580006"/>
              <a:gd name="connsiteY13" fmla="*/ 2049039 h 5949573"/>
              <a:gd name="connsiteX14" fmla="*/ 2467796 w 7580006"/>
              <a:gd name="connsiteY14" fmla="*/ 2139486 h 5949573"/>
              <a:gd name="connsiteX15" fmla="*/ 2781234 w 7580006"/>
              <a:gd name="connsiteY15" fmla="*/ 2058730 h 5949573"/>
              <a:gd name="connsiteX16" fmla="*/ 6948025 w 7580006"/>
              <a:gd name="connsiteY16" fmla="*/ 0 h 5949573"/>
              <a:gd name="connsiteX0" fmla="*/ 6948025 w 7585924"/>
              <a:gd name="connsiteY0" fmla="*/ 0 h 5949573"/>
              <a:gd name="connsiteX1" fmla="*/ 7585924 w 7585924"/>
              <a:gd name="connsiteY1" fmla="*/ 0 h 5949573"/>
              <a:gd name="connsiteX2" fmla="*/ 6304235 w 7585924"/>
              <a:gd name="connsiteY2" fmla="*/ 638503 h 5949573"/>
              <a:gd name="connsiteX3" fmla="*/ 6159164 w 7585924"/>
              <a:gd name="connsiteY3" fmla="*/ 903382 h 5949573"/>
              <a:gd name="connsiteX4" fmla="*/ 6161282 w 7585924"/>
              <a:gd name="connsiteY4" fmla="*/ 909843 h 5949573"/>
              <a:gd name="connsiteX5" fmla="*/ 6459895 w 7585924"/>
              <a:gd name="connsiteY5" fmla="*/ 956143 h 5949573"/>
              <a:gd name="connsiteX6" fmla="*/ 7577047 w 7585924"/>
              <a:gd name="connsiteY6" fmla="*/ 407003 h 5949573"/>
              <a:gd name="connsiteX7" fmla="*/ 7577047 w 7585924"/>
              <a:gd name="connsiteY7" fmla="*/ 3261454 h 5949573"/>
              <a:gd name="connsiteX8" fmla="*/ 2564157 w 7585924"/>
              <a:gd name="connsiteY8" fmla="*/ 5735814 h 5949573"/>
              <a:gd name="connsiteX9" fmla="*/ 233491 w 7585924"/>
              <a:gd name="connsiteY9" fmla="*/ 4944407 h 5949573"/>
              <a:gd name="connsiteX10" fmla="*/ 213372 w 7585924"/>
              <a:gd name="connsiteY10" fmla="*/ 4903490 h 5949573"/>
              <a:gd name="connsiteX11" fmla="*/ 1004379 w 7585924"/>
              <a:gd name="connsiteY11" fmla="*/ 2571260 h 5949573"/>
              <a:gd name="connsiteX12" fmla="*/ 2132121 w 7585924"/>
              <a:gd name="connsiteY12" fmla="*/ 2014584 h 5949573"/>
              <a:gd name="connsiteX13" fmla="*/ 2176595 w 7585924"/>
              <a:gd name="connsiteY13" fmla="*/ 2049039 h 5949573"/>
              <a:gd name="connsiteX14" fmla="*/ 2467796 w 7585924"/>
              <a:gd name="connsiteY14" fmla="*/ 2139486 h 5949573"/>
              <a:gd name="connsiteX15" fmla="*/ 2781234 w 7585924"/>
              <a:gd name="connsiteY15" fmla="*/ 2058730 h 5949573"/>
              <a:gd name="connsiteX16" fmla="*/ 6948025 w 7585924"/>
              <a:gd name="connsiteY16" fmla="*/ 0 h 5949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585924" h="5949573">
                <a:moveTo>
                  <a:pt x="6948025" y="0"/>
                </a:moveTo>
                <a:lnTo>
                  <a:pt x="7585924" y="0"/>
                </a:lnTo>
                <a:lnTo>
                  <a:pt x="6304235" y="638503"/>
                </a:lnTo>
                <a:cubicBezTo>
                  <a:pt x="6304235" y="638503"/>
                  <a:pt x="6082923" y="747254"/>
                  <a:pt x="6159164" y="903382"/>
                </a:cubicBezTo>
                <a:lnTo>
                  <a:pt x="6161282" y="909843"/>
                </a:lnTo>
                <a:cubicBezTo>
                  <a:pt x="6161282" y="909843"/>
                  <a:pt x="6239641" y="1064894"/>
                  <a:pt x="6459895" y="956143"/>
                </a:cubicBezTo>
                <a:lnTo>
                  <a:pt x="7577047" y="407003"/>
                </a:lnTo>
                <a:lnTo>
                  <a:pt x="7577047" y="3261454"/>
                </a:lnTo>
                <a:lnTo>
                  <a:pt x="2564157" y="5735814"/>
                </a:lnTo>
                <a:cubicBezTo>
                  <a:pt x="1003320" y="6506764"/>
                  <a:pt x="233491" y="4944407"/>
                  <a:pt x="233491" y="4944407"/>
                </a:cubicBezTo>
                <a:lnTo>
                  <a:pt x="213372" y="4903490"/>
                </a:lnTo>
                <a:cubicBezTo>
                  <a:pt x="-556457" y="3341133"/>
                  <a:pt x="1004379" y="2571260"/>
                  <a:pt x="1004379" y="2571260"/>
                </a:cubicBezTo>
                <a:lnTo>
                  <a:pt x="2132121" y="2014584"/>
                </a:lnTo>
                <a:cubicBezTo>
                  <a:pt x="2145886" y="2026428"/>
                  <a:pt x="2160712" y="2038272"/>
                  <a:pt x="2176595" y="2049039"/>
                </a:cubicBezTo>
                <a:cubicBezTo>
                  <a:pt x="2245424" y="2096416"/>
                  <a:pt x="2342844" y="2139486"/>
                  <a:pt x="2467796" y="2139486"/>
                </a:cubicBezTo>
                <a:cubicBezTo>
                  <a:pt x="2557803" y="2139486"/>
                  <a:pt x="2661577" y="2117951"/>
                  <a:pt x="2781234" y="2058730"/>
                </a:cubicBezTo>
                <a:lnTo>
                  <a:pt x="6948025" y="0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it-IT" dirty="0"/>
              <a:t>Fare clic sull'icona per inserire un'immagine</a:t>
            </a:r>
            <a:endParaRPr lang="ru-RU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817C11E4-ECA9-9EDF-48B5-BFE2745682D8}"/>
              </a:ext>
            </a:extLst>
          </p:cNvPr>
          <p:cNvSpPr/>
          <p:nvPr userDrawn="1"/>
        </p:nvSpPr>
        <p:spPr>
          <a:xfrm>
            <a:off x="10820400" y="6158837"/>
            <a:ext cx="1371204" cy="699163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CE599211-9659-75D0-2A6A-D297BB9E85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20040712">
            <a:off x="9814636" y="4234767"/>
            <a:ext cx="2458384" cy="949829"/>
          </a:xfrm>
        </p:spPr>
        <p:txBody>
          <a:bodyPr>
            <a:no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Anna Bianchi</a:t>
            </a:r>
          </a:p>
          <a:p>
            <a:pPr lvl="0"/>
            <a:r>
              <a:rPr lang="en-US" dirty="0"/>
              <a:t>LNL-INFN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850568-8B9D-A3D6-643D-45CB103B7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061" y="160235"/>
            <a:ext cx="10515600" cy="1325563"/>
          </a:xfrm>
        </p:spPr>
        <p:txBody>
          <a:bodyPr/>
          <a:lstStyle>
            <a:lvl1pPr>
              <a:defRPr>
                <a:gradFill>
                  <a:gsLst>
                    <a:gs pos="0">
                      <a:srgbClr val="0D4371"/>
                    </a:gs>
                    <a:gs pos="100000">
                      <a:srgbClr val="96D8EF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 err="1"/>
              <a:t>Grazie</a:t>
            </a:r>
            <a:r>
              <a:rPr lang="en-US" dirty="0"/>
              <a:t> per </a:t>
            </a:r>
            <a:r>
              <a:rPr lang="en-US" dirty="0" err="1"/>
              <a:t>l’attenzione</a:t>
            </a:r>
            <a:r>
              <a:rPr lang="en-US" dirty="0"/>
              <a:t>!</a:t>
            </a:r>
            <a:endParaRPr lang="ru-RU" dirty="0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8CE37A73-37C3-CF86-B2D2-23D26B2F0F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3026" y="2134550"/>
            <a:ext cx="4367531" cy="524711"/>
          </a:xfrm>
        </p:spPr>
        <p:txBody>
          <a:bodyPr>
            <a:noAutofit/>
          </a:bodyPr>
          <a:lstStyle>
            <a:lvl1pPr marL="0" indent="0" algn="l">
              <a:buNone/>
              <a:defRPr sz="2800" b="1" i="0">
                <a:solidFill>
                  <a:srgbClr val="0D4371"/>
                </a:solidFill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August Bergqvist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32C97B24-160E-EFD4-C0E7-FA0695F837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2827" y="2948391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2500" b="1" i="0">
                <a:solidFill>
                  <a:srgbClr val="96D8EF"/>
                </a:solidFill>
                <a:latin typeface="+mj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BERGQVIST@EXAMPLE.COM</a:t>
            </a:r>
          </a:p>
        </p:txBody>
      </p:sp>
    </p:spTree>
    <p:extLst>
      <p:ext uri="{BB962C8B-B14F-4D97-AF65-F5344CB8AC3E}">
        <p14:creationId xmlns:p14="http://schemas.microsoft.com/office/powerpoint/2010/main" val="1097616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57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ru-RU" dirty="0"/>
          </a:p>
        </p:txBody>
      </p:sp>
      <p:sp>
        <p:nvSpPr>
          <p:cNvPr id="5" name="Graphic 12">
            <a:extLst>
              <a:ext uri="{FF2B5EF4-FFF2-40B4-BE49-F238E27FC236}">
                <a16:creationId xmlns:a16="http://schemas.microsoft.com/office/drawing/2014/main" id="{8C4DB510-B79E-B3EC-63EC-8130FBEBF39F}"/>
              </a:ext>
            </a:extLst>
          </p:cNvPr>
          <p:cNvSpPr/>
          <p:nvPr userDrawn="1"/>
        </p:nvSpPr>
        <p:spPr>
          <a:xfrm>
            <a:off x="11334292" y="63593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rgbClr val="164376"/>
              </a:gs>
              <a:gs pos="100000">
                <a:srgbClr val="7FC6ED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sz="1200" dirty="0">
              <a:latin typeface="Book Antiqua" panose="02040602050305030304" pitchFamily="18" charset="0"/>
            </a:endParaRPr>
          </a:p>
        </p:txBody>
      </p:sp>
      <p:sp>
        <p:nvSpPr>
          <p:cNvPr id="8" name="Oval 47">
            <a:extLst>
              <a:ext uri="{FF2B5EF4-FFF2-40B4-BE49-F238E27FC236}">
                <a16:creationId xmlns:a16="http://schemas.microsoft.com/office/drawing/2014/main" id="{5935A81A-A591-D00A-3995-015DB34D16F5}"/>
              </a:ext>
            </a:extLst>
          </p:cNvPr>
          <p:cNvSpPr/>
          <p:nvPr userDrawn="1"/>
        </p:nvSpPr>
        <p:spPr>
          <a:xfrm>
            <a:off x="10893420" y="6374530"/>
            <a:ext cx="385200" cy="385200"/>
          </a:xfrm>
          <a:prstGeom prst="ellipse">
            <a:avLst/>
          </a:prstGeom>
          <a:solidFill>
            <a:srgbClr val="164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latin typeface="Book Antiqua" panose="02040602050305030304" pitchFamily="18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5307E45-0314-1525-54AA-E88A5E8B3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3420" y="6403837"/>
            <a:ext cx="549442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Book Antiqua" panose="02040602050305030304" pitchFamily="18" charset="0"/>
              </a:defRPr>
            </a:lvl1pPr>
          </a:lstStyle>
          <a:p>
            <a:fld id="{D495E168-DA5E-4888-8D8A-92B118324C14}" type="slidenum">
              <a:rPr lang="ru-RU" smtClean="0"/>
              <a:pPr/>
              <a:t>‹N›</a:t>
            </a:fld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B710009-1EE0-B7E3-547E-F75F7E62B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76646"/>
            <a:ext cx="6410547" cy="281354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DAFAE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it-IT" dirty="0"/>
              <a:t>Anna Bianchi - </a:t>
            </a:r>
            <a:r>
              <a:rPr lang="it-IT" dirty="0" err="1"/>
              <a:t>AToMiQA</a:t>
            </a:r>
            <a:r>
              <a:rPr lang="it-IT" dirty="0"/>
              <a:t> - 19.11.2024 CSN5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1" r:id="rId2"/>
    <p:sldLayoutId id="2147483649" r:id="rId3"/>
    <p:sldLayoutId id="2147483668" r:id="rId4"/>
    <p:sldLayoutId id="2147483667" r:id="rId5"/>
    <p:sldLayoutId id="2147483666" r:id="rId6"/>
    <p:sldLayoutId id="2147483669" r:id="rId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gradFill>
            <a:gsLst>
              <a:gs pos="0">
                <a:srgbClr val="164376"/>
              </a:gs>
              <a:gs pos="100000">
                <a:srgbClr val="7FC6ED"/>
              </a:gs>
            </a:gsLst>
            <a:lin ang="0" scaled="1"/>
          </a:gradFill>
          <a:latin typeface="Book Antiqua" panose="0204060205030503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64376"/>
          </a:solidFill>
          <a:latin typeface="Book Antiqua" panose="0204060205030503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64376"/>
          </a:solidFill>
          <a:latin typeface="Book Antiqua" panose="0204060205030503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64376"/>
          </a:solidFill>
          <a:latin typeface="Book Antiqua" panose="0204060205030503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64376"/>
          </a:solidFill>
          <a:latin typeface="Book Antiqua" panose="0204060205030503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64376"/>
          </a:solidFill>
          <a:latin typeface="Book Antiqua" panose="020406020503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1.wdp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JP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Layout" Target="../diagrams/layout3.xml"/><Relationship Id="rId7" Type="http://schemas.openxmlformats.org/officeDocument/2006/relationships/image" Target="../media/image2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C9CC-E38A-467A-8F1C-459375F5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991" y="687869"/>
            <a:ext cx="5690680" cy="836228"/>
          </a:xfrm>
        </p:spPr>
        <p:txBody>
          <a:bodyPr/>
          <a:lstStyle/>
          <a:p>
            <a:r>
              <a:rPr lang="en-US" sz="6600" dirty="0" err="1"/>
              <a:t>AToMiQA</a:t>
            </a:r>
            <a:endParaRPr lang="ru-RU" sz="6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D6760C-D868-43F4-99FB-1B78C91F8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991" y="2090756"/>
            <a:ext cx="3128455" cy="3451017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sz="3200" b="1" i="0" u="none" strike="noStrike" baseline="0" dirty="0"/>
              <a:t>A </a:t>
            </a:r>
          </a:p>
          <a:p>
            <a:pPr>
              <a:lnSpc>
                <a:spcPct val="110000"/>
              </a:lnSpc>
            </a:pPr>
            <a:r>
              <a:rPr lang="en-US" sz="3200" b="1" i="0" u="none" strike="noStrike" baseline="0" dirty="0"/>
              <a:t>To</a:t>
            </a:r>
            <a:r>
              <a:rPr lang="en-US" sz="3200" b="0" i="0" u="none" strike="noStrike" baseline="0" dirty="0">
                <a:solidFill>
                  <a:srgbClr val="ADAFAE"/>
                </a:solidFill>
              </a:rPr>
              <a:t>ol for</a:t>
            </a:r>
          </a:p>
          <a:p>
            <a:pPr>
              <a:lnSpc>
                <a:spcPct val="110000"/>
              </a:lnSpc>
            </a:pPr>
            <a:r>
              <a:rPr lang="en-US" sz="3200" b="1" i="0" u="none" strike="noStrike" baseline="0" dirty="0"/>
              <a:t>Mi</a:t>
            </a:r>
            <a:r>
              <a:rPr lang="en-US" sz="3200" b="0" i="0" u="none" strike="noStrike" baseline="0" dirty="0">
                <a:solidFill>
                  <a:srgbClr val="ADAFAE"/>
                </a:solidFill>
              </a:rPr>
              <a:t>crodosimetric</a:t>
            </a:r>
            <a:r>
              <a:rPr lang="en-US" sz="3200" b="0" i="0" u="none" strike="noStrike" baseline="0" dirty="0"/>
              <a:t> </a:t>
            </a:r>
          </a:p>
          <a:p>
            <a:pPr>
              <a:lnSpc>
                <a:spcPct val="110000"/>
              </a:lnSpc>
            </a:pPr>
            <a:r>
              <a:rPr lang="en-US" sz="3200" b="1" i="0" u="none" strike="noStrike" baseline="0" dirty="0"/>
              <a:t>Q</a:t>
            </a:r>
            <a:r>
              <a:rPr lang="en-US" sz="3200" b="0" i="0" u="none" strike="noStrike" baseline="0" dirty="0">
                <a:solidFill>
                  <a:srgbClr val="ADAFAE"/>
                </a:solidFill>
              </a:rPr>
              <a:t>uality</a:t>
            </a:r>
            <a:r>
              <a:rPr lang="en-US" sz="3200" b="0" i="0" u="none" strike="noStrike" baseline="0" dirty="0"/>
              <a:t> </a:t>
            </a:r>
          </a:p>
          <a:p>
            <a:pPr>
              <a:lnSpc>
                <a:spcPct val="110000"/>
              </a:lnSpc>
            </a:pPr>
            <a:r>
              <a:rPr lang="en-US" sz="3200" b="1" i="0" u="none" strike="noStrike" baseline="0" dirty="0"/>
              <a:t>A</a:t>
            </a:r>
            <a:r>
              <a:rPr lang="en-US" sz="3200" b="0" i="0" u="none" strike="noStrike" baseline="0" dirty="0">
                <a:solidFill>
                  <a:srgbClr val="ADAFAE"/>
                </a:solidFill>
              </a:rPr>
              <a:t>ssurance</a:t>
            </a:r>
            <a:endParaRPr lang="en-US" sz="3200" dirty="0">
              <a:solidFill>
                <a:srgbClr val="ADAFAE"/>
              </a:solidFill>
            </a:endParaRPr>
          </a:p>
        </p:txBody>
      </p:sp>
      <p:pic>
        <p:nvPicPr>
          <p:cNvPr id="16" name="Segnaposto immagine 15">
            <a:extLst>
              <a:ext uri="{FF2B5EF4-FFF2-40B4-BE49-F238E27FC236}">
                <a16:creationId xmlns:a16="http://schemas.microsoft.com/office/drawing/2014/main" id="{E89088DC-59D9-6C06-05C5-0DBCDC89304F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/>
          <a:srcRect l="3618" r="3618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CBAE3-CEA3-4EE0-83F6-41CFC54D2B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5822" y="6136425"/>
            <a:ext cx="4367531" cy="52901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19</a:t>
            </a:r>
            <a:r>
              <a:rPr lang="en-US" dirty="0">
                <a:latin typeface="Book Antiqua" panose="02040602050305030304" pitchFamily="18" charset="0"/>
              </a:rPr>
              <a:t> Novembre 2024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6A37FAED-42D0-539D-6D78-BC4777271310}"/>
              </a:ext>
            </a:extLst>
          </p:cNvPr>
          <p:cNvGrpSpPr/>
          <p:nvPr/>
        </p:nvGrpSpPr>
        <p:grpSpPr>
          <a:xfrm>
            <a:off x="3011568" y="1189847"/>
            <a:ext cx="4459056" cy="5241540"/>
            <a:chOff x="1214949" y="2269120"/>
            <a:chExt cx="4459056" cy="5241540"/>
          </a:xfrm>
        </p:grpSpPr>
        <p:pic>
          <p:nvPicPr>
            <p:cNvPr id="5" name="Picture 2" descr="Index of /download/LOGO_DECLINAZIONI/LNL">
              <a:extLst>
                <a:ext uri="{FF2B5EF4-FFF2-40B4-BE49-F238E27FC236}">
                  <a16:creationId xmlns:a16="http://schemas.microsoft.com/office/drawing/2014/main" id="{7A3FF3BD-DF6C-D212-4BBE-F9672E8955E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107"/>
            <a:stretch/>
          </p:blipFill>
          <p:spPr bwMode="auto">
            <a:xfrm>
              <a:off x="2280809" y="2269120"/>
              <a:ext cx="2346066" cy="1090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0" descr="Masterclasses 2022 (1-31 March 2022): Overview · Agenda (Indico)">
              <a:extLst>
                <a:ext uri="{FF2B5EF4-FFF2-40B4-BE49-F238E27FC236}">
                  <a16:creationId xmlns:a16="http://schemas.microsoft.com/office/drawing/2014/main" id="{93097D6A-3907-C1C4-BFAF-2844457F48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49" b="31895"/>
            <a:stretch/>
          </p:blipFill>
          <p:spPr bwMode="auto">
            <a:xfrm>
              <a:off x="1214949" y="4686708"/>
              <a:ext cx="2131720" cy="1015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Index of /download/LOGO_DECLINAZIONI/ROMATRE">
              <a:extLst>
                <a:ext uri="{FF2B5EF4-FFF2-40B4-BE49-F238E27FC236}">
                  <a16:creationId xmlns:a16="http://schemas.microsoft.com/office/drawing/2014/main" id="{8F37A39D-9722-A193-7E20-4CF1683B59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0587" y="6419795"/>
              <a:ext cx="2413418" cy="1090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Segnaposto testo 3">
            <a:extLst>
              <a:ext uri="{FF2B5EF4-FFF2-40B4-BE49-F238E27FC236}">
                <a16:creationId xmlns:a16="http://schemas.microsoft.com/office/drawing/2014/main" id="{E563E3BC-8176-A402-46AB-F54504FEC9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20040712">
            <a:off x="9238658" y="4367679"/>
            <a:ext cx="3065033" cy="949829"/>
          </a:xfrm>
        </p:spPr>
        <p:txBody>
          <a:bodyPr/>
          <a:lstStyle/>
          <a:p>
            <a:r>
              <a:rPr lang="it-IT" dirty="0"/>
              <a:t>Anna Bianchi</a:t>
            </a:r>
          </a:p>
          <a:p>
            <a:r>
              <a:rPr lang="en-US" dirty="0"/>
              <a:t>INFN - LNL</a:t>
            </a:r>
          </a:p>
        </p:txBody>
      </p:sp>
    </p:spTree>
    <p:extLst>
      <p:ext uri="{BB962C8B-B14F-4D97-AF65-F5344CB8AC3E}">
        <p14:creationId xmlns:p14="http://schemas.microsoft.com/office/powerpoint/2010/main" val="165001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39155-1F5E-4F48-B50E-F00D8FC5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Stato</a:t>
            </a:r>
            <a:r>
              <a:rPr lang="en-US" dirty="0"/>
              <a:t> dell’arte</a:t>
            </a:r>
            <a:endParaRPr lang="ru-RU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96B0235-671D-95D9-9DC9-F5EBE6AE9A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3500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BC1A8D-E693-4704-8E11-5AAB4B40B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Microdosimetria in </a:t>
            </a:r>
            <a:r>
              <a:rPr lang="en-US" dirty="0" err="1"/>
              <a:t>clinica</a:t>
            </a:r>
            <a:r>
              <a:rPr lang="en-US" dirty="0"/>
              <a:t> - LET</a:t>
            </a:r>
            <a:endParaRPr lang="ru-RU" dirty="0"/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AF19924C-9707-09F7-BD14-A90045E937FA}"/>
              </a:ext>
            </a:extLst>
          </p:cNvPr>
          <p:cNvSpPr txBox="1">
            <a:spLocks/>
          </p:cNvSpPr>
          <p:nvPr/>
        </p:nvSpPr>
        <p:spPr>
          <a:xfrm>
            <a:off x="10946890" y="6426419"/>
            <a:ext cx="302136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3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18" name="Picture 2" descr="Journal of the ICRU: Sage Journals">
            <a:extLst>
              <a:ext uri="{FF2B5EF4-FFF2-40B4-BE49-F238E27FC236}">
                <a16:creationId xmlns:a16="http://schemas.microsoft.com/office/drawing/2014/main" id="{CEC0C4E4-4963-111A-E99F-7C9929639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636" y="0"/>
            <a:ext cx="2813364" cy="3643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3184A397-A9DB-E604-29A8-89FBA8BD88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8297" y="2650976"/>
            <a:ext cx="7099414" cy="4140568"/>
          </a:xfrm>
          <a:prstGeom prst="rect">
            <a:avLst/>
          </a:prstGeom>
        </p:spPr>
      </p:pic>
      <p:pic>
        <p:nvPicPr>
          <p:cNvPr id="16" name="Immagine 15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BDBECC42-4B6A-3092-C8EF-F6FE4D93D62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8291" y="2650976"/>
            <a:ext cx="7099427" cy="4140568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C31B016-699E-C725-12E9-AB0E0D119B55}"/>
              </a:ext>
            </a:extLst>
          </p:cNvPr>
          <p:cNvSpPr txBox="1"/>
          <p:nvPr/>
        </p:nvSpPr>
        <p:spPr>
          <a:xfrm>
            <a:off x="1801007" y="2967335"/>
            <a:ext cx="2506997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Book Antiqua" panose="02040602050305030304" pitchFamily="18" charset="0"/>
              </a:rPr>
              <a:t>62 MeV SOBP</a:t>
            </a:r>
          </a:p>
          <a:p>
            <a:pPr algn="ctr"/>
            <a:r>
              <a:rPr lang="it-IT" dirty="0">
                <a:latin typeface="Book Antiqua" panose="02040602050305030304" pitchFamily="18" charset="0"/>
              </a:rPr>
              <a:t>CATANA beam line @LNS - INFN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19" name="CasellaDiTesto 33">
            <a:extLst>
              <a:ext uri="{FF2B5EF4-FFF2-40B4-BE49-F238E27FC236}">
                <a16:creationId xmlns:a16="http://schemas.microsoft.com/office/drawing/2014/main" id="{167675BB-706F-67AD-2D91-BDD671246B25}"/>
              </a:ext>
            </a:extLst>
          </p:cNvPr>
          <p:cNvSpPr txBox="1"/>
          <p:nvPr/>
        </p:nvSpPr>
        <p:spPr>
          <a:xfrm>
            <a:off x="3538125" y="4393854"/>
            <a:ext cx="3295198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it-IT" sz="2800" b="1" dirty="0">
                <a:solidFill>
                  <a:srgbClr val="0D4371"/>
                </a:solidFill>
                <a:latin typeface="Book Antiqua" panose="02040602050305030304" pitchFamily="18" charset="0"/>
              </a:rPr>
              <a:t>Possibilità di riprodurre LET</a:t>
            </a:r>
          </a:p>
        </p:txBody>
      </p:sp>
      <p:sp>
        <p:nvSpPr>
          <p:cNvPr id="2" name="Segnaposto piè di pagina 2">
            <a:extLst>
              <a:ext uri="{FF2B5EF4-FFF2-40B4-BE49-F238E27FC236}">
                <a16:creationId xmlns:a16="http://schemas.microsoft.com/office/drawing/2014/main" id="{D0BE221C-2F1F-65FD-3176-1B25C23F05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  <p:sp>
        <p:nvSpPr>
          <p:cNvPr id="5" name="テキスト ボックス 10">
            <a:extLst>
              <a:ext uri="{FF2B5EF4-FFF2-40B4-BE49-F238E27FC236}">
                <a16:creationId xmlns:a16="http://schemas.microsoft.com/office/drawing/2014/main" id="{36410FB6-F1C4-C37B-4271-3E36957A2560}"/>
              </a:ext>
            </a:extLst>
          </p:cNvPr>
          <p:cNvSpPr txBox="1"/>
          <p:nvPr/>
        </p:nvSpPr>
        <p:spPr>
          <a:xfrm>
            <a:off x="10296" y="1182048"/>
            <a:ext cx="12171407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EA5853"/>
            </a:solidFill>
          </a:ln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anose="02040602050305030304" pitchFamily="18" charset="0"/>
              </a:rPr>
              <a:t>When the mean number of charged particles, including delta rays originating outside the site, interacting with the volume of interest is small, </a:t>
            </a:r>
            <a:r>
              <a:rPr kumimoji="0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 panose="02040602050305030304" pitchFamily="18" charset="0"/>
              </a:rPr>
              <a:t>the stochastic nature of the radiation interactions should be considered</a:t>
            </a:r>
            <a:r>
              <a:rPr kumimoji="0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 panose="02040602050305030304" pitchFamily="18" charset="0"/>
              </a:rPr>
              <a:t>. Such a situation will arise when the reciprocal of the particle fluence is comparable to or larger than the cross-sectional area of the volume of interest. </a:t>
            </a:r>
            <a:r>
              <a:rPr kumimoji="0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 panose="02040602050305030304" pitchFamily="18" charset="0"/>
              </a:rPr>
              <a:t>In mixed radiation fields the fluence of the higher LET components should be considered. </a:t>
            </a:r>
          </a:p>
        </p:txBody>
      </p:sp>
      <p:sp>
        <p:nvSpPr>
          <p:cNvPr id="6" name="CasellaDiTesto 33">
            <a:extLst>
              <a:ext uri="{FF2B5EF4-FFF2-40B4-BE49-F238E27FC236}">
                <a16:creationId xmlns:a16="http://schemas.microsoft.com/office/drawing/2014/main" id="{74981A7B-9825-9A03-25E5-E961E5F989AF}"/>
              </a:ext>
            </a:extLst>
          </p:cNvPr>
          <p:cNvSpPr txBox="1"/>
          <p:nvPr/>
        </p:nvSpPr>
        <p:spPr>
          <a:xfrm>
            <a:off x="8172450" y="4080704"/>
            <a:ext cx="3860303" cy="1569660"/>
          </a:xfrm>
          <a:prstGeom prst="rect">
            <a:avLst/>
          </a:prstGeom>
          <a:solidFill>
            <a:srgbClr val="EA5853"/>
          </a:solidFill>
          <a:ln w="28575">
            <a:solidFill>
              <a:srgbClr val="B21A16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it-IT" sz="3200" b="1" dirty="0">
                <a:solidFill>
                  <a:schemeClr val="bg1"/>
                </a:solidFill>
                <a:latin typeface="Book Antiqua" panose="02040602050305030304" pitchFamily="18" charset="0"/>
              </a:rPr>
              <a:t>TPS con qualità di radiazione - RQ </a:t>
            </a:r>
          </a:p>
          <a:p>
            <a:pPr algn="ctr">
              <a:defRPr/>
            </a:pPr>
            <a:r>
              <a:rPr lang="it-IT" sz="3200" b="1" dirty="0">
                <a:solidFill>
                  <a:schemeClr val="bg1"/>
                </a:solidFill>
                <a:latin typeface="Book Antiqua" panose="02040602050305030304" pitchFamily="18" charset="0"/>
              </a:rPr>
              <a:t>(RBE-LET)</a:t>
            </a:r>
          </a:p>
        </p:txBody>
      </p:sp>
    </p:spTree>
    <p:extLst>
      <p:ext uri="{BB962C8B-B14F-4D97-AF65-F5344CB8AC3E}">
        <p14:creationId xmlns:p14="http://schemas.microsoft.com/office/powerpoint/2010/main" val="246385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DFC12-4D50-FF02-4671-44910377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475447-755D-955D-DD5A-FC07F4284C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Microdosimetria in </a:t>
            </a:r>
            <a:r>
              <a:rPr lang="en-US" dirty="0" err="1"/>
              <a:t>clinica</a:t>
            </a:r>
            <a:r>
              <a:rPr lang="en-US" dirty="0"/>
              <a:t> - RBE</a:t>
            </a:r>
            <a:endParaRPr lang="ru-RU" dirty="0"/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952C2B94-60E0-E2D0-5AF5-29D0ADB40405}"/>
              </a:ext>
            </a:extLst>
          </p:cNvPr>
          <p:cNvSpPr txBox="1">
            <a:spLocks/>
          </p:cNvSpPr>
          <p:nvPr/>
        </p:nvSpPr>
        <p:spPr>
          <a:xfrm>
            <a:off x="10946890" y="6426419"/>
            <a:ext cx="302136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4</a:t>
            </a:r>
            <a:endParaRPr lang="ru-RU" b="1" dirty="0">
              <a:solidFill>
                <a:schemeClr val="bg1"/>
              </a:solidFill>
            </a:endParaRP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5EA5D9CE-B306-B1F0-8258-A8062B4EEBD4}"/>
              </a:ext>
            </a:extLst>
          </p:cNvPr>
          <p:cNvGrpSpPr/>
          <p:nvPr/>
        </p:nvGrpSpPr>
        <p:grpSpPr>
          <a:xfrm>
            <a:off x="252893" y="1605158"/>
            <a:ext cx="7966989" cy="4716000"/>
            <a:chOff x="244980" y="1546772"/>
            <a:chExt cx="7966989" cy="4716000"/>
          </a:xfrm>
        </p:grpSpPr>
        <p:pic>
          <p:nvPicPr>
            <p:cNvPr id="9" name="Immagine 8" descr="Immagine che contiene testo, linea, diagramma, schermata&#10;&#10;Descrizione generata automaticamente">
              <a:extLst>
                <a:ext uri="{FF2B5EF4-FFF2-40B4-BE49-F238E27FC236}">
                  <a16:creationId xmlns:a16="http://schemas.microsoft.com/office/drawing/2014/main" id="{EAA75101-F17F-8C2C-5517-4F02E1C3E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980" y="1546772"/>
              <a:ext cx="7966989" cy="4716000"/>
            </a:xfrm>
            <a:prstGeom prst="rect">
              <a:avLst/>
            </a:prstGeom>
          </p:spPr>
        </p:pic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02F1D44D-28FC-3611-E7B8-26D3BF5CB4E6}"/>
                </a:ext>
              </a:extLst>
            </p:cNvPr>
            <p:cNvSpPr txBox="1"/>
            <p:nvPr/>
          </p:nvSpPr>
          <p:spPr>
            <a:xfrm>
              <a:off x="1317577" y="4535713"/>
              <a:ext cx="27222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b="1" dirty="0">
                  <a:solidFill>
                    <a:srgbClr val="1F6BFF"/>
                  </a:solidFill>
                </a:rPr>
                <a:t>RBE</a:t>
              </a:r>
              <a:r>
                <a:rPr lang="it-IT" sz="2000" b="1" baseline="-25000" dirty="0">
                  <a:solidFill>
                    <a:srgbClr val="1F6BFF"/>
                  </a:solidFill>
                </a:rPr>
                <a:t>10</a:t>
              </a:r>
              <a:r>
                <a:rPr lang="it-IT" sz="2000" b="1" dirty="0">
                  <a:solidFill>
                    <a:srgbClr val="1F6BFF"/>
                  </a:solidFill>
                </a:rPr>
                <a:t> – U87 </a:t>
              </a:r>
              <a:r>
                <a:rPr lang="it-IT" sz="2000" b="1" dirty="0" err="1">
                  <a:solidFill>
                    <a:srgbClr val="1F6BFF"/>
                  </a:solidFill>
                </a:rPr>
                <a:t>cell</a:t>
              </a:r>
              <a:r>
                <a:rPr lang="it-IT" sz="2000" b="1" dirty="0">
                  <a:solidFill>
                    <a:srgbClr val="1F6BFF"/>
                  </a:solidFill>
                </a:rPr>
                <a:t> line</a:t>
              </a:r>
              <a:endParaRPr lang="en-US" sz="2000" b="1" dirty="0">
                <a:solidFill>
                  <a:srgbClr val="1F6BFF"/>
                </a:solidFill>
              </a:endParaRPr>
            </a:p>
          </p:txBody>
        </p:sp>
      </p:grp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7A01E67-96AB-4DCC-188B-BE768512171D}"/>
              </a:ext>
            </a:extLst>
          </p:cNvPr>
          <p:cNvSpPr txBox="1"/>
          <p:nvPr/>
        </p:nvSpPr>
        <p:spPr>
          <a:xfrm>
            <a:off x="1486416" y="2442518"/>
            <a:ext cx="3089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 err="1"/>
              <a:t>Chaudary</a:t>
            </a:r>
            <a:r>
              <a:rPr lang="it-IT" sz="1000" dirty="0"/>
              <a:t> et al., Int J </a:t>
            </a:r>
            <a:r>
              <a:rPr lang="it-IT" sz="1000" dirty="0" err="1"/>
              <a:t>Radiat</a:t>
            </a:r>
            <a:r>
              <a:rPr lang="it-IT" sz="1000" dirty="0"/>
              <a:t> </a:t>
            </a:r>
            <a:r>
              <a:rPr lang="it-IT" sz="1000" dirty="0" err="1"/>
              <a:t>Oncol</a:t>
            </a:r>
            <a:r>
              <a:rPr lang="it-IT" sz="1000" dirty="0"/>
              <a:t> </a:t>
            </a:r>
            <a:r>
              <a:rPr lang="it-IT" sz="1000" dirty="0" err="1"/>
              <a:t>Biol</a:t>
            </a:r>
            <a:r>
              <a:rPr lang="it-IT" sz="1000" dirty="0"/>
              <a:t> </a:t>
            </a:r>
            <a:r>
              <a:rPr lang="it-IT" sz="1000" dirty="0" err="1"/>
              <a:t>Phys</a:t>
            </a:r>
            <a:r>
              <a:rPr lang="it-IT" sz="1000" dirty="0"/>
              <a:t>. 2014 Sep 1;90(1):27-35. </a:t>
            </a:r>
            <a:r>
              <a:rPr lang="it-IT" sz="1000" dirty="0" err="1"/>
              <a:t>doi</a:t>
            </a:r>
            <a:r>
              <a:rPr lang="it-IT" sz="1000" dirty="0"/>
              <a:t>: 10.1016/j.ijrobp.2014.05.010.</a:t>
            </a:r>
            <a:r>
              <a:rPr lang="it-IT" dirty="0"/>
              <a:t>  </a:t>
            </a:r>
            <a:endParaRPr lang="en-US" dirty="0"/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957B7E90-A953-82DC-75B2-77E0CAB01314}"/>
              </a:ext>
            </a:extLst>
          </p:cNvPr>
          <p:cNvCxnSpPr>
            <a:cxnSpLocks/>
          </p:cNvCxnSpPr>
          <p:nvPr/>
        </p:nvCxnSpPr>
        <p:spPr>
          <a:xfrm>
            <a:off x="1150069" y="4477732"/>
            <a:ext cx="70415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48C96B5-5A30-0683-FFB5-B7FBFBF85406}"/>
              </a:ext>
            </a:extLst>
          </p:cNvPr>
          <p:cNvSpPr txBox="1"/>
          <p:nvPr/>
        </p:nvSpPr>
        <p:spPr>
          <a:xfrm>
            <a:off x="1404594" y="4117827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  <a:latin typeface="Book Antiqua" panose="02040602050305030304" pitchFamily="18" charset="0"/>
              </a:rPr>
              <a:t>RBE = 1.1</a:t>
            </a:r>
            <a:endParaRPr lang="en-US" dirty="0">
              <a:solidFill>
                <a:srgbClr val="FF0000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7BF0A045-3A7D-396B-AAB2-28CB944C73C3}"/>
              </a:ext>
            </a:extLst>
          </p:cNvPr>
          <p:cNvGrpSpPr/>
          <p:nvPr/>
        </p:nvGrpSpPr>
        <p:grpSpPr>
          <a:xfrm>
            <a:off x="8352434" y="1367936"/>
            <a:ext cx="4148948" cy="2425054"/>
            <a:chOff x="8352434" y="1367936"/>
            <a:chExt cx="4148948" cy="2425054"/>
          </a:xfrm>
        </p:grpSpPr>
        <p:pic>
          <p:nvPicPr>
            <p:cNvPr id="7" name="Immagine 6" descr="Immagine che contiene testo, linea, Diagramma, diagramma&#10;&#10;Descrizione generata automaticamente">
              <a:extLst>
                <a:ext uri="{FF2B5EF4-FFF2-40B4-BE49-F238E27FC236}">
                  <a16:creationId xmlns:a16="http://schemas.microsoft.com/office/drawing/2014/main" id="{0DBC6B18-216A-9A34-8831-D20FE243F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52434" y="1615266"/>
              <a:ext cx="3578574" cy="2177724"/>
            </a:xfrm>
            <a:prstGeom prst="rect">
              <a:avLst/>
            </a:prstGeom>
          </p:spPr>
        </p:pic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A93C6883-06BA-C8E6-C41A-7AD77A6970EB}"/>
                </a:ext>
              </a:extLst>
            </p:cNvPr>
            <p:cNvSpPr txBox="1"/>
            <p:nvPr/>
          </p:nvSpPr>
          <p:spPr>
            <a:xfrm>
              <a:off x="8615218" y="1367936"/>
              <a:ext cx="38861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b="0" dirty="0" err="1">
                  <a:effectLst/>
                  <a:latin typeface="Gill Sans MT" panose="020B0502020104020203" pitchFamily="34" charset="0"/>
                </a:rPr>
                <a:t>Pihet</a:t>
              </a:r>
              <a:r>
                <a:rPr lang="fr-FR" sz="1000" b="0" dirty="0">
                  <a:effectLst/>
                  <a:latin typeface="Gill Sans MT" panose="020B0502020104020203" pitchFamily="34" charset="0"/>
                </a:rPr>
                <a:t> et al., </a:t>
              </a:r>
              <a:r>
                <a:rPr lang="fr-FR" sz="1000" b="0" dirty="0" err="1">
                  <a:effectLst/>
                  <a:latin typeface="Gill Sans MT" panose="020B0502020104020203" pitchFamily="34" charset="0"/>
                </a:rPr>
                <a:t>Radiat</a:t>
              </a:r>
              <a:r>
                <a:rPr lang="fr-FR" sz="1000" b="0" dirty="0">
                  <a:effectLst/>
                  <a:latin typeface="Gill Sans MT" panose="020B0502020104020203" pitchFamily="34" charset="0"/>
                </a:rPr>
                <a:t> Prot Dos, Vol.31(1-4</a:t>
              </a:r>
              <a:r>
                <a:rPr lang="fr-FR" sz="1000" dirty="0">
                  <a:latin typeface="Gill Sans MT" panose="020B0502020104020203" pitchFamily="34" charset="0"/>
                </a:rPr>
                <a:t>), </a:t>
              </a:r>
              <a:r>
                <a:rPr lang="fr-FR" sz="1000" b="0" dirty="0">
                  <a:effectLst/>
                  <a:latin typeface="Gill Sans MT" panose="020B0502020104020203" pitchFamily="34" charset="0"/>
                </a:rPr>
                <a:t>1990 </a:t>
              </a:r>
              <a:r>
                <a:rPr lang="fr-FR" sz="1000" b="0" u="none" strike="noStrike" dirty="0">
                  <a:effectLst/>
                  <a:latin typeface="Gill Sans MT" panose="020B0502020104020203" pitchFamily="34" charset="0"/>
                </a:rPr>
                <a:t>https://doi.org/10.1093/oxfordjournals.rpd.a080709</a:t>
              </a:r>
              <a:endParaRPr lang="en-US" dirty="0">
                <a:latin typeface="Gill Sans MT" panose="020B0502020104020203" pitchFamily="34" charset="0"/>
              </a:endParaRPr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EC62BF8-EE31-030C-B339-0E4B5A813EC9}"/>
              </a:ext>
            </a:extLst>
          </p:cNvPr>
          <p:cNvSpPr txBox="1"/>
          <p:nvPr/>
        </p:nvSpPr>
        <p:spPr>
          <a:xfrm>
            <a:off x="4438835" y="977566"/>
            <a:ext cx="3781047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Book Antiqua" panose="02040602050305030304" pitchFamily="18" charset="0"/>
              </a:rPr>
              <a:t>62 MeV SOBP</a:t>
            </a:r>
          </a:p>
          <a:p>
            <a:pPr algn="ctr"/>
            <a:r>
              <a:rPr lang="it-IT" dirty="0">
                <a:latin typeface="Book Antiqua" panose="02040602050305030304" pitchFamily="18" charset="0"/>
              </a:rPr>
              <a:t>CATANA beam line @LNS - INFN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17" name="CasellaDiTesto 33">
            <a:extLst>
              <a:ext uri="{FF2B5EF4-FFF2-40B4-BE49-F238E27FC236}">
                <a16:creationId xmlns:a16="http://schemas.microsoft.com/office/drawing/2014/main" id="{8587A5AC-0AAD-ECB8-3210-8E54B02B4B2A}"/>
              </a:ext>
            </a:extLst>
          </p:cNvPr>
          <p:cNvSpPr txBox="1"/>
          <p:nvPr/>
        </p:nvSpPr>
        <p:spPr>
          <a:xfrm>
            <a:off x="4623479" y="3100300"/>
            <a:ext cx="2945042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it-IT" sz="2800" b="1" dirty="0">
                <a:solidFill>
                  <a:srgbClr val="0D4371"/>
                </a:solidFill>
                <a:latin typeface="Book Antiqua" panose="02040602050305030304" pitchFamily="18" charset="0"/>
              </a:rPr>
              <a:t>Possibilità di riprodurre RBE</a:t>
            </a:r>
          </a:p>
        </p:txBody>
      </p:sp>
      <p:sp>
        <p:nvSpPr>
          <p:cNvPr id="2" name="Segnaposto piè di pagina 2">
            <a:extLst>
              <a:ext uri="{FF2B5EF4-FFF2-40B4-BE49-F238E27FC236}">
                <a16:creationId xmlns:a16="http://schemas.microsoft.com/office/drawing/2014/main" id="{36965D46-CD84-CDA9-0324-CC72E78C5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656BAD0-C22E-3BA8-04F8-9D44160989E3}"/>
              </a:ext>
            </a:extLst>
          </p:cNvPr>
          <p:cNvSpPr txBox="1"/>
          <p:nvPr/>
        </p:nvSpPr>
        <p:spPr>
          <a:xfrm>
            <a:off x="8655774" y="4794154"/>
            <a:ext cx="3277815" cy="1328023"/>
          </a:xfrm>
          <a:prstGeom prst="roundRect">
            <a:avLst/>
          </a:prstGeom>
          <a:solidFill>
            <a:srgbClr val="96D8EF"/>
          </a:solidFill>
          <a:ln w="28575">
            <a:solidFill>
              <a:srgbClr val="0D437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it-IT" sz="2400" b="1" dirty="0">
                <a:solidFill>
                  <a:schemeClr val="bg1"/>
                </a:solidFill>
                <a:latin typeface="Book Antiqua" panose="02040602050305030304" pitchFamily="18" charset="0"/>
              </a:rPr>
              <a:t>Servono strumenti per introdurre nuova QA per la RQ</a:t>
            </a:r>
          </a:p>
        </p:txBody>
      </p:sp>
      <p:pic>
        <p:nvPicPr>
          <p:cNvPr id="11" name="Immagine 10" descr="Immagine che contiene testo, linea, schermata, diagramma&#10;&#10;Descrizione generata automaticamente">
            <a:extLst>
              <a:ext uri="{FF2B5EF4-FFF2-40B4-BE49-F238E27FC236}">
                <a16:creationId xmlns:a16="http://schemas.microsoft.com/office/drawing/2014/main" id="{396F05BF-B6C0-DC1C-0320-485E5875780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2893" y="1605158"/>
            <a:ext cx="7966989" cy="4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47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3F240-0F9F-18F5-E00B-12C83BEE9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15553E-F6A1-4050-D758-EA6AF947B2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Rivelatori</a:t>
            </a:r>
            <a:endParaRPr lang="ru-RU" dirty="0"/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80946EE1-9F6A-FBB2-7044-B6CCA1DEF0ED}"/>
              </a:ext>
            </a:extLst>
          </p:cNvPr>
          <p:cNvSpPr txBox="1">
            <a:spLocks/>
          </p:cNvSpPr>
          <p:nvPr/>
        </p:nvSpPr>
        <p:spPr>
          <a:xfrm>
            <a:off x="10946890" y="6426419"/>
            <a:ext cx="302136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5</a:t>
            </a:r>
            <a:endParaRPr lang="ru-RU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Diagramma 19">
            <a:extLst>
              <a:ext uri="{FF2B5EF4-FFF2-40B4-BE49-F238E27FC236}">
                <a16:creationId xmlns:a16="http://schemas.microsoft.com/office/drawing/2014/main" id="{E8BDAE0B-F1B1-DE5D-C61D-1E5B59A034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4607441"/>
              </p:ext>
            </p:extLst>
          </p:nvPr>
        </p:nvGraphicFramePr>
        <p:xfrm>
          <a:off x="89442" y="1047675"/>
          <a:ext cx="5246255" cy="5418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EB6E6CAB-B159-ACF5-7FD2-110A14DDDB86}"/>
              </a:ext>
            </a:extLst>
          </p:cNvPr>
          <p:cNvSpPr/>
          <p:nvPr/>
        </p:nvSpPr>
        <p:spPr>
          <a:xfrm>
            <a:off x="89442" y="1255822"/>
            <a:ext cx="2571496" cy="5131862"/>
          </a:xfrm>
          <a:prstGeom prst="roundRect">
            <a:avLst/>
          </a:prstGeom>
          <a:noFill/>
          <a:ln w="38100" cap="flat">
            <a:solidFill>
              <a:srgbClr val="5BB51D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4C5FCA0-9D16-94F1-0070-C12A600CB1D1}"/>
              </a:ext>
            </a:extLst>
          </p:cNvPr>
          <p:cNvSpPr txBox="1"/>
          <p:nvPr/>
        </p:nvSpPr>
        <p:spPr>
          <a:xfrm>
            <a:off x="229622" y="1357200"/>
            <a:ext cx="233910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500" dirty="0" err="1">
                <a:solidFill>
                  <a:srgbClr val="5BB51D"/>
                </a:solidFill>
                <a:latin typeface="Book Antiqua" panose="02040602050305030304" pitchFamily="18" charset="0"/>
              </a:rPr>
              <a:t>TEPCs</a:t>
            </a:r>
            <a:endParaRPr lang="en-US" sz="5500" dirty="0">
              <a:solidFill>
                <a:srgbClr val="5BB51D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Segnaposto piè di pagina 2">
            <a:extLst>
              <a:ext uri="{FF2B5EF4-FFF2-40B4-BE49-F238E27FC236}">
                <a16:creationId xmlns:a16="http://schemas.microsoft.com/office/drawing/2014/main" id="{4A2220AD-74B9-B360-E517-CCC0054F0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  <p:graphicFrame>
        <p:nvGraphicFramePr>
          <p:cNvPr id="8" name="Diagramma 7">
            <a:extLst>
              <a:ext uri="{FF2B5EF4-FFF2-40B4-BE49-F238E27FC236}">
                <a16:creationId xmlns:a16="http://schemas.microsoft.com/office/drawing/2014/main" id="{5D768B22-F755-6531-DB75-22C2D010A6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6861169"/>
              </p:ext>
            </p:extLst>
          </p:nvPr>
        </p:nvGraphicFramePr>
        <p:xfrm>
          <a:off x="3554647" y="229850"/>
          <a:ext cx="10383935" cy="6628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4216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>
        <p:bldAsOne/>
      </p:bldGraphic>
      <p:bldP spid="31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40BA7-3AED-ED81-C649-C175A777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02DB80-7711-952B-C8BE-B269931751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Mini-TEPC</a:t>
            </a:r>
            <a:endParaRPr lang="ru-RU" dirty="0"/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23A2409C-AF35-0F9A-8128-6D7428D50CF0}"/>
              </a:ext>
            </a:extLst>
          </p:cNvPr>
          <p:cNvSpPr txBox="1">
            <a:spLocks/>
          </p:cNvSpPr>
          <p:nvPr/>
        </p:nvSpPr>
        <p:spPr>
          <a:xfrm>
            <a:off x="10946890" y="6426419"/>
            <a:ext cx="302136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6</a:t>
            </a:r>
            <a:endParaRPr lang="ru-RU" b="1" dirty="0">
              <a:solidFill>
                <a:schemeClr val="bg1"/>
              </a:solidFill>
            </a:endParaRPr>
          </a:p>
        </p:txBody>
      </p: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9832AA3F-EC5E-3D8F-416E-EDDA4E8A0131}"/>
              </a:ext>
            </a:extLst>
          </p:cNvPr>
          <p:cNvGrpSpPr/>
          <p:nvPr/>
        </p:nvGrpSpPr>
        <p:grpSpPr>
          <a:xfrm>
            <a:off x="124073" y="1232357"/>
            <a:ext cx="2535265" cy="5072573"/>
            <a:chOff x="916448" y="1425507"/>
            <a:chExt cx="2535265" cy="5072573"/>
          </a:xfrm>
        </p:grpSpPr>
        <p:pic>
          <p:nvPicPr>
            <p:cNvPr id="13" name="Picture 5" descr="A picture containing wall, design, red&#10;&#10;Description automatically generated">
              <a:extLst>
                <a:ext uri="{FF2B5EF4-FFF2-40B4-BE49-F238E27FC236}">
                  <a16:creationId xmlns:a16="http://schemas.microsoft.com/office/drawing/2014/main" id="{BF06B361-5BD7-EDF9-44BD-818BC3FCFF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86" b="20156"/>
            <a:stretch/>
          </p:blipFill>
          <p:spPr>
            <a:xfrm rot="5400000">
              <a:off x="-133883" y="2514628"/>
              <a:ext cx="4466038" cy="2287797"/>
            </a:xfrm>
            <a:prstGeom prst="rect">
              <a:avLst/>
            </a:prstGeom>
          </p:spPr>
        </p:pic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87B691F5-F61D-0DE1-6858-329A1F734587}"/>
                </a:ext>
              </a:extLst>
            </p:cNvPr>
            <p:cNvSpPr/>
            <p:nvPr/>
          </p:nvSpPr>
          <p:spPr>
            <a:xfrm>
              <a:off x="2078222" y="1425507"/>
              <a:ext cx="1164814" cy="89502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dirty="0"/>
            </a:p>
          </p:txBody>
        </p:sp>
        <p:sp>
          <p:nvSpPr>
            <p:cNvPr id="14" name="CasellaDiTesto 33">
              <a:extLst>
                <a:ext uri="{FF2B5EF4-FFF2-40B4-BE49-F238E27FC236}">
                  <a16:creationId xmlns:a16="http://schemas.microsoft.com/office/drawing/2014/main" id="{C970B7FE-03DF-4C8C-7C5B-B2D6EB2C8124}"/>
                </a:ext>
              </a:extLst>
            </p:cNvPr>
            <p:cNvSpPr txBox="1"/>
            <p:nvPr/>
          </p:nvSpPr>
          <p:spPr>
            <a:xfrm>
              <a:off x="916448" y="5790194"/>
              <a:ext cx="2326588" cy="707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GB" sz="2000" b="1" dirty="0">
                  <a:solidFill>
                    <a:srgbClr val="0D4371"/>
                  </a:solidFill>
                  <a:latin typeface="Book Antiqua" panose="02040602050305030304" pitchFamily="18" charset="0"/>
                </a:rPr>
                <a:t>0.8 mm</a:t>
              </a:r>
              <a:r>
                <a:rPr lang="en-GB" sz="2000" b="1" baseline="30000" dirty="0">
                  <a:solidFill>
                    <a:srgbClr val="0D4371"/>
                  </a:solidFill>
                  <a:latin typeface="Book Antiqua" panose="02040602050305030304" pitchFamily="18" charset="0"/>
                </a:rPr>
                <a:t>3</a:t>
              </a:r>
              <a:r>
                <a:rPr lang="en-GB" sz="2000" b="1" dirty="0">
                  <a:solidFill>
                    <a:srgbClr val="0D4371"/>
                  </a:solidFill>
                  <a:latin typeface="Book Antiqua" panose="02040602050305030304" pitchFamily="18" charset="0"/>
                </a:rPr>
                <a:t> volume</a:t>
              </a:r>
            </a:p>
            <a:p>
              <a:pPr algn="ctr">
                <a:defRPr/>
              </a:pPr>
              <a:r>
                <a:rPr lang="en-GB" sz="2000" b="1" dirty="0">
                  <a:solidFill>
                    <a:srgbClr val="0D4371"/>
                  </a:solidFill>
                  <a:latin typeface="Book Antiqua" panose="02040602050305030304" pitchFamily="18" charset="0"/>
                </a:rPr>
                <a:t> </a:t>
              </a:r>
              <a:r>
                <a:rPr lang="en-GB" sz="2000" b="1" dirty="0" err="1">
                  <a:solidFill>
                    <a:srgbClr val="0D4371"/>
                  </a:solidFill>
                  <a:latin typeface="Book Antiqua" panose="02040602050305030304" pitchFamily="18" charset="0"/>
                </a:rPr>
                <a:t>sensibile</a:t>
              </a:r>
              <a:endParaRPr lang="it-IT" sz="2000" b="1" dirty="0">
                <a:solidFill>
                  <a:srgbClr val="0D4371"/>
                </a:solidFill>
                <a:latin typeface="Book Antiqua" panose="02040602050305030304" pitchFamily="18" charset="0"/>
              </a:endParaRPr>
            </a:p>
          </p:txBody>
        </p:sp>
        <p:pic>
          <p:nvPicPr>
            <p:cNvPr id="15" name="Picture 2" descr="Index of /download/LOGO_DECLINAZIONI/LNL">
              <a:extLst>
                <a:ext uri="{FF2B5EF4-FFF2-40B4-BE49-F238E27FC236}">
                  <a16:creationId xmlns:a16="http://schemas.microsoft.com/office/drawing/2014/main" id="{35AADEDF-7E61-F472-94CE-8C49B49778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107"/>
            <a:stretch/>
          </p:blipFill>
          <p:spPr bwMode="auto">
            <a:xfrm>
              <a:off x="1929300" y="1523673"/>
              <a:ext cx="1522413" cy="707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" name="Gruppo 39">
            <a:extLst>
              <a:ext uri="{FF2B5EF4-FFF2-40B4-BE49-F238E27FC236}">
                <a16:creationId xmlns:a16="http://schemas.microsoft.com/office/drawing/2014/main" id="{7DBC2EE3-F4DF-B448-E3B6-503BB7DE7528}"/>
              </a:ext>
            </a:extLst>
          </p:cNvPr>
          <p:cNvGrpSpPr/>
          <p:nvPr/>
        </p:nvGrpSpPr>
        <p:grpSpPr>
          <a:xfrm>
            <a:off x="2735947" y="737099"/>
            <a:ext cx="5708853" cy="3273003"/>
            <a:chOff x="2530670" y="777739"/>
            <a:chExt cx="5940959" cy="3425810"/>
          </a:xfrm>
        </p:grpSpPr>
        <p:pic>
          <p:nvPicPr>
            <p:cNvPr id="6" name="Immagine 5" descr="Immagine che contiene testo, schermata, linea, Diagramma&#10;&#10;Descrizione generata automaticamente">
              <a:extLst>
                <a:ext uri="{FF2B5EF4-FFF2-40B4-BE49-F238E27FC236}">
                  <a16:creationId xmlns:a16="http://schemas.microsoft.com/office/drawing/2014/main" id="{E1E70BFB-8A53-31DB-CE0A-8CCD01114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3459"/>
            <a:stretch/>
          </p:blipFill>
          <p:spPr>
            <a:xfrm>
              <a:off x="2530670" y="1108493"/>
              <a:ext cx="5940959" cy="3095056"/>
            </a:xfrm>
            <a:prstGeom prst="rect">
              <a:avLst/>
            </a:prstGeom>
          </p:spPr>
        </p:pic>
        <p:pic>
          <p:nvPicPr>
            <p:cNvPr id="32" name="Immagine 31">
              <a:extLst>
                <a:ext uri="{FF2B5EF4-FFF2-40B4-BE49-F238E27FC236}">
                  <a16:creationId xmlns:a16="http://schemas.microsoft.com/office/drawing/2014/main" id="{066CDF3D-78B0-977B-56D5-0BEF77BE2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155829" y="1038475"/>
              <a:ext cx="5306865" cy="226475"/>
            </a:xfrm>
            <a:prstGeom prst="rect">
              <a:avLst/>
            </a:prstGeom>
          </p:spPr>
        </p:pic>
        <p:pic>
          <p:nvPicPr>
            <p:cNvPr id="35" name="Immagine 34">
              <a:extLst>
                <a:ext uri="{FF2B5EF4-FFF2-40B4-BE49-F238E27FC236}">
                  <a16:creationId xmlns:a16="http://schemas.microsoft.com/office/drawing/2014/main" id="{0BED3B53-2A36-19EC-68AA-FBEDD8FBC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06672" y="777739"/>
              <a:ext cx="1668108" cy="244411"/>
            </a:xfrm>
            <a:prstGeom prst="rect">
              <a:avLst/>
            </a:prstGeom>
          </p:spPr>
        </p:pic>
      </p:grp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57148230-BC79-0747-E3E6-F5AD32C49F46}"/>
              </a:ext>
            </a:extLst>
          </p:cNvPr>
          <p:cNvGrpSpPr/>
          <p:nvPr/>
        </p:nvGrpSpPr>
        <p:grpSpPr>
          <a:xfrm>
            <a:off x="7407806" y="1817104"/>
            <a:ext cx="4734994" cy="3566479"/>
            <a:chOff x="3877738" y="1794096"/>
            <a:chExt cx="4734994" cy="3566479"/>
          </a:xfrm>
        </p:grpSpPr>
        <p:pic>
          <p:nvPicPr>
            <p:cNvPr id="17" name="Immagine 16">
              <a:extLst>
                <a:ext uri="{FF2B5EF4-FFF2-40B4-BE49-F238E27FC236}">
                  <a16:creationId xmlns:a16="http://schemas.microsoft.com/office/drawing/2014/main" id="{00DDF7B9-31F6-1254-111C-9049D8199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556594" y="1794096"/>
              <a:ext cx="2530412" cy="1639509"/>
            </a:xfrm>
            <a:prstGeom prst="rect">
              <a:avLst/>
            </a:prstGeom>
          </p:spPr>
        </p:pic>
        <p:sp>
          <p:nvSpPr>
            <p:cNvPr id="2" name="CasellaDiTesto 1">
              <a:extLst>
                <a:ext uri="{FF2B5EF4-FFF2-40B4-BE49-F238E27FC236}">
                  <a16:creationId xmlns:a16="http://schemas.microsoft.com/office/drawing/2014/main" id="{129EA1E7-6710-9A17-4657-1BEA1AF500A8}"/>
                </a:ext>
              </a:extLst>
            </p:cNvPr>
            <p:cNvSpPr txBox="1"/>
            <p:nvPr/>
          </p:nvSpPr>
          <p:spPr>
            <a:xfrm>
              <a:off x="5415296" y="2596678"/>
              <a:ext cx="3197436" cy="400110"/>
            </a:xfrm>
            <a:prstGeom prst="rect">
              <a:avLst/>
            </a:prstGeom>
            <a:solidFill>
              <a:srgbClr val="64B5F6"/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lvl="0" algn="ctr"/>
              <a:r>
                <a:rPr lang="it-IT" sz="2000" b="1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Clinico</a:t>
              </a:r>
              <a:r>
                <a:rPr lang="it-IT" sz="2000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: 10</a:t>
              </a:r>
              <a:r>
                <a:rPr lang="it-IT" sz="2000" baseline="30000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8</a:t>
              </a:r>
              <a:r>
                <a:rPr lang="it-IT" sz="2000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 - 10</a:t>
              </a:r>
              <a:r>
                <a:rPr lang="it-IT" sz="2000" baseline="30000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9</a:t>
              </a:r>
              <a:r>
                <a:rPr lang="it-IT" sz="2000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 p s</a:t>
              </a:r>
              <a:r>
                <a:rPr lang="it-IT" sz="2000" baseline="30000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-1</a:t>
              </a:r>
              <a:r>
                <a:rPr lang="it-IT" sz="2000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 cm</a:t>
              </a:r>
              <a:r>
                <a:rPr lang="it-IT" sz="2000" baseline="30000" dirty="0">
                  <a:solidFill>
                    <a:schemeClr val="tx1"/>
                  </a:solidFill>
                  <a:latin typeface="Book Antiqua" panose="02040602050305030304" pitchFamily="18" charset="0"/>
                </a:rPr>
                <a:t>-2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37" name="Gruppo 36">
              <a:extLst>
                <a:ext uri="{FF2B5EF4-FFF2-40B4-BE49-F238E27FC236}">
                  <a16:creationId xmlns:a16="http://schemas.microsoft.com/office/drawing/2014/main" id="{F5DA8C49-4503-EF00-CE25-2E6DF03CB5C9}"/>
                </a:ext>
              </a:extLst>
            </p:cNvPr>
            <p:cNvGrpSpPr/>
            <p:nvPr/>
          </p:nvGrpSpPr>
          <p:grpSpPr>
            <a:xfrm>
              <a:off x="3877738" y="3207781"/>
              <a:ext cx="2687051" cy="410403"/>
              <a:chOff x="3877738" y="3207781"/>
              <a:chExt cx="2687051" cy="410403"/>
            </a:xfrm>
          </p:grpSpPr>
          <p:grpSp>
            <p:nvGrpSpPr>
              <p:cNvPr id="36" name="Gruppo 35">
                <a:extLst>
                  <a:ext uri="{FF2B5EF4-FFF2-40B4-BE49-F238E27FC236}">
                    <a16:creationId xmlns:a16="http://schemas.microsoft.com/office/drawing/2014/main" id="{F961A6CD-82D2-3CAD-8154-3D4310A1E3E0}"/>
                  </a:ext>
                </a:extLst>
              </p:cNvPr>
              <p:cNvGrpSpPr/>
              <p:nvPr/>
            </p:nvGrpSpPr>
            <p:grpSpPr>
              <a:xfrm>
                <a:off x="3987904" y="3218007"/>
                <a:ext cx="2504322" cy="400177"/>
                <a:chOff x="3987904" y="3218007"/>
                <a:chExt cx="2504322" cy="400177"/>
              </a:xfrm>
            </p:grpSpPr>
            <p:sp>
              <p:nvSpPr>
                <p:cNvPr id="24" name="Triangolo rettangolo 23">
                  <a:extLst>
                    <a:ext uri="{FF2B5EF4-FFF2-40B4-BE49-F238E27FC236}">
                      <a16:creationId xmlns:a16="http://schemas.microsoft.com/office/drawing/2014/main" id="{0F51231C-AFF1-5263-8F0C-396E8EC0AFF7}"/>
                    </a:ext>
                  </a:extLst>
                </p:cNvPr>
                <p:cNvSpPr/>
                <p:nvPr/>
              </p:nvSpPr>
              <p:spPr>
                <a:xfrm>
                  <a:off x="4001103" y="3218074"/>
                  <a:ext cx="2491123" cy="400110"/>
                </a:xfrm>
                <a:prstGeom prst="rtTriangle">
                  <a:avLst/>
                </a:prstGeom>
                <a:solidFill>
                  <a:srgbClr val="FDB80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l"/>
                  <a:endParaRPr lang="en-US" dirty="0"/>
                </a:p>
              </p:txBody>
            </p:sp>
            <p:sp>
              <p:nvSpPr>
                <p:cNvPr id="25" name="Triangolo rettangolo 24">
                  <a:extLst>
                    <a:ext uri="{FF2B5EF4-FFF2-40B4-BE49-F238E27FC236}">
                      <a16:creationId xmlns:a16="http://schemas.microsoft.com/office/drawing/2014/main" id="{CBCA64F0-21E2-3C1E-8618-2E2549F265B6}"/>
                    </a:ext>
                  </a:extLst>
                </p:cNvPr>
                <p:cNvSpPr/>
                <p:nvPr/>
              </p:nvSpPr>
              <p:spPr>
                <a:xfrm rot="10800000">
                  <a:off x="3987904" y="3218007"/>
                  <a:ext cx="2491124" cy="400110"/>
                </a:xfrm>
                <a:prstGeom prst="rtTriangle">
                  <a:avLst/>
                </a:prstGeom>
                <a:solidFill>
                  <a:srgbClr val="72D561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l"/>
                  <a:endParaRPr lang="en-US" dirty="0"/>
                </a:p>
              </p:txBody>
            </p:sp>
          </p:grpSp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CD3A52DE-6EDF-FFD6-B952-0D8D90D6539B}"/>
                  </a:ext>
                </a:extLst>
              </p:cNvPr>
              <p:cNvSpPr txBox="1"/>
              <p:nvPr/>
            </p:nvSpPr>
            <p:spPr>
              <a:xfrm>
                <a:off x="3877738" y="3207781"/>
                <a:ext cx="2687051" cy="4001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lvl="0" algn="ctr"/>
                <a:r>
                  <a:rPr lang="it-IT" sz="2000" b="1" dirty="0">
                    <a:solidFill>
                      <a:schemeClr val="tx1"/>
                    </a:solidFill>
                    <a:latin typeface="Book Antiqua" panose="02040602050305030304" pitchFamily="18" charset="0"/>
                  </a:rPr>
                  <a:t>Ora: </a:t>
                </a:r>
                <a:r>
                  <a:rPr lang="it-IT" sz="2000" dirty="0">
                    <a:solidFill>
                      <a:schemeClr val="tx1"/>
                    </a:solidFill>
                    <a:latin typeface="Book Antiqua" panose="02040602050305030304" pitchFamily="18" charset="0"/>
                  </a:rPr>
                  <a:t>10</a:t>
                </a:r>
                <a:r>
                  <a:rPr lang="it-IT" sz="2000" baseline="30000" dirty="0">
                    <a:solidFill>
                      <a:schemeClr val="tx1"/>
                    </a:solidFill>
                    <a:latin typeface="Book Antiqua" panose="02040602050305030304" pitchFamily="18" charset="0"/>
                  </a:rPr>
                  <a:t>6</a:t>
                </a:r>
                <a:r>
                  <a:rPr lang="it-IT" sz="2000" dirty="0">
                    <a:solidFill>
                      <a:schemeClr val="tx1"/>
                    </a:solidFill>
                    <a:latin typeface="Book Antiqua" panose="02040602050305030304" pitchFamily="18" charset="0"/>
                  </a:rPr>
                  <a:t>-10</a:t>
                </a:r>
                <a:r>
                  <a:rPr lang="it-IT" sz="2000" baseline="30000" dirty="0">
                    <a:solidFill>
                      <a:schemeClr val="tx1"/>
                    </a:solidFill>
                    <a:latin typeface="Book Antiqua" panose="02040602050305030304" pitchFamily="18" charset="0"/>
                  </a:rPr>
                  <a:t>7</a:t>
                </a:r>
                <a:r>
                  <a:rPr lang="it-IT" sz="2000" dirty="0">
                    <a:solidFill>
                      <a:schemeClr val="tx1"/>
                    </a:solidFill>
                    <a:latin typeface="Book Antiqua" panose="02040602050305030304" pitchFamily="18" charset="0"/>
                  </a:rPr>
                  <a:t> p s</a:t>
                </a:r>
                <a:r>
                  <a:rPr lang="it-IT" sz="2000" baseline="30000" dirty="0">
                    <a:solidFill>
                      <a:schemeClr val="tx1"/>
                    </a:solidFill>
                    <a:latin typeface="Book Antiqua" panose="02040602050305030304" pitchFamily="18" charset="0"/>
                  </a:rPr>
                  <a:t>-1</a:t>
                </a:r>
                <a:r>
                  <a:rPr lang="it-IT" sz="2000" dirty="0">
                    <a:solidFill>
                      <a:schemeClr val="tx1"/>
                    </a:solidFill>
                    <a:latin typeface="Book Antiqua" panose="02040602050305030304" pitchFamily="18" charset="0"/>
                  </a:rPr>
                  <a:t> cm</a:t>
                </a:r>
                <a:r>
                  <a:rPr lang="it-IT" sz="2000" baseline="30000" dirty="0">
                    <a:solidFill>
                      <a:schemeClr val="tx1"/>
                    </a:solidFill>
                    <a:latin typeface="Book Antiqua" panose="02040602050305030304" pitchFamily="18" charset="0"/>
                  </a:rPr>
                  <a:t>-2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34" name="Immagine 33">
              <a:extLst>
                <a:ext uri="{FF2B5EF4-FFF2-40B4-BE49-F238E27FC236}">
                  <a16:creationId xmlns:a16="http://schemas.microsoft.com/office/drawing/2014/main" id="{0E4B36E8-14B5-B24B-F364-F9679407C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23712" y="2953363"/>
              <a:ext cx="2396393" cy="2407212"/>
            </a:xfrm>
            <a:prstGeom prst="rect">
              <a:avLst/>
            </a:prstGeom>
          </p:spPr>
        </p:pic>
      </p:grpSp>
      <p:sp>
        <p:nvSpPr>
          <p:cNvPr id="23" name="Segnaposto piè di pagina 2">
            <a:extLst>
              <a:ext uri="{FF2B5EF4-FFF2-40B4-BE49-F238E27FC236}">
                <a16:creationId xmlns:a16="http://schemas.microsoft.com/office/drawing/2014/main" id="{883F4279-6BC0-5D0C-C76F-CBDFA60E2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 dirty="0"/>
              <a:t>Anna Bianchi - </a:t>
            </a:r>
            <a:r>
              <a:rPr lang="it-IT" dirty="0" err="1"/>
              <a:t>AToMiQA</a:t>
            </a:r>
            <a:r>
              <a:rPr lang="it-IT" dirty="0"/>
              <a:t> - 19.11.2024 CSN5</a:t>
            </a:r>
            <a:endParaRPr lang="ru-RU" dirty="0"/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2B2C5F4A-DD6D-9E42-FFB3-2355495E3B0A}"/>
              </a:ext>
            </a:extLst>
          </p:cNvPr>
          <p:cNvGrpSpPr>
            <a:grpSpLocks noChangeAspect="1"/>
          </p:cNvGrpSpPr>
          <p:nvPr/>
        </p:nvGrpSpPr>
        <p:grpSpPr>
          <a:xfrm>
            <a:off x="2500369" y="3943492"/>
            <a:ext cx="6324971" cy="2941496"/>
            <a:chOff x="422247" y="1011248"/>
            <a:chExt cx="9234581" cy="4294641"/>
          </a:xfrm>
        </p:grpSpPr>
        <p:pic>
          <p:nvPicPr>
            <p:cNvPr id="19" name="Immagine 18" descr="Immagine che contiene testo, linea, Diagramma, diagramma&#10;&#10;Descrizione generata automaticamente">
              <a:extLst>
                <a:ext uri="{FF2B5EF4-FFF2-40B4-BE49-F238E27FC236}">
                  <a16:creationId xmlns:a16="http://schemas.microsoft.com/office/drawing/2014/main" id="{B314C8DE-27AF-59E5-5A3F-A777D4460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22247" y="1011248"/>
              <a:ext cx="5084074" cy="4294641"/>
            </a:xfrm>
            <a:prstGeom prst="rect">
              <a:avLst/>
            </a:prstGeom>
          </p:spPr>
        </p:pic>
        <p:pic>
          <p:nvPicPr>
            <p:cNvPr id="21" name="Immagine 20" descr="Immagine che contiene testo, linea, Diagramma, diagramma&#10;&#10;Descrizione generata automaticamente">
              <a:extLst>
                <a:ext uri="{FF2B5EF4-FFF2-40B4-BE49-F238E27FC236}">
                  <a16:creationId xmlns:a16="http://schemas.microsoft.com/office/drawing/2014/main" id="{A35A16AF-A408-74F5-8489-028BA4168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392"/>
            <a:stretch/>
          </p:blipFill>
          <p:spPr>
            <a:xfrm>
              <a:off x="5457023" y="1011248"/>
              <a:ext cx="4199805" cy="42946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487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39155-1F5E-4F48-B50E-F00D8FC5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La varianza-covarianza</a:t>
            </a:r>
            <a:endParaRPr lang="ru-RU" dirty="0"/>
          </a:p>
        </p:txBody>
      </p:sp>
      <p:sp>
        <p:nvSpPr>
          <p:cNvPr id="4" name="Segnaposto piè di pagina 2">
            <a:extLst>
              <a:ext uri="{FF2B5EF4-FFF2-40B4-BE49-F238E27FC236}">
                <a16:creationId xmlns:a16="http://schemas.microsoft.com/office/drawing/2014/main" id="{6DE1C731-D322-76A0-821C-CE814A561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  <p:pic>
        <p:nvPicPr>
          <p:cNvPr id="3" name="Picture 2" descr="Premium Vector | Problem Solving and solution icon concept">
            <a:extLst>
              <a:ext uri="{FF2B5EF4-FFF2-40B4-BE49-F238E27FC236}">
                <a16:creationId xmlns:a16="http://schemas.microsoft.com/office/drawing/2014/main" id="{30370585-24F9-E4D3-5A54-55EA7A9A86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29"/>
          <a:stretch/>
        </p:blipFill>
        <p:spPr bwMode="auto">
          <a:xfrm>
            <a:off x="335902" y="687019"/>
            <a:ext cx="3005739" cy="237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36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B0CDE-5BD9-C609-04F4-B77725AD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A21AD9-A275-6664-F39B-C9A05F4CE6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La tecnica della varianza-covarianza</a:t>
            </a:r>
            <a:endParaRPr lang="ru-RU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CEAD33E-559E-A797-2127-0482D380384C}"/>
              </a:ext>
            </a:extLst>
          </p:cNvPr>
          <p:cNvSpPr txBox="1"/>
          <p:nvPr/>
        </p:nvSpPr>
        <p:spPr>
          <a:xfrm>
            <a:off x="6259761" y="730596"/>
            <a:ext cx="4411115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it-IT" sz="2000" dirty="0">
                <a:latin typeface="Book Antiqua" panose="02040602050305030304" pitchFamily="18" charset="0"/>
              </a:rPr>
              <a:t>… tecnica sviluppata negli anni ‘70</a:t>
            </a:r>
            <a:r>
              <a:rPr lang="it-IT" sz="2000" baseline="30000" dirty="0">
                <a:latin typeface="Book Antiqua" panose="02040602050305030304" pitchFamily="18" charset="0"/>
              </a:rPr>
              <a:t>1</a:t>
            </a:r>
            <a:endParaRPr lang="en-US" sz="20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B2BD743-490F-F6CA-97CD-AE79B129CA0B}"/>
              </a:ext>
            </a:extLst>
          </p:cNvPr>
          <p:cNvSpPr txBox="1"/>
          <p:nvPr/>
        </p:nvSpPr>
        <p:spPr>
          <a:xfrm>
            <a:off x="3886197" y="6458155"/>
            <a:ext cx="7097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0" u="none" strike="noStrike" baseline="30000" dirty="0">
                <a:latin typeface="Book Antiqua" panose="02040602050305030304" pitchFamily="18" charset="0"/>
              </a:rPr>
              <a:t>1</a:t>
            </a:r>
            <a:r>
              <a:rPr lang="en-US" sz="1000" b="0" i="0" u="none" strike="noStrike" baseline="0" dirty="0">
                <a:latin typeface="Book Antiqua" panose="02040602050305030304" pitchFamily="18" charset="0"/>
              </a:rPr>
              <a:t>Bengtsson LG, 1970, Assessment of dose equivalent from fluctuations of energy deposition. In: Proceedings of the Second Symposium on Microdosimetry, EUR 4452 d-f-e. HG Ebert (ed.) Euratom, Brussels</a:t>
            </a:r>
            <a:endParaRPr lang="en-US" sz="1000" dirty="0">
              <a:latin typeface="Book Antiqua" panose="02040602050305030304" pitchFamily="18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FF401CA-69D3-B900-F6DF-07834EA1469E}"/>
              </a:ext>
            </a:extLst>
          </p:cNvPr>
          <p:cNvSpPr txBox="1"/>
          <p:nvPr/>
        </p:nvSpPr>
        <p:spPr>
          <a:xfrm>
            <a:off x="68374" y="2752939"/>
            <a:ext cx="5568946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it-IT" sz="2000" dirty="0">
                <a:latin typeface="Book Antiqua" panose="02040602050305030304" pitchFamily="18" charset="0"/>
              </a:rPr>
              <a:t>Rivelatori di riferimento: camere a ionizzazione</a:t>
            </a:r>
            <a:endParaRPr lang="en-US" sz="20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C11EF57-058D-6DF9-AEEC-7773F09AE724}"/>
              </a:ext>
            </a:extLst>
          </p:cNvPr>
          <p:cNvSpPr txBox="1"/>
          <p:nvPr/>
        </p:nvSpPr>
        <p:spPr>
          <a:xfrm>
            <a:off x="6860907" y="2655863"/>
            <a:ext cx="5140419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it-IT" sz="2000" dirty="0">
                <a:latin typeface="Book Antiqua" panose="02040602050305030304" pitchFamily="18" charset="0"/>
              </a:rPr>
              <a:t>Non misurano spettri microdosimetrici in singolo evento</a:t>
            </a:r>
            <a:endParaRPr lang="en-US" sz="2000" dirty="0"/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76D10F73-1ACF-4E8A-53A4-DEACACCCC52F}"/>
              </a:ext>
            </a:extLst>
          </p:cNvPr>
          <p:cNvGrpSpPr/>
          <p:nvPr/>
        </p:nvGrpSpPr>
        <p:grpSpPr>
          <a:xfrm>
            <a:off x="68374" y="3106281"/>
            <a:ext cx="5848709" cy="3349988"/>
            <a:chOff x="6245147" y="2605178"/>
            <a:chExt cx="4960567" cy="2975395"/>
          </a:xfrm>
        </p:grpSpPr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9AAE898E-4275-B487-22B3-F99A4AF65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45147" y="2605178"/>
              <a:ext cx="4960567" cy="2975395"/>
            </a:xfrm>
            <a:prstGeom prst="rect">
              <a:avLst/>
            </a:prstGeom>
          </p:spPr>
        </p:pic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0486C4B4-EA6F-1C93-E3A3-440E9A1EFD6B}"/>
                </a:ext>
              </a:extLst>
            </p:cNvPr>
            <p:cNvSpPr txBox="1"/>
            <p:nvPr/>
          </p:nvSpPr>
          <p:spPr>
            <a:xfrm>
              <a:off x="6788022" y="4534656"/>
              <a:ext cx="2695202" cy="519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it-IT" sz="800" b="1" i="1" u="none" strike="noStrike" baseline="0" dirty="0">
                  <a:solidFill>
                    <a:srgbClr val="0D4371"/>
                  </a:solidFill>
                  <a:latin typeface="Book Antiqua" panose="02040602050305030304" pitchFamily="18" charset="0"/>
                </a:rPr>
                <a:t>Bianchi A., Selva A., Eliasson L., </a:t>
              </a:r>
              <a:r>
                <a:rPr lang="it-IT" sz="800" b="1" i="1" u="none" strike="noStrike" baseline="0" dirty="0" err="1">
                  <a:solidFill>
                    <a:srgbClr val="0D4371"/>
                  </a:solidFill>
                  <a:latin typeface="Book Antiqua" panose="02040602050305030304" pitchFamily="18" charset="0"/>
                </a:rPr>
                <a:t>Lillhök</a:t>
              </a:r>
              <a:r>
                <a:rPr lang="it-IT" sz="800" b="1" i="1" u="none" strike="noStrike" baseline="0" dirty="0">
                  <a:solidFill>
                    <a:srgbClr val="0D4371"/>
                  </a:solidFill>
                  <a:latin typeface="Book Antiqua" panose="02040602050305030304" pitchFamily="18" charset="0"/>
                </a:rPr>
                <a:t> J., </a:t>
              </a:r>
              <a:r>
                <a:rPr lang="it-IT" sz="800" b="1" i="1" u="none" strike="noStrike" baseline="0" dirty="0" err="1">
                  <a:solidFill>
                    <a:srgbClr val="0D4371"/>
                  </a:solidFill>
                  <a:latin typeface="Book Antiqua" panose="02040602050305030304" pitchFamily="18" charset="0"/>
                </a:rPr>
                <a:t>Rabus</a:t>
              </a:r>
              <a:r>
                <a:rPr lang="it-IT" sz="800" b="1" i="1" u="none" strike="noStrike" baseline="0" dirty="0">
                  <a:solidFill>
                    <a:srgbClr val="0D4371"/>
                  </a:solidFill>
                  <a:latin typeface="Book Antiqua" panose="02040602050305030304" pitchFamily="18" charset="0"/>
                </a:rPr>
                <a:t> H., Conte V., 2024, Microdosimetry </a:t>
              </a:r>
              <a:r>
                <a:rPr lang="en-US" sz="800" b="1" i="1" u="none" strike="noStrike" baseline="0" dirty="0">
                  <a:solidFill>
                    <a:srgbClr val="0D4371"/>
                  </a:solidFill>
                  <a:latin typeface="Book Antiqua" panose="02040602050305030304" pitchFamily="18" charset="0"/>
                </a:rPr>
                <a:t>at the </a:t>
              </a:r>
              <a:r>
                <a:rPr lang="en-US" sz="800" b="1" i="1" u="none" strike="noStrike" baseline="0" dirty="0" err="1">
                  <a:solidFill>
                    <a:srgbClr val="0D4371"/>
                  </a:solidFill>
                  <a:latin typeface="Book Antiqua" panose="02040602050305030304" pitchFamily="18" charset="0"/>
                </a:rPr>
                <a:t>nanometre</a:t>
              </a:r>
              <a:r>
                <a:rPr lang="en-US" sz="800" b="1" i="1" u="none" strike="noStrike" baseline="0" dirty="0">
                  <a:solidFill>
                    <a:srgbClr val="0D4371"/>
                  </a:solidFill>
                  <a:latin typeface="Book Antiqua" panose="02040602050305030304" pitchFamily="18" charset="0"/>
                </a:rPr>
                <a:t> level with different techniques, </a:t>
              </a:r>
              <a:r>
                <a:rPr lang="en-US" sz="800" b="1" i="1" u="none" strike="noStrike" baseline="0" dirty="0" err="1">
                  <a:solidFill>
                    <a:srgbClr val="0D4371"/>
                  </a:solidFill>
                  <a:latin typeface="Book Antiqua" panose="02040602050305030304" pitchFamily="18" charset="0"/>
                </a:rPr>
                <a:t>Radiat</a:t>
              </a:r>
              <a:r>
                <a:rPr lang="en-US" sz="800" b="1" i="1" u="none" strike="noStrike" baseline="0" dirty="0">
                  <a:solidFill>
                    <a:srgbClr val="0D4371"/>
                  </a:solidFill>
                  <a:latin typeface="Book Antiqua" panose="02040602050305030304" pitchFamily="18" charset="0"/>
                </a:rPr>
                <a:t>. Phys. Chem. 221 (111778),</a:t>
              </a:r>
            </a:p>
            <a:p>
              <a:pPr algn="l"/>
              <a:r>
                <a:rPr lang="en-US" sz="800" b="1" i="1" u="none" strike="noStrike" baseline="0" dirty="0">
                  <a:solidFill>
                    <a:srgbClr val="0D4371"/>
                  </a:solidFill>
                  <a:latin typeface="Book Antiqua" panose="02040602050305030304" pitchFamily="18" charset="0"/>
                </a:rPr>
                <a:t>https://doi.org/10.1016/j.radphyschem.2024.111778</a:t>
              </a:r>
              <a:endParaRPr lang="en-US" sz="800" b="1" i="1" dirty="0">
                <a:solidFill>
                  <a:srgbClr val="0D4371"/>
                </a:solidFill>
                <a:latin typeface="Book Antiqua" panose="02040602050305030304" pitchFamily="18" charset="0"/>
              </a:endParaRPr>
            </a:p>
          </p:txBody>
        </p:sp>
      </p:grpSp>
      <p:cxnSp>
        <p:nvCxnSpPr>
          <p:cNvPr id="19" name="Connettore a gomito 18">
            <a:extLst>
              <a:ext uri="{FF2B5EF4-FFF2-40B4-BE49-F238E27FC236}">
                <a16:creationId xmlns:a16="http://schemas.microsoft.com/office/drawing/2014/main" id="{C0B32BC3-7D3E-052F-EB09-DC13161E094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637320" y="2952994"/>
            <a:ext cx="1223587" cy="56812"/>
          </a:xfrm>
          <a:prstGeom prst="bentConnector3">
            <a:avLst>
              <a:gd name="adj1" fmla="val 50000"/>
            </a:avLst>
          </a:prstGeom>
          <a:ln w="28575">
            <a:solidFill>
              <a:srgbClr val="0D43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7CEFF118-8B73-BD38-D2E5-F946D5C99DD9}"/>
                  </a:ext>
                </a:extLst>
              </p:cNvPr>
              <p:cNvSpPr txBox="1"/>
              <p:nvPr/>
            </p:nvSpPr>
            <p:spPr>
              <a:xfrm>
                <a:off x="4643773" y="2022418"/>
                <a:ext cx="2387342" cy="7014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den>
                      </m:f>
                      <m:r>
                        <a:rPr lang="it-IT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7CEFF118-8B73-BD38-D2E5-F946D5C99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773" y="2022418"/>
                <a:ext cx="2387342" cy="7014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e 31">
            <a:extLst>
              <a:ext uri="{FF2B5EF4-FFF2-40B4-BE49-F238E27FC236}">
                <a16:creationId xmlns:a16="http://schemas.microsoft.com/office/drawing/2014/main" id="{4AAED8F3-68D3-D70D-11FF-8FAFC4A7596A}"/>
              </a:ext>
            </a:extLst>
          </p:cNvPr>
          <p:cNvSpPr/>
          <p:nvPr/>
        </p:nvSpPr>
        <p:spPr>
          <a:xfrm>
            <a:off x="5459767" y="1909336"/>
            <a:ext cx="301840" cy="495166"/>
          </a:xfrm>
          <a:prstGeom prst="ellipse">
            <a:avLst/>
          </a:prstGeom>
          <a:noFill/>
          <a:ln w="19050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D3484E6A-B698-665D-57CD-89E10B8941A3}"/>
              </a:ext>
            </a:extLst>
          </p:cNvPr>
          <p:cNvSpPr/>
          <p:nvPr/>
        </p:nvSpPr>
        <p:spPr>
          <a:xfrm>
            <a:off x="5819688" y="2148041"/>
            <a:ext cx="301840" cy="495166"/>
          </a:xfrm>
          <a:prstGeom prst="ellipse">
            <a:avLst/>
          </a:prstGeom>
          <a:noFill/>
          <a:ln w="19050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61CDBD66-FBD7-4B19-9FE6-C41BD00FC7DA}"/>
              </a:ext>
            </a:extLst>
          </p:cNvPr>
          <p:cNvSpPr/>
          <p:nvPr/>
        </p:nvSpPr>
        <p:spPr>
          <a:xfrm>
            <a:off x="6456473" y="2175316"/>
            <a:ext cx="301840" cy="495166"/>
          </a:xfrm>
          <a:prstGeom prst="ellipse">
            <a:avLst/>
          </a:prstGeom>
          <a:noFill/>
          <a:ln w="19050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98D6FD65-7E32-75E3-6080-F60D390E755C}"/>
              </a:ext>
            </a:extLst>
          </p:cNvPr>
          <p:cNvSpPr txBox="1"/>
          <p:nvPr/>
        </p:nvSpPr>
        <p:spPr>
          <a:xfrm>
            <a:off x="7062279" y="218845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latin typeface="Book Antiqua" panose="02040602050305030304" pitchFamily="18" charset="0"/>
              </a:rPr>
              <a:t>Multi-evento</a:t>
            </a:r>
            <a:endParaRPr lang="en-US" b="1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660C7197-275A-1F0F-37ED-0437FF745C0D}"/>
              </a:ext>
            </a:extLst>
          </p:cNvPr>
          <p:cNvSpPr/>
          <p:nvPr/>
        </p:nvSpPr>
        <p:spPr>
          <a:xfrm>
            <a:off x="4703884" y="2191424"/>
            <a:ext cx="420937" cy="495166"/>
          </a:xfrm>
          <a:prstGeom prst="ellipse">
            <a:avLst/>
          </a:prstGeom>
          <a:noFill/>
          <a:ln w="19050" cap="flat">
            <a:solidFill>
              <a:srgbClr val="0D4371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>
              <a:solidFill>
                <a:srgbClr val="0D4371"/>
              </a:solidFill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34DE5711-23F5-2441-003B-4A0A4E87D01D}"/>
              </a:ext>
            </a:extLst>
          </p:cNvPr>
          <p:cNvSpPr txBox="1"/>
          <p:nvPr/>
        </p:nvSpPr>
        <p:spPr>
          <a:xfrm>
            <a:off x="2736656" y="2188457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D4371"/>
                </a:solidFill>
                <a:latin typeface="Book Antiqua" panose="02040602050305030304" pitchFamily="18" charset="0"/>
              </a:rPr>
              <a:t>Singolo-evento</a:t>
            </a:r>
            <a:endParaRPr lang="en-US" b="1" dirty="0">
              <a:solidFill>
                <a:srgbClr val="0D4371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52" name="Gruppo 51">
            <a:extLst>
              <a:ext uri="{FF2B5EF4-FFF2-40B4-BE49-F238E27FC236}">
                <a16:creationId xmlns:a16="http://schemas.microsoft.com/office/drawing/2014/main" id="{0763D62E-8131-A393-F8C3-3DB9518CEC06}"/>
              </a:ext>
            </a:extLst>
          </p:cNvPr>
          <p:cNvGrpSpPr/>
          <p:nvPr/>
        </p:nvGrpSpPr>
        <p:grpSpPr>
          <a:xfrm>
            <a:off x="6542514" y="3467600"/>
            <a:ext cx="5455070" cy="2915407"/>
            <a:chOff x="7725982" y="2526119"/>
            <a:chExt cx="5455070" cy="2915407"/>
          </a:xfrm>
        </p:grpSpPr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DD844C6C-2360-B941-05F4-26B689BC2631}"/>
                </a:ext>
              </a:extLst>
            </p:cNvPr>
            <p:cNvSpPr txBox="1"/>
            <p:nvPr/>
          </p:nvSpPr>
          <p:spPr>
            <a:xfrm>
              <a:off x="9428504" y="2526119"/>
              <a:ext cx="3752548" cy="2009061"/>
            </a:xfrm>
            <a:prstGeom prst="roundRect">
              <a:avLst/>
            </a:prstGeom>
            <a:solidFill>
              <a:srgbClr val="96D8EF"/>
            </a:solidFill>
            <a:ln w="28575">
              <a:solidFill>
                <a:srgbClr val="0D437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lvl="0" algn="ctr"/>
              <a:r>
                <a:rPr lang="it-IT" sz="2800" b="1" dirty="0">
                  <a:solidFill>
                    <a:schemeClr val="bg1"/>
                  </a:solidFill>
                  <a:latin typeface="Book Antiqua" panose="02040602050305030304" pitchFamily="18" charset="0"/>
                </a:rPr>
                <a:t>Possiamo sfruttare la tecnica per uno strumento clinico combinato?</a:t>
              </a:r>
            </a:p>
          </p:txBody>
        </p:sp>
        <p:pic>
          <p:nvPicPr>
            <p:cNvPr id="48" name="Immagine 47">
              <a:extLst>
                <a:ext uri="{FF2B5EF4-FFF2-40B4-BE49-F238E27FC236}">
                  <a16:creationId xmlns:a16="http://schemas.microsoft.com/office/drawing/2014/main" id="{DD229743-5DD9-CF50-F35B-4F2992952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AEC9"/>
                </a:clrFrom>
                <a:clrTo>
                  <a:srgbClr val="FFAEC9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flipH="1">
              <a:off x="7725982" y="2618804"/>
              <a:ext cx="1904041" cy="2822722"/>
            </a:xfrm>
            <a:prstGeom prst="rect">
              <a:avLst/>
            </a:prstGeom>
          </p:spPr>
        </p:pic>
      </p:grpSp>
      <p:sp>
        <p:nvSpPr>
          <p:cNvPr id="54" name="CasellaDiTesto 33">
            <a:extLst>
              <a:ext uri="{FF2B5EF4-FFF2-40B4-BE49-F238E27FC236}">
                <a16:creationId xmlns:a16="http://schemas.microsoft.com/office/drawing/2014/main" id="{19816F13-A2BF-06A1-F447-555B360AD2C8}"/>
              </a:ext>
            </a:extLst>
          </p:cNvPr>
          <p:cNvSpPr txBox="1"/>
          <p:nvPr/>
        </p:nvSpPr>
        <p:spPr>
          <a:xfrm>
            <a:off x="625300" y="1430788"/>
            <a:ext cx="1094140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it-IT" sz="2000" b="1" dirty="0">
                <a:solidFill>
                  <a:srgbClr val="0D4371"/>
                </a:solidFill>
                <a:latin typeface="Book Antiqua" panose="02040602050305030304" pitchFamily="18" charset="0"/>
              </a:rPr>
              <a:t>Misure di multi-evento ripetute ad intervalli di tempo costante con 2 rivelatori</a:t>
            </a:r>
          </a:p>
        </p:txBody>
      </p:sp>
      <p:sp>
        <p:nvSpPr>
          <p:cNvPr id="6" name="Segnaposto piè di pagina 2">
            <a:extLst>
              <a:ext uri="{FF2B5EF4-FFF2-40B4-BE49-F238E27FC236}">
                <a16:creationId xmlns:a16="http://schemas.microsoft.com/office/drawing/2014/main" id="{271A805A-B25C-4C3B-0E10-E5870C94E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D2AFD2DA-C650-5B5D-42F2-7B9F2CAAAD15}"/>
              </a:ext>
            </a:extLst>
          </p:cNvPr>
          <p:cNvSpPr txBox="1">
            <a:spLocks/>
          </p:cNvSpPr>
          <p:nvPr/>
        </p:nvSpPr>
        <p:spPr>
          <a:xfrm>
            <a:off x="10946890" y="6426419"/>
            <a:ext cx="302136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8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The Swedish Radiation Safety Authority - Strålsäkerhetsmyndigheten">
            <a:extLst>
              <a:ext uri="{FF2B5EF4-FFF2-40B4-BE49-F238E27FC236}">
                <a16:creationId xmlns:a16="http://schemas.microsoft.com/office/drawing/2014/main" id="{EF42B002-8630-6E59-34A9-8E9229194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0876" y="49148"/>
            <a:ext cx="1459417" cy="109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89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23" grpId="0"/>
      <p:bldP spid="32" grpId="0" animBg="1"/>
      <p:bldP spid="33" grpId="0" animBg="1"/>
      <p:bldP spid="34" grpId="0" animBg="1"/>
      <p:bldP spid="35" grpId="0"/>
      <p:bldP spid="36" grpId="0" animBg="1"/>
      <p:bldP spid="37" grpId="0"/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39155-1F5E-4F48-B50E-F00D8FC5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AToMiQA</a:t>
            </a:r>
            <a:endParaRPr lang="ru-RU" dirty="0"/>
          </a:p>
        </p:txBody>
      </p:sp>
      <p:sp>
        <p:nvSpPr>
          <p:cNvPr id="5" name="Segnaposto piè di pagina 2">
            <a:extLst>
              <a:ext uri="{FF2B5EF4-FFF2-40B4-BE49-F238E27FC236}">
                <a16:creationId xmlns:a16="http://schemas.microsoft.com/office/drawing/2014/main" id="{0CEA4843-0C53-00FE-45C3-3F0415C3E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4297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57EBD-C41F-BBCE-18C7-D6DEDFC28F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Obiettivi</a:t>
            </a:r>
            <a:endParaRPr lang="en-US" u="sng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6F5E8EA-8EFE-D337-1248-4F6D9CAF3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7A40466-34E1-449C-0884-418098F00E2A}"/>
              </a:ext>
            </a:extLst>
          </p:cNvPr>
          <p:cNvSpPr txBox="1"/>
          <p:nvPr/>
        </p:nvSpPr>
        <p:spPr>
          <a:xfrm>
            <a:off x="6410547" y="1373804"/>
            <a:ext cx="5400000" cy="954107"/>
          </a:xfrm>
          <a:prstGeom prst="rect">
            <a:avLst/>
          </a:prstGeom>
          <a:noFill/>
          <a:ln w="28575">
            <a:solidFill>
              <a:srgbClr val="ADAFAE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sz="2800" dirty="0">
                <a:solidFill>
                  <a:srgbClr val="ADAFAE"/>
                </a:solidFill>
                <a:latin typeface="Book Antiqua" panose="02040602050305030304" pitchFamily="18" charset="0"/>
              </a:rPr>
              <a:t>Misure a correnti cliniche possibili solo in </a:t>
            </a:r>
            <a:r>
              <a:rPr lang="it-IT" sz="2800" dirty="0" err="1">
                <a:solidFill>
                  <a:srgbClr val="ADAFAE"/>
                </a:solidFill>
                <a:latin typeface="Book Antiqua" panose="02040602050305030304" pitchFamily="18" charset="0"/>
              </a:rPr>
              <a:t>distal</a:t>
            </a:r>
            <a:r>
              <a:rPr lang="it-IT" sz="2800" dirty="0">
                <a:solidFill>
                  <a:srgbClr val="ADAFAE"/>
                </a:solidFill>
                <a:latin typeface="Book Antiqua" panose="02040602050305030304" pitchFamily="18" charset="0"/>
              </a:rPr>
              <a:t> e </a:t>
            </a:r>
            <a:r>
              <a:rPr lang="it-IT" sz="2800" dirty="0" err="1">
                <a:solidFill>
                  <a:srgbClr val="ADAFAE"/>
                </a:solidFill>
                <a:latin typeface="Book Antiqua" panose="02040602050305030304" pitchFamily="18" charset="0"/>
              </a:rPr>
              <a:t>fall</a:t>
            </a:r>
            <a:r>
              <a:rPr lang="it-IT" sz="2800" dirty="0">
                <a:solidFill>
                  <a:srgbClr val="ADAFAE"/>
                </a:solidFill>
                <a:latin typeface="Book Antiqua" panose="02040602050305030304" pitchFamily="18" charset="0"/>
              </a:rPr>
              <a:t>-off</a:t>
            </a:r>
            <a:endParaRPr lang="en-US" sz="28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B754CD6-AA27-7AE4-C7AC-BBF53DA10878}"/>
              </a:ext>
            </a:extLst>
          </p:cNvPr>
          <p:cNvSpPr txBox="1"/>
          <p:nvPr/>
        </p:nvSpPr>
        <p:spPr>
          <a:xfrm>
            <a:off x="380356" y="1374745"/>
            <a:ext cx="5400000" cy="954107"/>
          </a:xfrm>
          <a:prstGeom prst="rect">
            <a:avLst/>
          </a:prstGeom>
          <a:solidFill>
            <a:srgbClr val="96D8EF"/>
          </a:solidFill>
          <a:ln w="28575">
            <a:solidFill>
              <a:srgbClr val="1B527E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ctr"/>
            <a:r>
              <a:rPr lang="it-IT" sz="2800" b="1" dirty="0" err="1">
                <a:solidFill>
                  <a:srgbClr val="1B527E"/>
                </a:solidFill>
                <a:latin typeface="Book Antiqua" panose="02040602050305030304" pitchFamily="18" charset="0"/>
              </a:rPr>
              <a:t>Microdosimetria</a:t>
            </a:r>
            <a:r>
              <a:rPr lang="it-IT" sz="2800" b="1" dirty="0">
                <a:solidFill>
                  <a:srgbClr val="1B527E"/>
                </a:solidFill>
                <a:latin typeface="Book Antiqua" panose="02040602050305030304" pitchFamily="18" charset="0"/>
              </a:rPr>
              <a:t> a gas per correnti cliniche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BD8C19-0B85-CDAD-9A74-2713C8C85A28}"/>
              </a:ext>
            </a:extLst>
          </p:cNvPr>
          <p:cNvSpPr txBox="1"/>
          <p:nvPr/>
        </p:nvSpPr>
        <p:spPr>
          <a:xfrm>
            <a:off x="96997" y="5502328"/>
            <a:ext cx="6975605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it-IT" sz="2400" dirty="0">
                <a:solidFill>
                  <a:srgbClr val="1B527E"/>
                </a:solidFill>
                <a:latin typeface="Book Antiqua" panose="02040602050305030304" pitchFamily="18" charset="0"/>
              </a:rPr>
              <a:t>3. Tecnica varianza-covarianza con un solo rivelatore alla proton terapia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707AB3A-6015-48A6-FA58-D21B0ADECAC9}"/>
              </a:ext>
            </a:extLst>
          </p:cNvPr>
          <p:cNvSpPr txBox="1"/>
          <p:nvPr/>
        </p:nvSpPr>
        <p:spPr>
          <a:xfrm>
            <a:off x="7072602" y="4579618"/>
            <a:ext cx="5119398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rgbClr val="ADAFAE"/>
                </a:solidFill>
                <a:latin typeface="Book Antiqua" panose="02040602050305030304" pitchFamily="18" charset="0"/>
              </a:rPr>
              <a:t>Tecnica validata con camere a ionizzazione (solo valori medi)</a:t>
            </a:r>
            <a:endParaRPr lang="en-US" sz="2400" dirty="0">
              <a:solidFill>
                <a:srgbClr val="ADAFAE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29E4B9B-D78A-B401-B9C2-B78231333178}"/>
              </a:ext>
            </a:extLst>
          </p:cNvPr>
          <p:cNvSpPr txBox="1"/>
          <p:nvPr/>
        </p:nvSpPr>
        <p:spPr>
          <a:xfrm>
            <a:off x="96998" y="4579618"/>
            <a:ext cx="697560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it-IT" sz="2400" dirty="0">
                <a:solidFill>
                  <a:srgbClr val="1B527E"/>
                </a:solidFill>
                <a:latin typeface="Book Antiqua" panose="02040602050305030304" pitchFamily="18" charset="0"/>
              </a:rPr>
              <a:t>2. </a:t>
            </a:r>
            <a:r>
              <a:rPr lang="it-IT" sz="2400" dirty="0" err="1">
                <a:solidFill>
                  <a:srgbClr val="1B527E"/>
                </a:solidFill>
                <a:latin typeface="Book Antiqua" panose="02040602050305030304" pitchFamily="18" charset="0"/>
              </a:rPr>
              <a:t>TEPCs</a:t>
            </a:r>
            <a:r>
              <a:rPr lang="it-IT" sz="2400" dirty="0">
                <a:solidFill>
                  <a:srgbClr val="1B527E"/>
                </a:solidFill>
                <a:latin typeface="Book Antiqua" panose="02040602050305030304" pitchFamily="18" charset="0"/>
              </a:rPr>
              <a:t> (+ singolo evento = intera info spettrale)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A3E0DB6-0767-0FCC-F11E-15E8CB8DC928}"/>
              </a:ext>
            </a:extLst>
          </p:cNvPr>
          <p:cNvSpPr txBox="1"/>
          <p:nvPr/>
        </p:nvSpPr>
        <p:spPr>
          <a:xfrm>
            <a:off x="7072602" y="5502328"/>
            <a:ext cx="5119398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rgbClr val="ADAFAE"/>
                </a:solidFill>
                <a:latin typeface="Book Antiqua" panose="02040602050305030304" pitchFamily="18" charset="0"/>
              </a:rPr>
              <a:t>Tecnica varianza-covarianza con un rivelatore* con sorgente gamma</a:t>
            </a:r>
            <a:endParaRPr lang="en-US" sz="2400" dirty="0">
              <a:solidFill>
                <a:srgbClr val="ADAFAE"/>
              </a:solidFill>
            </a:endParaRPr>
          </a:p>
        </p:txBody>
      </p:sp>
      <p:sp>
        <p:nvSpPr>
          <p:cNvPr id="10" name="CasellaDiTesto 16">
            <a:extLst>
              <a:ext uri="{FF2B5EF4-FFF2-40B4-BE49-F238E27FC236}">
                <a16:creationId xmlns:a16="http://schemas.microsoft.com/office/drawing/2014/main" id="{EDE5C1EF-D409-0462-E694-E37571942385}"/>
              </a:ext>
            </a:extLst>
          </p:cNvPr>
          <p:cNvSpPr txBox="1"/>
          <p:nvPr/>
        </p:nvSpPr>
        <p:spPr>
          <a:xfrm>
            <a:off x="7072604" y="3595704"/>
            <a:ext cx="5119396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rgbClr val="ADAFAE"/>
                </a:solidFill>
                <a:latin typeface="Book Antiqua" panose="02040602050305030304" pitchFamily="18" charset="0"/>
              </a:rPr>
              <a:t>Tecnica validata per neutroni e fotoni da sorgente </a:t>
            </a:r>
            <a:endParaRPr lang="en-US" sz="2400" dirty="0">
              <a:solidFill>
                <a:srgbClr val="ADAFAE"/>
              </a:solidFill>
            </a:endParaRPr>
          </a:p>
        </p:txBody>
      </p:sp>
      <p:sp>
        <p:nvSpPr>
          <p:cNvPr id="11" name="CasellaDiTesto 17">
            <a:extLst>
              <a:ext uri="{FF2B5EF4-FFF2-40B4-BE49-F238E27FC236}">
                <a16:creationId xmlns:a16="http://schemas.microsoft.com/office/drawing/2014/main" id="{C7A2CC01-4C73-B05F-7A5E-B964D748C811}"/>
              </a:ext>
            </a:extLst>
          </p:cNvPr>
          <p:cNvSpPr txBox="1"/>
          <p:nvPr/>
        </p:nvSpPr>
        <p:spPr>
          <a:xfrm>
            <a:off x="96998" y="3595704"/>
            <a:ext cx="633500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it-IT" sz="2400" dirty="0">
                <a:solidFill>
                  <a:srgbClr val="1B527E"/>
                </a:solidFill>
                <a:latin typeface="Book Antiqua" panose="02040602050305030304" pitchFamily="18" charset="0"/>
              </a:rPr>
              <a:t>1. Tecnica varianza-covarianza in adroterapia</a:t>
            </a:r>
          </a:p>
        </p:txBody>
      </p: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5B3291FF-35B9-9866-4184-D10CED043700}"/>
              </a:ext>
            </a:extLst>
          </p:cNvPr>
          <p:cNvSpPr txBox="1">
            <a:spLocks/>
          </p:cNvSpPr>
          <p:nvPr/>
        </p:nvSpPr>
        <p:spPr>
          <a:xfrm>
            <a:off x="10903759" y="6435045"/>
            <a:ext cx="3882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10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7724CFA-FB86-D049-4CD2-F5DC2026FC8C}"/>
              </a:ext>
            </a:extLst>
          </p:cNvPr>
          <p:cNvSpPr txBox="1"/>
          <p:nvPr/>
        </p:nvSpPr>
        <p:spPr>
          <a:xfrm>
            <a:off x="3787601" y="6585972"/>
            <a:ext cx="84043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30000" dirty="0">
                <a:latin typeface="Book Antiqua" panose="02040602050305030304" pitchFamily="18" charset="0"/>
              </a:rPr>
              <a:t>*Eliasson L., et al.., 2024,  </a:t>
            </a:r>
            <a:r>
              <a:rPr lang="en-US" sz="1600" b="0" i="0" u="none" strike="noStrike" baseline="30000" dirty="0" err="1">
                <a:latin typeface="Book Antiqua" panose="02040602050305030304" pitchFamily="18" charset="0"/>
              </a:rPr>
              <a:t>Radiat</a:t>
            </a:r>
            <a:r>
              <a:rPr lang="en-US" sz="1600" b="0" i="0" u="none" strike="noStrike" baseline="30000" dirty="0">
                <a:latin typeface="Book Antiqua" panose="02040602050305030304" pitchFamily="18" charset="0"/>
              </a:rPr>
              <a:t> Phys Chem, 221 (111779), https://doi.org/10.1016/j.radphyschem.2024.111779</a:t>
            </a:r>
            <a:endParaRPr lang="en-US" sz="1600" dirty="0">
              <a:latin typeface="Book Antiqua" panose="02040602050305030304" pitchFamily="18" charset="0"/>
            </a:endParaRPr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527C7C70-D98C-C81F-0896-487B02CBBB75}"/>
              </a:ext>
            </a:extLst>
          </p:cNvPr>
          <p:cNvSpPr txBox="1">
            <a:spLocks/>
          </p:cNvSpPr>
          <p:nvPr/>
        </p:nvSpPr>
        <p:spPr>
          <a:xfrm>
            <a:off x="492726" y="2520077"/>
            <a:ext cx="11161774" cy="6556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>
                  <a:gsLst>
                    <a:gs pos="0">
                      <a:srgbClr val="0D4371"/>
                    </a:gs>
                    <a:gs pos="100000">
                      <a:srgbClr val="96D8EF"/>
                    </a:gs>
                  </a:gsLst>
                  <a:lin ang="0" scaled="1"/>
                </a:gra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algn="r"/>
            <a:r>
              <a:rPr lang="it-IT" dirty="0">
                <a:gradFill>
                  <a:gsLst>
                    <a:gs pos="0">
                      <a:srgbClr val="96D8EF"/>
                    </a:gs>
                    <a:gs pos="100000">
                      <a:srgbClr val="1B527E"/>
                    </a:gs>
                  </a:gsLst>
                  <a:lin ang="0" scaled="1"/>
                </a:gradFill>
              </a:rPr>
              <a:t>Metodologia</a:t>
            </a:r>
            <a:endParaRPr lang="en-US" u="sng" dirty="0">
              <a:gradFill>
                <a:gsLst>
                  <a:gs pos="0">
                    <a:srgbClr val="96D8EF"/>
                  </a:gs>
                  <a:gs pos="100000">
                    <a:srgbClr val="1B527E"/>
                  </a:gs>
                </a:gsLst>
                <a:lin ang="0" scaled="1"/>
              </a:gradFill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661E5441-30EE-F343-9153-4E176833876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8186916" y="3035045"/>
            <a:ext cx="3467584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90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0F08F-4641-E147-957D-4F3ACC4F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917924-0A05-0AFF-42FD-717E08837B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Deliverable</a:t>
            </a:r>
            <a:endParaRPr lang="ru-RU" dirty="0"/>
          </a:p>
        </p:txBody>
      </p:sp>
      <p:pic>
        <p:nvPicPr>
          <p:cNvPr id="2" name="Picture 5" descr="A picture containing wall, design, red&#10;&#10;Description automatically generated">
            <a:extLst>
              <a:ext uri="{FF2B5EF4-FFF2-40B4-BE49-F238E27FC236}">
                <a16:creationId xmlns:a16="http://schemas.microsoft.com/office/drawing/2014/main" id="{F2616596-C230-7206-D987-83781CB4D2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715"/>
          <a:stretch/>
        </p:blipFill>
        <p:spPr>
          <a:xfrm rot="5400000">
            <a:off x="-560159" y="2624859"/>
            <a:ext cx="4130474" cy="2844059"/>
          </a:xfrm>
          <a:prstGeom prst="rect">
            <a:avLst/>
          </a:prstGeom>
        </p:spPr>
      </p:pic>
      <p:sp>
        <p:nvSpPr>
          <p:cNvPr id="9" name="Segnaposto piè di pagina 2">
            <a:extLst>
              <a:ext uri="{FF2B5EF4-FFF2-40B4-BE49-F238E27FC236}">
                <a16:creationId xmlns:a16="http://schemas.microsoft.com/office/drawing/2014/main" id="{D221D9F7-E7FC-A14B-8322-A6E59C8E5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B7EE173-6566-855D-9628-7CF7CFC9A4A4}"/>
              </a:ext>
            </a:extLst>
          </p:cNvPr>
          <p:cNvSpPr txBox="1">
            <a:spLocks/>
          </p:cNvSpPr>
          <p:nvPr/>
        </p:nvSpPr>
        <p:spPr>
          <a:xfrm>
            <a:off x="6951560" y="2400037"/>
            <a:ext cx="4992201" cy="6556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>
                  <a:gsLst>
                    <a:gs pos="0">
                      <a:srgbClr val="0D4371"/>
                    </a:gs>
                    <a:gs pos="100000">
                      <a:srgbClr val="96D8EF"/>
                    </a:gs>
                  </a:gsLst>
                  <a:lin ang="0" scaled="1"/>
                </a:gra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173636B2-8030-E2DE-51C6-16A4E60469D7}"/>
              </a:ext>
            </a:extLst>
          </p:cNvPr>
          <p:cNvSpPr txBox="1">
            <a:spLocks/>
          </p:cNvSpPr>
          <p:nvPr/>
        </p:nvSpPr>
        <p:spPr>
          <a:xfrm>
            <a:off x="10903759" y="6435045"/>
            <a:ext cx="3882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11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4A5C8B1-4CE0-C953-C379-FD18BCE4E993}"/>
              </a:ext>
            </a:extLst>
          </p:cNvPr>
          <p:cNvSpPr txBox="1"/>
          <p:nvPr/>
        </p:nvSpPr>
        <p:spPr>
          <a:xfrm>
            <a:off x="314297" y="1089695"/>
            <a:ext cx="11563405" cy="830997"/>
          </a:xfrm>
          <a:prstGeom prst="rect">
            <a:avLst/>
          </a:prstGeom>
          <a:solidFill>
            <a:srgbClr val="96D8EF"/>
          </a:solidFill>
          <a:ln w="28575">
            <a:solidFill>
              <a:srgbClr val="1B527E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it-IT" sz="2400" b="1" dirty="0">
                <a:solidFill>
                  <a:srgbClr val="0D4371"/>
                </a:solidFill>
                <a:latin typeface="Book Antiqua" panose="02040602050305030304" pitchFamily="18" charset="0"/>
              </a:rPr>
              <a:t>Prototipo di un TEPC e relativa metodologia di misura, per lo studio degli aspetti stocastici dell’interazione radiazione-materia in adroterapia (ai flussi clinici)</a:t>
            </a: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42CC4FB3-9D7D-5C38-F4F9-E527CA10374B}"/>
              </a:ext>
            </a:extLst>
          </p:cNvPr>
          <p:cNvGrpSpPr/>
          <p:nvPr/>
        </p:nvGrpSpPr>
        <p:grpSpPr>
          <a:xfrm>
            <a:off x="1497886" y="5115450"/>
            <a:ext cx="2880000" cy="1508036"/>
            <a:chOff x="91252" y="2353546"/>
            <a:chExt cx="2569280" cy="1247584"/>
          </a:xfrm>
          <a:solidFill>
            <a:srgbClr val="1B527E">
              <a:alpha val="80000"/>
            </a:srgb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2AEF241B-A88A-1C5D-8758-92CA9FE18C87}"/>
                </a:ext>
              </a:extLst>
            </p:cNvPr>
            <p:cNvSpPr/>
            <p:nvPr/>
          </p:nvSpPr>
          <p:spPr>
            <a:xfrm>
              <a:off x="91252" y="2353546"/>
              <a:ext cx="2569280" cy="1247584"/>
            </a:xfrm>
            <a:prstGeom prst="ellipse">
              <a:avLst/>
            </a:prstGeom>
            <a:grpFill/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20000"/>
              </a:schemeClr>
            </a:fillRef>
            <a:effectRef idx="2">
              <a:schemeClr val="accent3">
                <a:alpha val="90000"/>
                <a:hueOff val="0"/>
                <a:satOff val="0"/>
                <a:lumOff val="0"/>
                <a:alphaOff val="-2000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8" name="Ovale 8">
              <a:extLst>
                <a:ext uri="{FF2B5EF4-FFF2-40B4-BE49-F238E27FC236}">
                  <a16:creationId xmlns:a16="http://schemas.microsoft.com/office/drawing/2014/main" id="{2417CC61-587D-3FE8-547D-BD5D0573F695}"/>
                </a:ext>
              </a:extLst>
            </p:cNvPr>
            <p:cNvSpPr txBox="1"/>
            <p:nvPr/>
          </p:nvSpPr>
          <p:spPr>
            <a:xfrm>
              <a:off x="467514" y="2536250"/>
              <a:ext cx="1816756" cy="882176"/>
            </a:xfrm>
            <a:prstGeom prst="rect">
              <a:avLst/>
            </a:prstGeom>
            <a:no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320" tIns="20320" rIns="20320" bIns="2032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b="1" kern="1200" dirty="0">
                  <a:latin typeface="Book Antiqua" panose="02040602050305030304" pitchFamily="18" charset="0"/>
                </a:rPr>
                <a:t>Multi-evento (PA in corrente e integratore a tempi variabili)</a:t>
              </a:r>
              <a:endParaRPr lang="en-US" b="1" kern="1200" dirty="0">
                <a:latin typeface="Book Antiqua" panose="02040602050305030304" pitchFamily="18" charset="0"/>
              </a:endParaRPr>
            </a:p>
          </p:txBody>
        </p: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175F465-7651-8B54-2696-1FF2B76A7CDF}"/>
              </a:ext>
            </a:extLst>
          </p:cNvPr>
          <p:cNvGrpSpPr/>
          <p:nvPr/>
        </p:nvGrpSpPr>
        <p:grpSpPr>
          <a:xfrm>
            <a:off x="1497886" y="4254864"/>
            <a:ext cx="2880000" cy="1008239"/>
            <a:chOff x="358453" y="150934"/>
            <a:chExt cx="2039937" cy="1008239"/>
          </a:xfrm>
          <a:solidFill>
            <a:srgbClr val="96D8EF">
              <a:alpha val="80000"/>
            </a:srgb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1" name="Ovale 20">
              <a:extLst>
                <a:ext uri="{FF2B5EF4-FFF2-40B4-BE49-F238E27FC236}">
                  <a16:creationId xmlns:a16="http://schemas.microsoft.com/office/drawing/2014/main" id="{1B25B2CC-49A4-0F77-F34D-3D0D3CB43607}"/>
                </a:ext>
              </a:extLst>
            </p:cNvPr>
            <p:cNvSpPr/>
            <p:nvPr/>
          </p:nvSpPr>
          <p:spPr>
            <a:xfrm>
              <a:off x="358453" y="150934"/>
              <a:ext cx="2039937" cy="1008239"/>
            </a:xfrm>
            <a:prstGeom prst="ellipse">
              <a:avLst/>
            </a:prstGeom>
            <a:grpFill/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e 4">
              <a:extLst>
                <a:ext uri="{FF2B5EF4-FFF2-40B4-BE49-F238E27FC236}">
                  <a16:creationId xmlns:a16="http://schemas.microsoft.com/office/drawing/2014/main" id="{4AA31BF6-45AC-0809-00C3-DB6EAD3DC818}"/>
                </a:ext>
              </a:extLst>
            </p:cNvPr>
            <p:cNvSpPr txBox="1"/>
            <p:nvPr/>
          </p:nvSpPr>
          <p:spPr>
            <a:xfrm>
              <a:off x="657195" y="298587"/>
              <a:ext cx="1442453" cy="712933"/>
            </a:xfrm>
            <a:prstGeom prst="rect">
              <a:avLst/>
            </a:prstGeom>
            <a:no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320" tIns="20320" rIns="20320" bIns="2032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b="1" kern="1200" dirty="0">
                  <a:solidFill>
                    <a:srgbClr val="1B527E"/>
                  </a:solidFill>
                  <a:latin typeface="Book Antiqua" panose="02040602050305030304" pitchFamily="18" charset="0"/>
                </a:rPr>
                <a:t>Singolo-evento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b="1" kern="1200" dirty="0">
                  <a:solidFill>
                    <a:srgbClr val="1B527E"/>
                  </a:solidFill>
                  <a:latin typeface="Book Antiqua" panose="02040602050305030304" pitchFamily="18" charset="0"/>
                </a:rPr>
                <a:t>(PA in carica)</a:t>
              </a:r>
              <a:endParaRPr lang="en-US" b="1" kern="1200" dirty="0">
                <a:solidFill>
                  <a:srgbClr val="1B527E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4FB4CF16-98DA-5DCD-7D59-0C7DF286E825}"/>
              </a:ext>
            </a:extLst>
          </p:cNvPr>
          <p:cNvGrpSpPr/>
          <p:nvPr/>
        </p:nvGrpSpPr>
        <p:grpSpPr>
          <a:xfrm>
            <a:off x="715928" y="2157903"/>
            <a:ext cx="11161774" cy="4557724"/>
            <a:chOff x="715928" y="2157903"/>
            <a:chExt cx="11161774" cy="4557724"/>
          </a:xfrm>
        </p:grpSpPr>
        <p:sp>
          <p:nvSpPr>
            <p:cNvPr id="12" name="Titolo 1">
              <a:extLst>
                <a:ext uri="{FF2B5EF4-FFF2-40B4-BE49-F238E27FC236}">
                  <a16:creationId xmlns:a16="http://schemas.microsoft.com/office/drawing/2014/main" id="{359523B1-C362-49BB-5311-204E25AE0107}"/>
                </a:ext>
              </a:extLst>
            </p:cNvPr>
            <p:cNvSpPr txBox="1">
              <a:spLocks/>
            </p:cNvSpPr>
            <p:nvPr/>
          </p:nvSpPr>
          <p:spPr>
            <a:xfrm>
              <a:off x="715928" y="2157903"/>
              <a:ext cx="11161774" cy="655621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1" kern="1200">
                  <a:gradFill>
                    <a:gsLst>
                      <a:gs pos="0">
                        <a:srgbClr val="0D4371"/>
                      </a:gs>
                      <a:gs pos="100000">
                        <a:srgbClr val="96D8EF"/>
                      </a:gs>
                    </a:gsLst>
                    <a:lin ang="0" scaled="1"/>
                  </a:gradFill>
                  <a:latin typeface="Book Antiqua" panose="02040602050305030304" pitchFamily="18" charset="0"/>
                  <a:ea typeface="+mj-ea"/>
                  <a:cs typeface="+mj-cs"/>
                </a:defRPr>
              </a:lvl1pPr>
            </a:lstStyle>
            <a:p>
              <a:pPr algn="r"/>
              <a:r>
                <a:rPr lang="it-IT" dirty="0">
                  <a:gradFill>
                    <a:gsLst>
                      <a:gs pos="0">
                        <a:srgbClr val="CC6F6D"/>
                      </a:gs>
                      <a:gs pos="100000">
                        <a:srgbClr val="402322"/>
                      </a:gs>
                    </a:gsLst>
                    <a:lin ang="0" scaled="1"/>
                  </a:gradFill>
                </a:rPr>
                <a:t>Impatto e ricadute</a:t>
              </a:r>
              <a:endParaRPr lang="en-US" u="sng" dirty="0">
                <a:gradFill>
                  <a:gsLst>
                    <a:gs pos="0">
                      <a:srgbClr val="CC6F6D"/>
                    </a:gs>
                    <a:gs pos="100000">
                      <a:srgbClr val="402322"/>
                    </a:gs>
                  </a:gsLst>
                  <a:lin ang="0" scaled="1"/>
                </a:gradFill>
              </a:endParaRPr>
            </a:p>
          </p:txBody>
        </p:sp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E50646CF-DA43-59D0-C6C6-B2E362855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EA5853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 flipH="1">
              <a:off x="8410118" y="2755227"/>
              <a:ext cx="3467584" cy="381053"/>
            </a:xfrm>
            <a:prstGeom prst="rect">
              <a:avLst/>
            </a:prstGeom>
          </p:spPr>
        </p:pic>
        <p:sp>
          <p:nvSpPr>
            <p:cNvPr id="24" name="Ovale 23">
              <a:extLst>
                <a:ext uri="{FF2B5EF4-FFF2-40B4-BE49-F238E27FC236}">
                  <a16:creationId xmlns:a16="http://schemas.microsoft.com/office/drawing/2014/main" id="{3659963B-E1F7-F316-6A4D-DE7F07BEF4E7}"/>
                </a:ext>
              </a:extLst>
            </p:cNvPr>
            <p:cNvSpPr/>
            <p:nvPr/>
          </p:nvSpPr>
          <p:spPr>
            <a:xfrm>
              <a:off x="7574626" y="3231909"/>
              <a:ext cx="4079874" cy="1997047"/>
            </a:xfrm>
            <a:prstGeom prst="ellipse">
              <a:avLst/>
            </a:prstGeom>
            <a:solidFill>
              <a:srgbClr val="EA5853"/>
            </a:solidFill>
            <a:ln>
              <a:noFill/>
            </a:ln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40000"/>
              </a:schemeClr>
            </a:fillRef>
            <a:effectRef idx="2">
              <a:schemeClr val="accent3">
                <a:alpha val="90000"/>
                <a:hueOff val="0"/>
                <a:satOff val="0"/>
                <a:lumOff val="0"/>
                <a:alphaOff val="-4000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e 4">
              <a:extLst>
                <a:ext uri="{FF2B5EF4-FFF2-40B4-BE49-F238E27FC236}">
                  <a16:creationId xmlns:a16="http://schemas.microsoft.com/office/drawing/2014/main" id="{953AB78D-DDD8-BB5D-EC33-3D0B2F805D01}"/>
                </a:ext>
              </a:extLst>
            </p:cNvPr>
            <p:cNvSpPr txBox="1"/>
            <p:nvPr/>
          </p:nvSpPr>
          <p:spPr>
            <a:xfrm>
              <a:off x="8172110" y="3391573"/>
              <a:ext cx="2884906" cy="1677717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2200" b="1" kern="1200" dirty="0">
                  <a:latin typeface="Book Antiqua" panose="02040602050305030304" pitchFamily="18" charset="0"/>
                </a:rPr>
                <a:t>Sistemi avanzati di treatment planning che tengono conto della RQ, e relative procedure di QA</a:t>
              </a:r>
              <a:endParaRPr lang="en-US" sz="2200" b="1" kern="1200" dirty="0">
                <a:latin typeface="Book Antiqua" panose="02040602050305030304" pitchFamily="18" charset="0"/>
              </a:endParaRPr>
            </a:p>
          </p:txBody>
        </p:sp>
        <p:pic>
          <p:nvPicPr>
            <p:cNvPr id="1026" name="Picture 2" descr="Nessuna descrizione della foto disponibile.">
              <a:extLst>
                <a:ext uri="{FF2B5EF4-FFF2-40B4-BE49-F238E27FC236}">
                  <a16:creationId xmlns:a16="http://schemas.microsoft.com/office/drawing/2014/main" id="{E5BB15E5-A4F0-8FD9-83FF-A17CDE0E9D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0880" y="3411519"/>
              <a:ext cx="3909237" cy="30766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 descr="Journal of the ICRU: Sage Journals">
              <a:extLst>
                <a:ext uri="{FF2B5EF4-FFF2-40B4-BE49-F238E27FC236}">
                  <a16:creationId xmlns:a16="http://schemas.microsoft.com/office/drawing/2014/main" id="{25F2CBA8-EF48-129A-52EA-04EDEE27E7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743" b="47849"/>
            <a:stretch/>
          </p:blipFill>
          <p:spPr bwMode="auto">
            <a:xfrm>
              <a:off x="8145307" y="5318942"/>
              <a:ext cx="2604706" cy="13966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9745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2B625-7370-1432-E072-BBD2A016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70AAE0-FF90-3AA3-A3ED-602705AC73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Work Packages</a:t>
            </a:r>
            <a:endParaRPr lang="ru-RU" dirty="0"/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5D6650E7-AF09-71A9-5F92-AEF12BF55F0F}"/>
              </a:ext>
            </a:extLst>
          </p:cNvPr>
          <p:cNvSpPr txBox="1">
            <a:spLocks/>
          </p:cNvSpPr>
          <p:nvPr/>
        </p:nvSpPr>
        <p:spPr>
          <a:xfrm>
            <a:off x="10903759" y="6435045"/>
            <a:ext cx="3882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12</a:t>
            </a:r>
          </a:p>
        </p:txBody>
      </p:sp>
      <p:graphicFrame>
        <p:nvGraphicFramePr>
          <p:cNvPr id="9" name="Diagramma 8">
            <a:extLst>
              <a:ext uri="{FF2B5EF4-FFF2-40B4-BE49-F238E27FC236}">
                <a16:creationId xmlns:a16="http://schemas.microsoft.com/office/drawing/2014/main" id="{D7EADFA0-B9E9-B88C-947A-60AEE3EFC1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0871134"/>
              </p:ext>
            </p:extLst>
          </p:nvPr>
        </p:nvGraphicFramePr>
        <p:xfrm>
          <a:off x="0" y="1210260"/>
          <a:ext cx="12192000" cy="5390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Picture 2" descr="Index of /download/LOGO_DECLINAZIONI/LNL">
            <a:extLst>
              <a:ext uri="{FF2B5EF4-FFF2-40B4-BE49-F238E27FC236}">
                <a16:creationId xmlns:a16="http://schemas.microsoft.com/office/drawing/2014/main" id="{8F48EC5E-D3A5-EBEE-7352-094C5FA7F3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107"/>
          <a:stretch/>
        </p:blipFill>
        <p:spPr bwMode="auto">
          <a:xfrm>
            <a:off x="1695714" y="1181345"/>
            <a:ext cx="1961063" cy="91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 descr="Masterclasses 2022 (1-31 March 2022): Overview · Agenda (Indico)">
            <a:extLst>
              <a:ext uri="{FF2B5EF4-FFF2-40B4-BE49-F238E27FC236}">
                <a16:creationId xmlns:a16="http://schemas.microsoft.com/office/drawing/2014/main" id="{8E96D6F9-0D5E-DFB1-D53F-12EA61D399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9" b="31895"/>
          <a:stretch/>
        </p:blipFill>
        <p:spPr bwMode="auto">
          <a:xfrm>
            <a:off x="7701903" y="1181346"/>
            <a:ext cx="1810598" cy="91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Index of /download/LOGO_DECLINAZIONI/ROMATRE">
            <a:extLst>
              <a:ext uri="{FF2B5EF4-FFF2-40B4-BE49-F238E27FC236}">
                <a16:creationId xmlns:a16="http://schemas.microsoft.com/office/drawing/2014/main" id="{511585B9-C402-A86C-CE0A-B8C27D727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769" y="1181345"/>
            <a:ext cx="2017362" cy="91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egnaposto piè di pagina 2">
            <a:extLst>
              <a:ext uri="{FF2B5EF4-FFF2-40B4-BE49-F238E27FC236}">
                <a16:creationId xmlns:a16="http://schemas.microsoft.com/office/drawing/2014/main" id="{AAA0B6CD-5A62-8BC7-E47C-7EA45B93DE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8895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1F10-64A5-9DBD-3E5C-ECE9B1827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8857C4-6697-4EB8-B639-51FCB7D70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Cronoprogramma 1° anno</a:t>
            </a:r>
            <a:endParaRPr lang="ru-RU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C3E4DD66-5FC1-1B07-CF2B-3405E11AE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598062"/>
              </p:ext>
            </p:extLst>
          </p:nvPr>
        </p:nvGraphicFramePr>
        <p:xfrm>
          <a:off x="115613" y="1056640"/>
          <a:ext cx="11916000" cy="3305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96000">
                  <a:extLst>
                    <a:ext uri="{9D8B030D-6E8A-4147-A177-3AD203B41FA5}">
                      <a16:colId xmlns:a16="http://schemas.microsoft.com/office/drawing/2014/main" val="13299549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120465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29919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02452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471075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65838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125384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638771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145497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538896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21067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875317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97283635"/>
                    </a:ext>
                  </a:extLst>
                </a:gridCol>
              </a:tblGrid>
              <a:tr h="1145740">
                <a:tc>
                  <a:txBody>
                    <a:bodyPr/>
                    <a:lstStyle/>
                    <a:p>
                      <a:r>
                        <a:rPr lang="it-IT" sz="1600" b="1" dirty="0">
                          <a:latin typeface="Book Antiqua" panose="02040602050305030304" pitchFamily="18" charset="0"/>
                        </a:rPr>
                        <a:t>Task 1° anno</a:t>
                      </a:r>
                      <a:endParaRPr lang="en-US" sz="1600" b="1" dirty="0">
                        <a:latin typeface="Book Antiqua" panose="0204060205030503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it-IT" sz="1600" b="0" dirty="0">
                          <a:latin typeface="Book Antiqua" panose="02040602050305030304" pitchFamily="18" charset="0"/>
                        </a:rPr>
                        <a:t>Gennaio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 dirty="0">
                          <a:latin typeface="Book Antiqua" panose="02040602050305030304" pitchFamily="18" charset="0"/>
                        </a:rPr>
                        <a:t>Febbraio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 dirty="0">
                          <a:latin typeface="Book Antiqua" panose="02040602050305030304" pitchFamily="18" charset="0"/>
                        </a:rPr>
                        <a:t>Marzo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 dirty="0">
                          <a:latin typeface="Book Antiqua" panose="02040602050305030304" pitchFamily="18" charset="0"/>
                        </a:rPr>
                        <a:t>Aprile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 dirty="0">
                          <a:latin typeface="Book Antiqua" panose="02040602050305030304" pitchFamily="18" charset="0"/>
                        </a:rPr>
                        <a:t>Maggio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 dirty="0">
                          <a:latin typeface="Book Antiqua" panose="02040602050305030304" pitchFamily="18" charset="0"/>
                        </a:rPr>
                        <a:t>Giugno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 dirty="0">
                          <a:latin typeface="Book Antiqua" panose="02040602050305030304" pitchFamily="18" charset="0"/>
                        </a:rPr>
                        <a:t>Luglio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 dirty="0">
                          <a:latin typeface="Book Antiqua" panose="02040602050305030304" pitchFamily="18" charset="0"/>
                        </a:rPr>
                        <a:t>Agosto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 dirty="0">
                          <a:latin typeface="Book Antiqua" panose="02040602050305030304" pitchFamily="18" charset="0"/>
                        </a:rPr>
                        <a:t>Settembre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 dirty="0">
                          <a:latin typeface="Book Antiqua" panose="02040602050305030304" pitchFamily="18" charset="0"/>
                        </a:rPr>
                        <a:t>Ottobre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 dirty="0">
                          <a:latin typeface="Book Antiqua" panose="02040602050305030304" pitchFamily="18" charset="0"/>
                        </a:rPr>
                        <a:t>Novembre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 dirty="0">
                          <a:latin typeface="Book Antiqua" panose="02040602050305030304" pitchFamily="18" charset="0"/>
                        </a:rPr>
                        <a:t>Dicembre</a:t>
                      </a:r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val="9529259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WP2 –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Schede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su</a:t>
                      </a: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 design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esistente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b="1" dirty="0">
                          <a:latin typeface="Book Antiqua" panose="02040602050305030304" pitchFamily="18" charset="0"/>
                        </a:rPr>
                        <a:t>M1</a:t>
                      </a:r>
                      <a:endParaRPr lang="en-US" sz="900" b="1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5013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it-IT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WP1 – Sviluppo ed eventuali modifiche 2 </a:t>
                      </a:r>
                      <a:r>
                        <a:rPr lang="it-IT" sz="1600" b="0" i="0" u="none" strike="noStrike" kern="1200" baseline="0" dirty="0" err="1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TEPCs</a:t>
                      </a:r>
                      <a:r>
                        <a:rPr lang="it-IT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 4MiCA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M2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9481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it-IT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WP1 – Misure in campi di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radiazione</a:t>
                      </a:r>
                      <a:endParaRPr lang="en-US" sz="1600" b="0" i="0" u="none" strike="noStrike" kern="1200" baseline="0" dirty="0">
                        <a:solidFill>
                          <a:schemeClr val="tx1"/>
                        </a:solidFill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1" dirty="0">
                          <a:latin typeface="Book Antiqua" panose="02040602050305030304" pitchFamily="18" charset="0"/>
                        </a:rPr>
                        <a:t>M3</a:t>
                      </a:r>
                      <a:endParaRPr lang="en-US" sz="900" b="1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89662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WP1 –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Calcoli</a:t>
                      </a: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 COMSOL/MC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b="1" dirty="0">
                          <a:latin typeface="Book Antiqua" panose="02040602050305030304" pitchFamily="18" charset="0"/>
                        </a:rPr>
                        <a:t>M4</a:t>
                      </a:r>
                      <a:endParaRPr lang="en-US" sz="900" b="1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57682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it-IT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WP2 – Progetto e verifica nuova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elettronica</a:t>
                      </a: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ottimizzata</a:t>
                      </a:r>
                      <a:endParaRPr lang="en-US" sz="1600" b="0" i="0" u="none" strike="noStrike" kern="1200" baseline="0" dirty="0">
                        <a:solidFill>
                          <a:schemeClr val="tx1"/>
                        </a:solidFill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b="1" dirty="0">
                          <a:latin typeface="Book Antiqua" panose="02040602050305030304" pitchFamily="18" charset="0"/>
                        </a:rPr>
                        <a:t>M5</a:t>
                      </a:r>
                      <a:endParaRPr lang="en-US" sz="900" b="1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2901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it-IT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WP2 – Inizio studi su sistema di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acquisizione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digitale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b="1" dirty="0">
                          <a:latin typeface="Book Antiqua" panose="02040602050305030304" pitchFamily="18" charset="0"/>
                        </a:rPr>
                        <a:t>M6</a:t>
                      </a:r>
                      <a:endParaRPr lang="en-US" sz="900" b="1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34534"/>
                  </a:ext>
                </a:extLst>
              </a:tr>
            </a:tbl>
          </a:graphicData>
        </a:graphic>
      </p:graphicFrame>
      <p:sp>
        <p:nvSpPr>
          <p:cNvPr id="2" name="Segnaposto piè di pagina 2">
            <a:extLst>
              <a:ext uri="{FF2B5EF4-FFF2-40B4-BE49-F238E27FC236}">
                <a16:creationId xmlns:a16="http://schemas.microsoft.com/office/drawing/2014/main" id="{96B97903-712B-6BB3-31DF-3385A033B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FA7C5764-7BC3-1AC7-EFAC-2C4CA5159275}"/>
              </a:ext>
            </a:extLst>
          </p:cNvPr>
          <p:cNvSpPr txBox="1">
            <a:spLocks/>
          </p:cNvSpPr>
          <p:nvPr/>
        </p:nvSpPr>
        <p:spPr>
          <a:xfrm>
            <a:off x="10903759" y="6435045"/>
            <a:ext cx="3882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13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63E5278-6554-962E-9A5A-D264291B528D}"/>
              </a:ext>
            </a:extLst>
          </p:cNvPr>
          <p:cNvSpPr/>
          <p:nvPr/>
        </p:nvSpPr>
        <p:spPr>
          <a:xfrm>
            <a:off x="115613" y="2565400"/>
            <a:ext cx="11916000" cy="350520"/>
          </a:xfrm>
          <a:prstGeom prst="rect">
            <a:avLst/>
          </a:prstGeom>
          <a:noFill/>
          <a:ln w="57150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415103AE-15D1-80EF-B832-BC3B7C841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777978"/>
              </p:ext>
            </p:extLst>
          </p:nvPr>
        </p:nvGraphicFramePr>
        <p:xfrm>
          <a:off x="2039669" y="4400877"/>
          <a:ext cx="8741755" cy="221673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299462">
                  <a:extLst>
                    <a:ext uri="{9D8B030D-6E8A-4147-A177-3AD203B41FA5}">
                      <a16:colId xmlns:a16="http://schemas.microsoft.com/office/drawing/2014/main" val="557544528"/>
                    </a:ext>
                  </a:extLst>
                </a:gridCol>
                <a:gridCol w="2442293">
                  <a:extLst>
                    <a:ext uri="{9D8B030D-6E8A-4147-A177-3AD203B41FA5}">
                      <a16:colId xmlns:a16="http://schemas.microsoft.com/office/drawing/2014/main" val="4050390155"/>
                    </a:ext>
                  </a:extLst>
                </a:gridCol>
              </a:tblGrid>
              <a:tr h="369455"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Milestones 1° anno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Book Antiqua" panose="02040602050305030304" pitchFamily="18" charset="0"/>
                        </a:rPr>
                        <a:t>Data completamento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solidFill>
                      <a:srgbClr val="96D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120884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b="0" dirty="0">
                          <a:latin typeface="Book Antiqua" panose="02040602050305030304" pitchFamily="18" charset="0"/>
                        </a:rPr>
                        <a:t>WP2 – M1: Schede su design esistente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Book Antiqua" panose="02040602050305030304" pitchFamily="18" charset="0"/>
                        </a:rPr>
                        <a:t>31.03.2025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093112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b="0" dirty="0">
                          <a:latin typeface="Book Antiqua" panose="02040602050305030304" pitchFamily="18" charset="0"/>
                        </a:rPr>
                        <a:t>WP1 - M2: Sviluppo 2 TEPC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Book Antiqua" panose="02040602050305030304" pitchFamily="18" charset="0"/>
                        </a:rPr>
                        <a:t>31.03.2025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646219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b="0" dirty="0">
                          <a:latin typeface="Book Antiqua" panose="02040602050305030304" pitchFamily="18" charset="0"/>
                        </a:rPr>
                        <a:t>WP1 - M3: Misure in campi di radiazione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Book Antiqua" panose="02040602050305030304" pitchFamily="18" charset="0"/>
                        </a:rPr>
                        <a:t>31.12.2025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107007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b="0" dirty="0">
                          <a:latin typeface="Book Antiqua" panose="02040602050305030304" pitchFamily="18" charset="0"/>
                        </a:rPr>
                        <a:t>WP1 - M4: Confronto con simulazioni TOPAS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Book Antiqua" panose="02040602050305030304" pitchFamily="18" charset="0"/>
                        </a:rPr>
                        <a:t>31.12.2025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908332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b="0" dirty="0">
                          <a:latin typeface="Book Antiqua" panose="02040602050305030304" pitchFamily="18" charset="0"/>
                        </a:rPr>
                        <a:t>WP2 - M5: Progetto e verifica nuova elettronica ottimizzata</a:t>
                      </a:r>
                      <a:endParaRPr lang="en-US" b="0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Book Antiqua" panose="02040602050305030304" pitchFamily="18" charset="0"/>
                        </a:rPr>
                        <a:t>31.12.2025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02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71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7A6C1-6CB9-7E89-6F4E-6902AB30F3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Mitigazione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C553B-AD85-89E4-71ED-A5AD8AE9B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  <p:pic>
        <p:nvPicPr>
          <p:cNvPr id="5" name="Picture 4" descr="A close-up of several metal objects&#10;&#10;Description automatically generated">
            <a:extLst>
              <a:ext uri="{FF2B5EF4-FFF2-40B4-BE49-F238E27FC236}">
                <a16:creationId xmlns:a16="http://schemas.microsoft.com/office/drawing/2014/main" id="{0A766552-6EB9-AE09-DB37-2F962CFBE4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37" t="9101" r="2513" b="23722"/>
          <a:stretch/>
        </p:blipFill>
        <p:spPr>
          <a:xfrm rot="5400000">
            <a:off x="4449486" y="2827340"/>
            <a:ext cx="4130475" cy="2374252"/>
          </a:xfrm>
          <a:prstGeom prst="rect">
            <a:avLst/>
          </a:prstGeom>
        </p:spPr>
      </p:pic>
      <p:pic>
        <p:nvPicPr>
          <p:cNvPr id="6" name="Picture 5" descr="A picture containing wall, design, red&#10;&#10;Description automatically generated">
            <a:extLst>
              <a:ext uri="{FF2B5EF4-FFF2-40B4-BE49-F238E27FC236}">
                <a16:creationId xmlns:a16="http://schemas.microsoft.com/office/drawing/2014/main" id="{AC306E70-2F15-58C3-8C29-CC4EE43001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2960"/>
          <a:stretch/>
        </p:blipFill>
        <p:spPr>
          <a:xfrm rot="5400000">
            <a:off x="-385385" y="2784548"/>
            <a:ext cx="4130474" cy="237425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547E8C1-E9C0-9B54-3173-68DF409FA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" y="1097869"/>
            <a:ext cx="11338560" cy="397210"/>
          </a:xfrm>
          <a:prstGeom prst="rect">
            <a:avLst/>
          </a:prstGeom>
        </p:spPr>
      </p:pic>
      <p:sp>
        <p:nvSpPr>
          <p:cNvPr id="10" name="Ovale 9">
            <a:extLst>
              <a:ext uri="{FF2B5EF4-FFF2-40B4-BE49-F238E27FC236}">
                <a16:creationId xmlns:a16="http://schemas.microsoft.com/office/drawing/2014/main" id="{57672CDB-79D8-B676-249A-DF9B20BF31DB}"/>
              </a:ext>
            </a:extLst>
          </p:cNvPr>
          <p:cNvSpPr/>
          <p:nvPr/>
        </p:nvSpPr>
        <p:spPr>
          <a:xfrm>
            <a:off x="1007378" y="4444922"/>
            <a:ext cx="1699260" cy="1478280"/>
          </a:xfrm>
          <a:prstGeom prst="ellipse">
            <a:avLst/>
          </a:prstGeom>
          <a:noFill/>
          <a:ln w="38100" cap="flat">
            <a:solidFill>
              <a:srgbClr val="C00000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8698B3CA-04AC-BEA9-13DE-6C1FA79F3C84}"/>
              </a:ext>
            </a:extLst>
          </p:cNvPr>
          <p:cNvSpPr/>
          <p:nvPr/>
        </p:nvSpPr>
        <p:spPr>
          <a:xfrm>
            <a:off x="3003818" y="4444922"/>
            <a:ext cx="2186940" cy="861059"/>
          </a:xfrm>
          <a:prstGeom prst="rightArrow">
            <a:avLst/>
          </a:pr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DDBF0C0-968A-B4D4-6485-732C23F2A24C}"/>
              </a:ext>
            </a:extLst>
          </p:cNvPr>
          <p:cNvSpPr txBox="1"/>
          <p:nvPr/>
        </p:nvSpPr>
        <p:spPr>
          <a:xfrm>
            <a:off x="1628408" y="2323669"/>
            <a:ext cx="246888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Book Antiqua" panose="02040602050305030304" pitchFamily="18" charset="0"/>
              </a:rPr>
              <a:t>2 attualmente in uso ottimizzati per misure in singolo-evento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7CAB5C9-A66E-8140-1DE2-45F558A74B0F}"/>
              </a:ext>
            </a:extLst>
          </p:cNvPr>
          <p:cNvSpPr txBox="1"/>
          <p:nvPr/>
        </p:nvSpPr>
        <p:spPr>
          <a:xfrm>
            <a:off x="8234948" y="2811349"/>
            <a:ext cx="341955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Book Antiqua" panose="02040602050305030304" pitchFamily="18" charset="0"/>
              </a:rPr>
              <a:t>Non senza interferenze con i progetti esistenti. 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EB59B69-1A6D-107C-0A38-A6AAA088E21F}"/>
              </a:ext>
            </a:extLst>
          </p:cNvPr>
          <p:cNvSpPr txBox="1"/>
          <p:nvPr/>
        </p:nvSpPr>
        <p:spPr>
          <a:xfrm>
            <a:off x="8234948" y="4075589"/>
            <a:ext cx="3464326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Book Antiqua" panose="02040602050305030304" pitchFamily="18" charset="0"/>
              </a:rPr>
              <a:t>Si cercherà la strategia migliore per la riuscita di tutti i progetti (esistenti e </a:t>
            </a:r>
            <a:r>
              <a:rPr lang="it-IT" dirty="0" err="1">
                <a:latin typeface="Book Antiqua" panose="02040602050305030304" pitchFamily="18" charset="0"/>
              </a:rPr>
              <a:t>AToMiQA</a:t>
            </a:r>
            <a:r>
              <a:rPr lang="it-IT" dirty="0">
                <a:latin typeface="Book Antiqua" panose="02040602050305030304" pitchFamily="18" charset="0"/>
              </a:rPr>
              <a:t>)</a:t>
            </a:r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15" name="Footer Placeholder 10">
            <a:extLst>
              <a:ext uri="{FF2B5EF4-FFF2-40B4-BE49-F238E27FC236}">
                <a16:creationId xmlns:a16="http://schemas.microsoft.com/office/drawing/2014/main" id="{E11FEC89-CECA-1D48-632E-A92038D39790}"/>
              </a:ext>
            </a:extLst>
          </p:cNvPr>
          <p:cNvSpPr txBox="1">
            <a:spLocks/>
          </p:cNvSpPr>
          <p:nvPr/>
        </p:nvSpPr>
        <p:spPr>
          <a:xfrm>
            <a:off x="10903759" y="6435045"/>
            <a:ext cx="3882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14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461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A01BC-CA1A-12B3-A3A6-34AC82AA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8C0FBD-EB49-4E1C-0DFF-9B442820E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Cronoprogramma 2° anno</a:t>
            </a:r>
            <a:endParaRPr lang="ru-RU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0C5EF881-6E27-AABE-39C0-EF51A660C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031964"/>
              </p:ext>
            </p:extLst>
          </p:nvPr>
        </p:nvGraphicFramePr>
        <p:xfrm>
          <a:off x="138000" y="1236956"/>
          <a:ext cx="11916000" cy="30088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96000">
                  <a:extLst>
                    <a:ext uri="{9D8B030D-6E8A-4147-A177-3AD203B41FA5}">
                      <a16:colId xmlns:a16="http://schemas.microsoft.com/office/drawing/2014/main" val="13299549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120465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29919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024527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471075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65838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125384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638771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145497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538896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921067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875317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897283635"/>
                    </a:ext>
                  </a:extLst>
                </a:gridCol>
              </a:tblGrid>
              <a:tr h="1224000">
                <a:tc>
                  <a:txBody>
                    <a:bodyPr/>
                    <a:lstStyle/>
                    <a:p>
                      <a:r>
                        <a:rPr lang="it-IT" sz="1600" b="1">
                          <a:latin typeface="Book Antiqua" panose="02040602050305030304" pitchFamily="18" charset="0"/>
                        </a:rPr>
                        <a:t>Task 2° anno</a:t>
                      </a:r>
                      <a:endParaRPr lang="en-US" sz="1600" b="1" dirty="0">
                        <a:latin typeface="Book Antiqua" panose="0204060205030503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it-IT" sz="1600" b="0">
                          <a:latin typeface="Book Antiqua" panose="02040602050305030304" pitchFamily="18" charset="0"/>
                        </a:rPr>
                        <a:t>Gennaio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>
                          <a:latin typeface="Book Antiqua" panose="02040602050305030304" pitchFamily="18" charset="0"/>
                        </a:rPr>
                        <a:t>Febbraio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>
                          <a:latin typeface="Book Antiqua" panose="02040602050305030304" pitchFamily="18" charset="0"/>
                        </a:rPr>
                        <a:t>Marzo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>
                          <a:latin typeface="Book Antiqua" panose="02040602050305030304" pitchFamily="18" charset="0"/>
                        </a:rPr>
                        <a:t>Aprile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>
                          <a:latin typeface="Book Antiqua" panose="02040602050305030304" pitchFamily="18" charset="0"/>
                        </a:rPr>
                        <a:t>Maggio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>
                          <a:latin typeface="Book Antiqua" panose="02040602050305030304" pitchFamily="18" charset="0"/>
                        </a:rPr>
                        <a:t>Giugno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>
                          <a:latin typeface="Book Antiqua" panose="02040602050305030304" pitchFamily="18" charset="0"/>
                        </a:rPr>
                        <a:t>Luglio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>
                          <a:latin typeface="Book Antiqua" panose="02040602050305030304" pitchFamily="18" charset="0"/>
                        </a:rPr>
                        <a:t>Agosto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>
                          <a:latin typeface="Book Antiqua" panose="02040602050305030304" pitchFamily="18" charset="0"/>
                        </a:rPr>
                        <a:t>Settembre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>
                          <a:latin typeface="Book Antiqua" panose="02040602050305030304" pitchFamily="18" charset="0"/>
                        </a:rPr>
                        <a:t>Ottobre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>
                          <a:latin typeface="Book Antiqua" panose="02040602050305030304" pitchFamily="18" charset="0"/>
                        </a:rPr>
                        <a:t>Novembre</a:t>
                      </a:r>
                      <a:endParaRPr lang="en-US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it-IT" sz="1600" b="0">
                          <a:latin typeface="Book Antiqua" panose="02040602050305030304" pitchFamily="18" charset="0"/>
                        </a:rPr>
                        <a:t>Dicembre</a:t>
                      </a:r>
                      <a:endParaRPr lang="it-IT" sz="1600" b="0" dirty="0">
                        <a:latin typeface="Book Antiqua" panose="02040602050305030304" pitchFamily="18" charset="0"/>
                      </a:endParaRPr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val="95292597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it-IT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WP1 – Misure IC-TEPC (collaborazione </a:t>
                      </a:r>
                      <a:r>
                        <a:rPr lang="it-IT" sz="1600" b="0" i="0" u="none" strike="noStrike" kern="1200" baseline="0" dirty="0" err="1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Swedish</a:t>
                      </a:r>
                      <a:r>
                        <a:rPr lang="it-IT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 Radiation </a:t>
                      </a:r>
                      <a:r>
                        <a:rPr lang="it-IT" sz="1600" b="0" i="0" u="none" strike="noStrike" kern="1200" baseline="0" dirty="0" err="1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Safety</a:t>
                      </a:r>
                      <a:r>
                        <a:rPr lang="it-IT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 Authority)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1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1" dirty="0">
                          <a:latin typeface="Book Antiqua" panose="02040602050305030304" pitchFamily="18" charset="0"/>
                        </a:rPr>
                        <a:t>M7</a:t>
                      </a:r>
                      <a:endParaRPr lang="en-US" sz="900" b="1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5013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it-IT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WP2 – Nuova elettronica e test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M8</a:t>
                      </a: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9481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it-IT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WP1 – Indagine uso di un singolo rivelatore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b="1" dirty="0">
                          <a:latin typeface="Book Antiqua" panose="02040602050305030304" pitchFamily="18" charset="0"/>
                        </a:rPr>
                        <a:t>M9</a:t>
                      </a:r>
                      <a:endParaRPr lang="en-US" sz="900" b="1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89662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it-IT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WP1 – Simulazioni MC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b="1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rgbClr val="ADA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576821"/>
                  </a:ext>
                </a:extLst>
              </a:tr>
              <a:tr h="344844">
                <a:tc>
                  <a:txBody>
                    <a:bodyPr/>
                    <a:lstStyle/>
                    <a:p>
                      <a:r>
                        <a:rPr lang="it-IT" sz="1600" b="0" i="0" u="none" strike="noStrike" kern="1200" baseline="0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  <a:ea typeface="+mn-ea"/>
                          <a:cs typeface="+mn-cs"/>
                        </a:rPr>
                        <a:t>WP1/2 – Resoconto sull’applicazione della varianza covarianza in adroterapia</a:t>
                      </a:r>
                      <a:endParaRPr lang="en-US" sz="1600" b="0" i="0" u="none" strike="noStrike" kern="1200" baseline="0" dirty="0">
                        <a:solidFill>
                          <a:schemeClr val="tx1"/>
                        </a:solidFill>
                        <a:latin typeface="Book Antiqua" panose="02040602050305030304" pitchFamily="18" charset="0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600" b="1" dirty="0">
                          <a:latin typeface="Book Antiqua" panose="02040602050305030304" pitchFamily="18" charset="0"/>
                        </a:rPr>
                        <a:t>M10</a:t>
                      </a:r>
                      <a:endParaRPr lang="en-US" sz="600" b="1" dirty="0">
                        <a:latin typeface="Book Antiqua" panose="02040602050305030304" pitchFamily="18" charset="0"/>
                      </a:endParaRPr>
                    </a:p>
                  </a:txBody>
                  <a:tcPr anchor="ctr">
                    <a:pattFill prst="solidDmnd">
                      <a:fgClr>
                        <a:srgbClr val="96D8EF"/>
                      </a:fgClr>
                      <a:bgClr>
                        <a:srgbClr val="ADAFAE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461290181"/>
                  </a:ext>
                </a:extLst>
              </a:tr>
            </a:tbl>
          </a:graphicData>
        </a:graphic>
      </p:graphicFrame>
      <p:sp>
        <p:nvSpPr>
          <p:cNvPr id="10" name="Segnaposto piè di pagina 2">
            <a:extLst>
              <a:ext uri="{FF2B5EF4-FFF2-40B4-BE49-F238E27FC236}">
                <a16:creationId xmlns:a16="http://schemas.microsoft.com/office/drawing/2014/main" id="{C8748139-2DDE-5C64-443D-AECF3FEA3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A5F3F68-C9AB-5308-E599-E1FD5996DC5D}"/>
              </a:ext>
            </a:extLst>
          </p:cNvPr>
          <p:cNvSpPr txBox="1">
            <a:spLocks/>
          </p:cNvSpPr>
          <p:nvPr/>
        </p:nvSpPr>
        <p:spPr>
          <a:xfrm>
            <a:off x="10903759" y="6435045"/>
            <a:ext cx="3882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15</a:t>
            </a:r>
            <a:endParaRPr lang="ru-RU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15953F4E-8660-84E9-FBF7-C0817C331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893323"/>
              </p:ext>
            </p:extLst>
          </p:nvPr>
        </p:nvGraphicFramePr>
        <p:xfrm>
          <a:off x="591129" y="4416785"/>
          <a:ext cx="11161774" cy="184727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619998">
                  <a:extLst>
                    <a:ext uri="{9D8B030D-6E8A-4147-A177-3AD203B41FA5}">
                      <a16:colId xmlns:a16="http://schemas.microsoft.com/office/drawing/2014/main" val="557544528"/>
                    </a:ext>
                  </a:extLst>
                </a:gridCol>
                <a:gridCol w="3541776">
                  <a:extLst>
                    <a:ext uri="{9D8B030D-6E8A-4147-A177-3AD203B41FA5}">
                      <a16:colId xmlns:a16="http://schemas.microsoft.com/office/drawing/2014/main" val="4050390155"/>
                    </a:ext>
                  </a:extLst>
                </a:gridCol>
              </a:tblGrid>
              <a:tr h="369455"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Milestones 2° anno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solidFill>
                      <a:srgbClr val="0D43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Book Antiqua" panose="02040602050305030304" pitchFamily="18" charset="0"/>
                        </a:rPr>
                        <a:t>Data completamento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solidFill>
                      <a:srgbClr val="0D43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120884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b="0" dirty="0">
                          <a:latin typeface="Book Antiqua" panose="02040602050305030304" pitchFamily="18" charset="0"/>
                        </a:rPr>
                        <a:t>WP1 – M7: Misure con TEPC-IC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Book Antiqua" panose="02040602050305030304" pitchFamily="18" charset="0"/>
                        </a:rPr>
                        <a:t>31.12.2026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093112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b="0" dirty="0">
                          <a:latin typeface="Book Antiqua" panose="02040602050305030304" pitchFamily="18" charset="0"/>
                        </a:rPr>
                        <a:t>WP2 – M8: Nuova scheda per entrambe le modalità 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Book Antiqua" panose="02040602050305030304" pitchFamily="18" charset="0"/>
                        </a:rPr>
                        <a:t>31.05.2026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646219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b="0" dirty="0">
                          <a:latin typeface="Book Antiqua" panose="02040602050305030304" pitchFamily="18" charset="0"/>
                        </a:rPr>
                        <a:t>WP1 – M9: Indagine metodologia a singolo rivelatore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Book Antiqua" panose="02040602050305030304" pitchFamily="18" charset="0"/>
                        </a:rPr>
                        <a:t>31.12.2026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107007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b="0" dirty="0">
                          <a:latin typeface="Book Antiqua" panose="02040602050305030304" pitchFamily="18" charset="0"/>
                        </a:rPr>
                        <a:t>WP1/2 - M10: Resoconto su indagine metodologia in adroterapia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0" dirty="0">
                          <a:latin typeface="Book Antiqua" panose="02040602050305030304" pitchFamily="18" charset="0"/>
                        </a:rPr>
                        <a:t>31.12.2026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908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9912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FB630-F8B1-9DD4-A617-3F859FF6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55944A-B292-C209-F44B-24CC25B36E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Anagrafica</a:t>
            </a:r>
            <a:endParaRPr lang="ru-RU" dirty="0"/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17102CD0-2919-468C-BC4D-2C938B7F4E56}"/>
              </a:ext>
            </a:extLst>
          </p:cNvPr>
          <p:cNvSpPr txBox="1">
            <a:spLocks/>
          </p:cNvSpPr>
          <p:nvPr/>
        </p:nvSpPr>
        <p:spPr>
          <a:xfrm>
            <a:off x="10903759" y="6435045"/>
            <a:ext cx="3882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16</a:t>
            </a:r>
            <a:endParaRPr lang="ru-RU" b="1" dirty="0">
              <a:solidFill>
                <a:schemeClr val="bg1"/>
              </a:solidFill>
            </a:endParaRPr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6519CDAA-A4AC-E496-FB31-6AC390FF7903}"/>
              </a:ext>
            </a:extLst>
          </p:cNvPr>
          <p:cNvGrpSpPr/>
          <p:nvPr/>
        </p:nvGrpSpPr>
        <p:grpSpPr>
          <a:xfrm>
            <a:off x="6073613" y="819015"/>
            <a:ext cx="3509817" cy="5284662"/>
            <a:chOff x="7315200" y="81675"/>
            <a:chExt cx="4094813" cy="5604112"/>
          </a:xfrm>
        </p:grpSpPr>
        <p:graphicFrame>
          <p:nvGraphicFramePr>
            <p:cNvPr id="12" name="Grafico 11">
              <a:extLst>
                <a:ext uri="{FF2B5EF4-FFF2-40B4-BE49-F238E27FC236}">
                  <a16:creationId xmlns:a16="http://schemas.microsoft.com/office/drawing/2014/main" id="{BEDA8D7A-1A0F-5490-21FE-C477C619309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95355725"/>
                </p:ext>
              </p:extLst>
            </p:nvPr>
          </p:nvGraphicFramePr>
          <p:xfrm>
            <a:off x="7315200" y="498764"/>
            <a:ext cx="4094813" cy="518702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pic>
          <p:nvPicPr>
            <p:cNvPr id="14" name="Picture 2" descr="Index of /download/LOGO_DECLINAZIONI/LNL">
              <a:extLst>
                <a:ext uri="{FF2B5EF4-FFF2-40B4-BE49-F238E27FC236}">
                  <a16:creationId xmlns:a16="http://schemas.microsoft.com/office/drawing/2014/main" id="{7F6ECCB6-4681-61BD-3AF8-75118E2BBF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107"/>
            <a:stretch/>
          </p:blipFill>
          <p:spPr bwMode="auto">
            <a:xfrm>
              <a:off x="7873576" y="1154385"/>
              <a:ext cx="1161351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0" descr="Masterclasses 2022 (1-31 March 2022): Overview · Agenda (Indico)">
              <a:extLst>
                <a:ext uri="{FF2B5EF4-FFF2-40B4-BE49-F238E27FC236}">
                  <a16:creationId xmlns:a16="http://schemas.microsoft.com/office/drawing/2014/main" id="{C78CE8C3-641E-1244-7B30-F3635AB475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49" b="31895"/>
            <a:stretch/>
          </p:blipFill>
          <p:spPr bwMode="auto">
            <a:xfrm>
              <a:off x="9034927" y="81675"/>
              <a:ext cx="1133655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Index of /download/LOGO_DECLINAZIONI/ROMATRE">
              <a:extLst>
                <a:ext uri="{FF2B5EF4-FFF2-40B4-BE49-F238E27FC236}">
                  <a16:creationId xmlns:a16="http://schemas.microsoft.com/office/drawing/2014/main" id="{71E1FB9B-265D-9B78-34B7-79145660C3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4122" y="3092275"/>
              <a:ext cx="1194690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1" name="Grafico 20">
            <a:extLst>
              <a:ext uri="{FF2B5EF4-FFF2-40B4-BE49-F238E27FC236}">
                <a16:creationId xmlns:a16="http://schemas.microsoft.com/office/drawing/2014/main" id="{F4D65CE4-DB06-83CB-DBF3-8514A31103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6699654"/>
              </p:ext>
            </p:extLst>
          </p:nvPr>
        </p:nvGraphicFramePr>
        <p:xfrm>
          <a:off x="8774084" y="1949345"/>
          <a:ext cx="4159130" cy="2418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6790F90-6DEA-472F-C8F6-59031CA2D01C}"/>
              </a:ext>
            </a:extLst>
          </p:cNvPr>
          <p:cNvSpPr txBox="1"/>
          <p:nvPr/>
        </p:nvSpPr>
        <p:spPr>
          <a:xfrm>
            <a:off x="0" y="5283402"/>
            <a:ext cx="49716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Book Antiqua" panose="02040602050305030304" pitchFamily="18" charset="0"/>
              </a:rPr>
              <a:t>Età media pesata con FTE: 42.4 anni</a:t>
            </a:r>
            <a:endParaRPr lang="en-US" sz="28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Book Antiqua" panose="02040602050305030304" pitchFamily="18" charset="0"/>
            </a:endParaRPr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D0C01106-011A-E32C-B8C7-7B8F5E5F1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611724"/>
              </p:ext>
            </p:extLst>
          </p:nvPr>
        </p:nvGraphicFramePr>
        <p:xfrm>
          <a:off x="248045" y="1175897"/>
          <a:ext cx="5469292" cy="396517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426329">
                  <a:extLst>
                    <a:ext uri="{9D8B030D-6E8A-4147-A177-3AD203B41FA5}">
                      <a16:colId xmlns:a16="http://schemas.microsoft.com/office/drawing/2014/main" val="557544528"/>
                    </a:ext>
                  </a:extLst>
                </a:gridCol>
                <a:gridCol w="450916">
                  <a:extLst>
                    <a:ext uri="{9D8B030D-6E8A-4147-A177-3AD203B41FA5}">
                      <a16:colId xmlns:a16="http://schemas.microsoft.com/office/drawing/2014/main" val="4050390155"/>
                    </a:ext>
                  </a:extLst>
                </a:gridCol>
                <a:gridCol w="1889162">
                  <a:extLst>
                    <a:ext uri="{9D8B030D-6E8A-4147-A177-3AD203B41FA5}">
                      <a16:colId xmlns:a16="http://schemas.microsoft.com/office/drawing/2014/main" val="936628726"/>
                    </a:ext>
                  </a:extLst>
                </a:gridCol>
                <a:gridCol w="702885">
                  <a:extLst>
                    <a:ext uri="{9D8B030D-6E8A-4147-A177-3AD203B41FA5}">
                      <a16:colId xmlns:a16="http://schemas.microsoft.com/office/drawing/2014/main" val="3757666532"/>
                    </a:ext>
                  </a:extLst>
                </a:gridCol>
              </a:tblGrid>
              <a:tr h="369455"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Nome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Book Antiqua" panose="02040602050305030304" pitchFamily="18" charset="0"/>
                        </a:rPr>
                        <a:t>Età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Unità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solidFill>
                      <a:srgbClr val="96D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Book Antiqua" panose="02040602050305030304" pitchFamily="18" charset="0"/>
                        </a:rPr>
                        <a:t>FTE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solidFill>
                      <a:srgbClr val="96D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120884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b="1" dirty="0">
                          <a:latin typeface="Book Antiqua" panose="02040602050305030304" pitchFamily="18" charset="0"/>
                        </a:rPr>
                        <a:t>Anna Bianchi*</a:t>
                      </a:r>
                      <a:endParaRPr lang="en-US" b="1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Book Antiqua" panose="02040602050305030304" pitchFamily="18" charset="0"/>
                        </a:rPr>
                        <a:t>31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INFN-LNL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latin typeface="Book Antiqua" panose="02040602050305030304" pitchFamily="18" charset="0"/>
                        </a:rPr>
                        <a:t>0.9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093112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Valeria Conte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Book Antiqua" panose="02040602050305030304" pitchFamily="18" charset="0"/>
                        </a:rPr>
                        <a:t>60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Book Antiqua" panose="02040602050305030304" pitchFamily="18" charset="0"/>
                        </a:rPr>
                        <a:t>INFN-LNL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latin typeface="Book Antiqua" panose="02040602050305030304" pitchFamily="18" charset="0"/>
                        </a:rPr>
                        <a:t>0.4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646219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Alberto Fazzi*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T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Book Antiqua" panose="02040602050305030304" pitchFamily="18" charset="0"/>
                        </a:rPr>
                        <a:t>67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T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INFN-Milano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T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latin typeface="Book Antiqua" panose="02040602050305030304" pitchFamily="18" charset="0"/>
                        </a:rPr>
                        <a:t>0.5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T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50107007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Davide Bortot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Book Antiqua" panose="02040602050305030304" pitchFamily="18" charset="0"/>
                        </a:rPr>
                        <a:t>37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INFN-Milano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latin typeface="Book Antiqua" panose="02040602050305030304" pitchFamily="18" charset="0"/>
                        </a:rPr>
                        <a:t>0.3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908332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Davide Mazzucconi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Book Antiqua" panose="02040602050305030304" pitchFamily="18" charset="0"/>
                        </a:rPr>
                        <a:t>33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INFN-Milano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latin typeface="Book Antiqua" panose="02040602050305030304" pitchFamily="18" charset="0"/>
                        </a:rPr>
                        <a:t>0.5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02446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Stefano </a:t>
                      </a:r>
                      <a:r>
                        <a:rPr lang="it-IT" dirty="0" err="1">
                          <a:latin typeface="Book Antiqua" panose="02040602050305030304" pitchFamily="18" charset="0"/>
                        </a:rPr>
                        <a:t>Agosteo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Book Antiqua" panose="02040602050305030304" pitchFamily="18" charset="0"/>
                        </a:rPr>
                        <a:t>62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INFN-Milano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latin typeface="Book Antiqua" panose="02040602050305030304" pitchFamily="18" charset="0"/>
                        </a:rPr>
                        <a:t>0.2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241694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Andrea Fabbri*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T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Book Antiqua" panose="02040602050305030304" pitchFamily="18" charset="0"/>
                        </a:rPr>
                        <a:t>42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T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INFN-Roma Tre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T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latin typeface="Book Antiqua" panose="02040602050305030304" pitchFamily="18" charset="0"/>
                        </a:rPr>
                        <a:t>0.1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T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74165413"/>
                  </a:ext>
                </a:extLst>
              </a:tr>
              <a:tr h="369455"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Lucrezia Bianchi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Book Antiqua" panose="02040602050305030304" pitchFamily="18" charset="0"/>
                        </a:rPr>
                        <a:t>26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Book Antiqua" panose="02040602050305030304" pitchFamily="18" charset="0"/>
                        </a:rPr>
                        <a:t>INFN-Roma Tre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latin typeface="Book Antiqua" panose="02040602050305030304" pitchFamily="18" charset="0"/>
                        </a:rPr>
                        <a:t>0.4</a:t>
                      </a:r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397043"/>
                  </a:ext>
                </a:extLst>
              </a:tr>
              <a:tr h="369455">
                <a:tc gridSpan="3">
                  <a:txBody>
                    <a:bodyPr/>
                    <a:lstStyle/>
                    <a:p>
                      <a:pPr algn="r"/>
                      <a:r>
                        <a:rPr lang="it-IT" b="1" dirty="0">
                          <a:solidFill>
                            <a:srgbClr val="0D4371"/>
                          </a:solidFill>
                          <a:latin typeface="Book Antiqua" panose="02040602050305030304" pitchFamily="18" charset="0"/>
                        </a:rPr>
                        <a:t>Totale</a:t>
                      </a:r>
                      <a:endParaRPr lang="en-US" b="1" dirty="0">
                        <a:solidFill>
                          <a:srgbClr val="0D437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>
                    <a:lnT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Book Antiqua" panose="020406020503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b="1" dirty="0">
                          <a:solidFill>
                            <a:srgbClr val="0D4371"/>
                          </a:solidFill>
                          <a:latin typeface="Book Antiqua" panose="02040602050305030304" pitchFamily="18" charset="0"/>
                        </a:rPr>
                        <a:t>3.3</a:t>
                      </a:r>
                      <a:endParaRPr lang="en-US" b="1" dirty="0">
                        <a:solidFill>
                          <a:srgbClr val="0D437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>
                    <a:lnT w="38100" cap="flat" cmpd="sng" algn="ctr">
                      <a:solidFill>
                        <a:srgbClr val="96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20155167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D90694D1-4487-EC31-2824-550D389EBD75}"/>
              </a:ext>
            </a:extLst>
          </p:cNvPr>
          <p:cNvSpPr txBox="1"/>
          <p:nvPr/>
        </p:nvSpPr>
        <p:spPr>
          <a:xfrm>
            <a:off x="358432" y="4785429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33363A"/>
                </a:solidFill>
                <a:latin typeface="Book Antiqua" panose="02040602050305030304" pitchFamily="18" charset="0"/>
              </a:rPr>
              <a:t>* Responsabile locale</a:t>
            </a:r>
            <a:endParaRPr lang="en-US" dirty="0">
              <a:solidFill>
                <a:srgbClr val="33363A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Segnaposto piè di pagina 2">
            <a:extLst>
              <a:ext uri="{FF2B5EF4-FFF2-40B4-BE49-F238E27FC236}">
                <a16:creationId xmlns:a16="http://schemas.microsoft.com/office/drawing/2014/main" id="{ED3655E1-53C9-3EAC-5455-09D73E71B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809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BC1A8D-E693-4704-8E11-5AAB4B40B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Richieste</a:t>
            </a:r>
            <a:r>
              <a:rPr lang="en-US" dirty="0"/>
              <a:t> </a:t>
            </a:r>
            <a:r>
              <a:rPr lang="en-US" dirty="0" err="1"/>
              <a:t>finanziarie</a:t>
            </a:r>
            <a:endParaRPr lang="ru-RU" dirty="0"/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213AE000-BBE1-9C5C-EB14-3A1CDA94A7E3}"/>
              </a:ext>
            </a:extLst>
          </p:cNvPr>
          <p:cNvSpPr txBox="1">
            <a:spLocks/>
          </p:cNvSpPr>
          <p:nvPr/>
        </p:nvSpPr>
        <p:spPr>
          <a:xfrm>
            <a:off x="10903759" y="6435045"/>
            <a:ext cx="3882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17</a:t>
            </a:r>
            <a:endParaRPr lang="ru-RU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Grafico 7">
            <a:extLst>
              <a:ext uri="{FF2B5EF4-FFF2-40B4-BE49-F238E27FC236}">
                <a16:creationId xmlns:a16="http://schemas.microsoft.com/office/drawing/2014/main" id="{79943027-BD55-3662-DDF0-00F1986663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399451"/>
              </p:ext>
            </p:extLst>
          </p:nvPr>
        </p:nvGraphicFramePr>
        <p:xfrm>
          <a:off x="0" y="1078271"/>
          <a:ext cx="11291978" cy="2904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Grafico 9">
            <a:extLst>
              <a:ext uri="{FF2B5EF4-FFF2-40B4-BE49-F238E27FC236}">
                <a16:creationId xmlns:a16="http://schemas.microsoft.com/office/drawing/2014/main" id="{E2792A4F-8EF8-6608-9566-D6AD22B57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8936077"/>
              </p:ext>
            </p:extLst>
          </p:nvPr>
        </p:nvGraphicFramePr>
        <p:xfrm>
          <a:off x="0" y="3874189"/>
          <a:ext cx="9485746" cy="2560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Ovale 10">
            <a:extLst>
              <a:ext uri="{FF2B5EF4-FFF2-40B4-BE49-F238E27FC236}">
                <a16:creationId xmlns:a16="http://schemas.microsoft.com/office/drawing/2014/main" id="{D832F6D4-321A-317B-B01B-2791BBC8E026}"/>
              </a:ext>
            </a:extLst>
          </p:cNvPr>
          <p:cNvSpPr/>
          <p:nvPr/>
        </p:nvSpPr>
        <p:spPr>
          <a:xfrm>
            <a:off x="9088582" y="2530342"/>
            <a:ext cx="2203396" cy="1118022"/>
          </a:xfrm>
          <a:prstGeom prst="ellipse">
            <a:avLst/>
          </a:prstGeom>
          <a:gradFill flip="none" rotWithShape="1">
            <a:gsLst>
              <a:gs pos="12000">
                <a:srgbClr val="0D4371"/>
              </a:gs>
              <a:gs pos="100000">
                <a:srgbClr val="96D8EF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Book Antiqua" panose="02040602050305030304" pitchFamily="18" charset="0"/>
              </a:rPr>
              <a:t>Totale: 67k€</a:t>
            </a:r>
            <a:endParaRPr lang="en-US" sz="24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7FC891EC-DEEE-DB51-0BE1-24469DF3B028}"/>
              </a:ext>
            </a:extLst>
          </p:cNvPr>
          <p:cNvSpPr/>
          <p:nvPr/>
        </p:nvSpPr>
        <p:spPr>
          <a:xfrm>
            <a:off x="9111905" y="4875473"/>
            <a:ext cx="2203396" cy="1118022"/>
          </a:xfrm>
          <a:prstGeom prst="ellipse">
            <a:avLst/>
          </a:prstGeom>
          <a:gradFill flip="none" rotWithShape="1">
            <a:gsLst>
              <a:gs pos="12000">
                <a:srgbClr val="0D4371"/>
              </a:gs>
              <a:gs pos="100000">
                <a:srgbClr val="96D8EF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Book Antiqua" panose="02040602050305030304" pitchFamily="18" charset="0"/>
              </a:rPr>
              <a:t>Totale: 32k€</a:t>
            </a:r>
            <a:endParaRPr lang="en-US" sz="24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Segnaposto piè di pagina 2">
            <a:extLst>
              <a:ext uri="{FF2B5EF4-FFF2-40B4-BE49-F238E27FC236}">
                <a16:creationId xmlns:a16="http://schemas.microsoft.com/office/drawing/2014/main" id="{B08DA59E-CA50-C937-17D7-6AA582E3B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600825"/>
            <a:ext cx="6410547" cy="257175"/>
          </a:xfrm>
        </p:spPr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5244EC3-169D-D2BE-5071-848B83255ABB}"/>
              </a:ext>
            </a:extLst>
          </p:cNvPr>
          <p:cNvSpPr txBox="1"/>
          <p:nvPr/>
        </p:nvSpPr>
        <p:spPr>
          <a:xfrm>
            <a:off x="2428458" y="1675999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33363A"/>
                </a:solidFill>
                <a:latin typeface="Book Antiqua" panose="02040602050305030304" pitchFamily="18" charset="0"/>
              </a:rPr>
              <a:t>DAQ digitale</a:t>
            </a:r>
            <a:endParaRPr lang="en-US" dirty="0">
              <a:solidFill>
                <a:srgbClr val="33363A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2459D9E-8F3C-545D-6342-8965282B1766}"/>
              </a:ext>
            </a:extLst>
          </p:cNvPr>
          <p:cNvSpPr txBox="1"/>
          <p:nvPr/>
        </p:nvSpPr>
        <p:spPr>
          <a:xfrm>
            <a:off x="4952583" y="1609324"/>
            <a:ext cx="2040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rgbClr val="33363A"/>
                </a:solidFill>
                <a:latin typeface="Book Antiqua" panose="02040602050305030304" pitchFamily="18" charset="0"/>
              </a:rPr>
              <a:t>Schede elettronica</a:t>
            </a:r>
          </a:p>
          <a:p>
            <a:pPr algn="ctr"/>
            <a:r>
              <a:rPr lang="it-IT" dirty="0">
                <a:solidFill>
                  <a:srgbClr val="33363A"/>
                </a:solidFill>
                <a:latin typeface="Book Antiqua" panose="02040602050305030304" pitchFamily="18" charset="0"/>
              </a:rPr>
              <a:t>HV basso rumore</a:t>
            </a:r>
            <a:endParaRPr lang="en-US" dirty="0">
              <a:solidFill>
                <a:srgbClr val="33363A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087559D-9414-308E-264B-AAFDC473DFA1}"/>
              </a:ext>
            </a:extLst>
          </p:cNvPr>
          <p:cNvSpPr txBox="1"/>
          <p:nvPr/>
        </p:nvSpPr>
        <p:spPr>
          <a:xfrm>
            <a:off x="4952583" y="4405242"/>
            <a:ext cx="2040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rgbClr val="33363A"/>
                </a:solidFill>
                <a:latin typeface="Book Antiqua" panose="02040602050305030304" pitchFamily="18" charset="0"/>
              </a:rPr>
              <a:t>Schede elettronica</a:t>
            </a:r>
          </a:p>
        </p:txBody>
      </p:sp>
    </p:spTree>
    <p:extLst>
      <p:ext uri="{BB962C8B-B14F-4D97-AF65-F5344CB8AC3E}">
        <p14:creationId xmlns:p14="http://schemas.microsoft.com/office/powerpoint/2010/main" val="367522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P spid="12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570BC-C8F6-8E9E-2A6D-7DB62FE89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Giudizio</a:t>
            </a:r>
            <a:r>
              <a:rPr lang="en-GB" dirty="0"/>
              <a:t> panel pre-</a:t>
            </a:r>
            <a:r>
              <a:rPr lang="en-GB" dirty="0" err="1"/>
              <a:t>selezione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4E8D2-B9C0-0A39-5924-5C36D6017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Anna Bianchi - AToMiQA - 19.11.2024 CSN5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B6376D-CD9B-D39B-8211-42D4E08656C0}"/>
              </a:ext>
            </a:extLst>
          </p:cNvPr>
          <p:cNvSpPr txBox="1"/>
          <p:nvPr/>
        </p:nvSpPr>
        <p:spPr>
          <a:xfrm>
            <a:off x="280346" y="1237897"/>
            <a:ext cx="116170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Courier New" panose="02070309020205020404" pitchFamily="49" charset="0"/>
              </a:rPr>
              <a:t>1.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This is a 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subsequent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step compared 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the previous 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MUSICA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Youth Grant project, won by the same proponent, in which the device was developed and patented.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1B6E4-1523-B0F9-C768-A148476DE431}"/>
              </a:ext>
            </a:extLst>
          </p:cNvPr>
          <p:cNvSpPr txBox="1"/>
          <p:nvPr/>
        </p:nvSpPr>
        <p:spPr>
          <a:xfrm>
            <a:off x="280346" y="5632368"/>
            <a:ext cx="11617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Staff involvement 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 adequate for the planned activities, although a higher number of FTEs could accelerate the results.</a:t>
            </a: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FF0C5E87-5D47-CFCA-4382-0466AE212A1D}"/>
              </a:ext>
            </a:extLst>
          </p:cNvPr>
          <p:cNvSpPr txBox="1">
            <a:spLocks/>
          </p:cNvSpPr>
          <p:nvPr/>
        </p:nvSpPr>
        <p:spPr>
          <a:xfrm>
            <a:off x="10903759" y="6435045"/>
            <a:ext cx="3882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200" kern="1200">
                <a:solidFill>
                  <a:srgbClr val="3B771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chemeClr val="bg1"/>
                </a:solidFill>
              </a:rPr>
              <a:t>18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Clip art di omino blu una domanda | Immagini vettoriali gratuiti">
            <a:extLst>
              <a:ext uri="{FF2B5EF4-FFF2-40B4-BE49-F238E27FC236}">
                <a16:creationId xmlns:a16="http://schemas.microsoft.com/office/drawing/2014/main" id="{84985F59-9AEA-E43C-0CB2-74EA7BBB6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962" y="3293821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F16C5159-12BA-85F1-04C9-4C140185CCC9}"/>
              </a:ext>
            </a:extLst>
          </p:cNvPr>
          <p:cNvGrpSpPr/>
          <p:nvPr/>
        </p:nvGrpSpPr>
        <p:grpSpPr>
          <a:xfrm>
            <a:off x="679192" y="2780227"/>
            <a:ext cx="3925894" cy="1097144"/>
            <a:chOff x="59516" y="2536374"/>
            <a:chExt cx="2412003" cy="789326"/>
          </a:xfrm>
        </p:grpSpPr>
        <p:sp>
          <p:nvSpPr>
            <p:cNvPr id="13" name="Rettangolo con angoli arrotondati 12">
              <a:extLst>
                <a:ext uri="{FF2B5EF4-FFF2-40B4-BE49-F238E27FC236}">
                  <a16:creationId xmlns:a16="http://schemas.microsoft.com/office/drawing/2014/main" id="{0398CC87-57B5-27E2-48DC-1AEAF7A9247C}"/>
                </a:ext>
              </a:extLst>
            </p:cNvPr>
            <p:cNvSpPr/>
            <p:nvPr/>
          </p:nvSpPr>
          <p:spPr>
            <a:xfrm>
              <a:off x="59516" y="2536374"/>
              <a:ext cx="2412003" cy="789326"/>
            </a:xfrm>
            <a:prstGeom prst="roundRect">
              <a:avLst>
                <a:gd name="adj" fmla="val 10000"/>
              </a:avLst>
            </a:prstGeom>
            <a:solidFill>
              <a:srgbClr val="92D050">
                <a:alpha val="90000"/>
              </a:srgb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5714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A86FD8FE-B35D-9C3A-230C-F93502397D3E}"/>
                </a:ext>
              </a:extLst>
            </p:cNvPr>
            <p:cNvSpPr txBox="1"/>
            <p:nvPr/>
          </p:nvSpPr>
          <p:spPr>
            <a:xfrm>
              <a:off x="82635" y="2559493"/>
              <a:ext cx="2365765" cy="7430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34290" rIns="45720" bIns="3429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2400" kern="1200" dirty="0">
                  <a:latin typeface="Book Antiqua" panose="02040602050305030304" pitchFamily="18" charset="0"/>
                </a:rPr>
                <a:t>Siti simulati micrometrici e sub-micrometrici</a:t>
              </a:r>
              <a:endParaRPr lang="en-US" sz="2400" kern="1200" dirty="0">
                <a:latin typeface="Book Antiqua" panose="02040602050305030304" pitchFamily="18" charset="0"/>
              </a:endParaRPr>
            </a:p>
          </p:txBody>
        </p: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F081C592-9343-6195-3DA3-6EB3C200434F}"/>
              </a:ext>
            </a:extLst>
          </p:cNvPr>
          <p:cNvGrpSpPr/>
          <p:nvPr/>
        </p:nvGrpSpPr>
        <p:grpSpPr>
          <a:xfrm>
            <a:off x="7360002" y="2763659"/>
            <a:ext cx="3925894" cy="1128495"/>
            <a:chOff x="59516" y="4357897"/>
            <a:chExt cx="2412003" cy="789326"/>
          </a:xfrm>
        </p:grpSpPr>
        <p:sp>
          <p:nvSpPr>
            <p:cNvPr id="9" name="Rettangolo con angoli arrotondati 8">
              <a:extLst>
                <a:ext uri="{FF2B5EF4-FFF2-40B4-BE49-F238E27FC236}">
                  <a16:creationId xmlns:a16="http://schemas.microsoft.com/office/drawing/2014/main" id="{D81AF565-B3B6-E687-254C-4A78F9B18BAC}"/>
                </a:ext>
              </a:extLst>
            </p:cNvPr>
            <p:cNvSpPr/>
            <p:nvPr/>
          </p:nvSpPr>
          <p:spPr>
            <a:xfrm>
              <a:off x="59516" y="4357897"/>
              <a:ext cx="2412003" cy="789326"/>
            </a:xfrm>
            <a:prstGeom prst="roundRect">
              <a:avLst>
                <a:gd name="adj" fmla="val 10000"/>
              </a:avLst>
            </a:prstGeom>
            <a:solidFill>
              <a:srgbClr val="FF5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17143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2400"/>
            </a:p>
          </p:txBody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36A6242A-65FB-2EA0-B78D-4C4B5B3E3301}"/>
                </a:ext>
              </a:extLst>
            </p:cNvPr>
            <p:cNvSpPr txBox="1"/>
            <p:nvPr/>
          </p:nvSpPr>
          <p:spPr>
            <a:xfrm>
              <a:off x="82635" y="4381015"/>
              <a:ext cx="2365765" cy="7430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34290" rIns="45720" bIns="3429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2400" kern="1200" dirty="0">
                  <a:latin typeface="Book Antiqua" panose="02040602050305030304" pitchFamily="18" charset="0"/>
                </a:rPr>
                <a:t>Alti </a:t>
              </a:r>
              <a:r>
                <a:rPr lang="it-IT" sz="2400" dirty="0">
                  <a:latin typeface="Book Antiqua" panose="02040602050305030304" pitchFamily="18" charset="0"/>
                </a:rPr>
                <a:t>flussi</a:t>
              </a:r>
              <a:endParaRPr lang="it-IT" sz="2400" kern="1200" dirty="0">
                <a:latin typeface="Book Antiqua" panose="02040602050305030304" pitchFamily="18" charset="0"/>
              </a:endParaRP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2400" kern="1200" dirty="0">
                  <a:latin typeface="Book Antiqua" panose="02040602050305030304" pitchFamily="18" charset="0"/>
                </a:rPr>
                <a:t>(max 5·10</a:t>
              </a:r>
              <a:r>
                <a:rPr lang="it-IT" sz="2400" kern="1200" baseline="30000" dirty="0">
                  <a:latin typeface="Book Antiqua" panose="02040602050305030304" pitchFamily="18" charset="0"/>
                </a:rPr>
                <a:t>6</a:t>
              </a:r>
              <a:r>
                <a:rPr lang="it-IT" sz="2400" kern="1200" dirty="0">
                  <a:latin typeface="Book Antiqua" panose="02040602050305030304" pitchFamily="18" charset="0"/>
                </a:rPr>
                <a:t> p s</a:t>
              </a:r>
              <a:r>
                <a:rPr lang="it-IT" sz="2400" kern="1200" baseline="30000" dirty="0">
                  <a:latin typeface="Book Antiqua" panose="02040602050305030304" pitchFamily="18" charset="0"/>
                </a:rPr>
                <a:t>-1</a:t>
              </a:r>
              <a:r>
                <a:rPr lang="it-IT" sz="2400" kern="1200" dirty="0">
                  <a:latin typeface="Book Antiqua" panose="02040602050305030304" pitchFamily="18" charset="0"/>
                </a:rPr>
                <a:t> cm</a:t>
              </a:r>
              <a:r>
                <a:rPr lang="it-IT" sz="2400" kern="1200" baseline="30000" dirty="0">
                  <a:latin typeface="Book Antiqua" panose="02040602050305030304" pitchFamily="18" charset="0"/>
                </a:rPr>
                <a:t>-2</a:t>
              </a:r>
              <a:r>
                <a:rPr lang="it-IT" sz="2400" kern="1200" dirty="0">
                  <a:latin typeface="Book Antiqua" panose="02040602050305030304" pitchFamily="18" charset="0"/>
                </a:rPr>
                <a:t>)</a:t>
              </a:r>
              <a:endParaRPr lang="en-US" sz="2400" kern="1200" dirty="0">
                <a:latin typeface="Book Antiqua" panose="02040602050305030304" pitchFamily="18" charset="0"/>
              </a:endParaRPr>
            </a:p>
          </p:txBody>
        </p: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62160A9-DC74-23F6-A8BA-3B72ECDD8D2E}"/>
              </a:ext>
            </a:extLst>
          </p:cNvPr>
          <p:cNvSpPr txBox="1"/>
          <p:nvPr/>
        </p:nvSpPr>
        <p:spPr>
          <a:xfrm>
            <a:off x="477925" y="3982724"/>
            <a:ext cx="4328429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2400" dirty="0">
                <a:solidFill>
                  <a:srgbClr val="1B527E"/>
                </a:solidFill>
                <a:latin typeface="Book Antiqua" panose="02040602050305030304" pitchFamily="18" charset="0"/>
              </a:rPr>
              <a:t>Qual è il sito più significativo?</a:t>
            </a:r>
            <a:endParaRPr lang="en-US" sz="2400" dirty="0">
              <a:solidFill>
                <a:srgbClr val="1B527E"/>
              </a:solidFill>
              <a:latin typeface="Book Antiqua" panose="02040602050305030304" pitchFamily="18" charset="0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BA0B649-C17A-6B1A-657D-D0640DB802FE}"/>
              </a:ext>
            </a:extLst>
          </p:cNvPr>
          <p:cNvSpPr txBox="1"/>
          <p:nvPr/>
        </p:nvSpPr>
        <p:spPr>
          <a:xfrm>
            <a:off x="1781968" y="2191721"/>
            <a:ext cx="1720343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it-IT" sz="2800" b="1" dirty="0">
                <a:latin typeface="Book Antiqua" panose="02040602050305030304" pitchFamily="18" charset="0"/>
              </a:rPr>
              <a:t>MUSICA</a:t>
            </a:r>
            <a:endParaRPr lang="en-US" sz="2800" b="1" dirty="0">
              <a:latin typeface="Book Antiqua" panose="02040602050305030304" pitchFamily="18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BA26370-5E9B-8FB8-FEFD-BC9B3C4D6ACE}"/>
              </a:ext>
            </a:extLst>
          </p:cNvPr>
          <p:cNvSpPr txBox="1"/>
          <p:nvPr/>
        </p:nvSpPr>
        <p:spPr>
          <a:xfrm>
            <a:off x="8342553" y="2206504"/>
            <a:ext cx="1960793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it-IT" sz="2800" b="1" dirty="0" err="1">
                <a:latin typeface="Book Antiqua" panose="02040602050305030304" pitchFamily="18" charset="0"/>
              </a:rPr>
              <a:t>AToMiQA</a:t>
            </a:r>
            <a:endParaRPr lang="en-US" sz="2800" b="1" dirty="0">
              <a:latin typeface="Book Antiqua" panose="02040602050305030304" pitchFamily="18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EA3B661-7AF0-B94F-9A7D-9D26E61EE304}"/>
              </a:ext>
            </a:extLst>
          </p:cNvPr>
          <p:cNvSpPr txBox="1"/>
          <p:nvPr/>
        </p:nvSpPr>
        <p:spPr>
          <a:xfrm>
            <a:off x="6953550" y="3954173"/>
            <a:ext cx="4738798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2400" dirty="0">
                <a:solidFill>
                  <a:srgbClr val="1B527E"/>
                </a:solidFill>
                <a:latin typeface="Book Antiqua" panose="02040602050305030304" pitchFamily="18" charset="0"/>
              </a:rPr>
              <a:t>Possiamo superare questo limite?</a:t>
            </a:r>
            <a:endParaRPr lang="en-US" sz="2400" dirty="0">
              <a:solidFill>
                <a:srgbClr val="1B527E"/>
              </a:solidFill>
              <a:latin typeface="Book Antiqua" panose="0204060205030503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EBD7ABD-418C-6D58-FA27-0549F7BCDA47}"/>
              </a:ext>
            </a:extLst>
          </p:cNvPr>
          <p:cNvSpPr txBox="1"/>
          <p:nvPr/>
        </p:nvSpPr>
        <p:spPr>
          <a:xfrm>
            <a:off x="1951886" y="4535673"/>
            <a:ext cx="1380506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it-IT" sz="2800" b="1" dirty="0">
                <a:latin typeface="Book Antiqua" panose="02040602050305030304" pitchFamily="18" charset="0"/>
              </a:rPr>
              <a:t>Ricerca</a:t>
            </a:r>
            <a:endParaRPr lang="en-US" sz="2800" b="1" dirty="0">
              <a:latin typeface="Book Antiqua" panose="02040602050305030304" pitchFamily="18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E723CFF-D6AB-9BA8-221F-BD32D46E137D}"/>
              </a:ext>
            </a:extLst>
          </p:cNvPr>
          <p:cNvSpPr txBox="1"/>
          <p:nvPr/>
        </p:nvSpPr>
        <p:spPr>
          <a:xfrm>
            <a:off x="8132559" y="4535673"/>
            <a:ext cx="2380780" cy="52322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it-IT" sz="2800" b="1" dirty="0">
                <a:latin typeface="Book Antiqua" panose="02040602050305030304" pitchFamily="18" charset="0"/>
              </a:rPr>
              <a:t>Applicazione</a:t>
            </a:r>
            <a:endParaRPr lang="en-US" sz="2800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34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 animBg="1"/>
      <p:bldP spid="16" grpId="0" animBg="1"/>
      <p:bldP spid="17" grpId="0" animBg="1"/>
      <p:bldP spid="18" grpId="0" animBg="1"/>
      <p:bldP spid="10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egnaposto immagine 12" descr="Immagine che contiene cerchio, arte&#10;&#10;Descrizione generata automaticamente">
            <a:extLst>
              <a:ext uri="{FF2B5EF4-FFF2-40B4-BE49-F238E27FC236}">
                <a16:creationId xmlns:a16="http://schemas.microsoft.com/office/drawing/2014/main" id="{656BB8CC-FE10-1A68-A9CE-ECB5F68E66ED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/>
          <a:srcRect l="3616" r="3616"/>
          <a:stretch>
            <a:fillRect/>
          </a:stretch>
        </p:blipFill>
        <p:spPr/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F153B584-5B5C-4C81-E37F-5D18A29CE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Grazie per l’attenzione!</a:t>
            </a:r>
            <a:endParaRPr lang="en-US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1F0CC3B-2055-2944-FB1C-DCE7571A85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9988653">
            <a:off x="6737474" y="401260"/>
            <a:ext cx="4367531" cy="524711"/>
          </a:xfrm>
        </p:spPr>
        <p:txBody>
          <a:bodyPr/>
          <a:lstStyle/>
          <a:p>
            <a:r>
              <a:rPr lang="it-IT" dirty="0"/>
              <a:t>Anna Bianchi</a:t>
            </a:r>
            <a:endParaRPr lang="en-US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2F705A85-6434-84C6-B6E5-5E869851252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 rot="20024403">
            <a:off x="8883174" y="4440285"/>
            <a:ext cx="4367531" cy="365125"/>
          </a:xfrm>
        </p:spPr>
        <p:txBody>
          <a:bodyPr/>
          <a:lstStyle/>
          <a:p>
            <a:r>
              <a:rPr lang="it-IT" sz="2400" b="0" dirty="0">
                <a:solidFill>
                  <a:schemeClr val="bg1"/>
                </a:solidFill>
                <a:latin typeface="Book Antiqua" panose="02040602050305030304" pitchFamily="18" charset="0"/>
              </a:rPr>
              <a:t>anna.bianchi@lnl.infn.it</a:t>
            </a:r>
            <a:endParaRPr lang="en-US" sz="2400" b="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8A474BC6-3C37-47E1-D565-01523AB2C282}"/>
              </a:ext>
            </a:extLst>
          </p:cNvPr>
          <p:cNvGrpSpPr/>
          <p:nvPr/>
        </p:nvGrpSpPr>
        <p:grpSpPr>
          <a:xfrm>
            <a:off x="3011568" y="1189847"/>
            <a:ext cx="4459056" cy="5241540"/>
            <a:chOff x="1214949" y="2269120"/>
            <a:chExt cx="4459056" cy="5241540"/>
          </a:xfrm>
        </p:grpSpPr>
        <p:pic>
          <p:nvPicPr>
            <p:cNvPr id="15" name="Picture 2" descr="Index of /download/LOGO_DECLINAZIONI/LNL">
              <a:extLst>
                <a:ext uri="{FF2B5EF4-FFF2-40B4-BE49-F238E27FC236}">
                  <a16:creationId xmlns:a16="http://schemas.microsoft.com/office/drawing/2014/main" id="{3E7947BE-8FA1-4E71-67CA-DD8A4F83DB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107"/>
            <a:stretch/>
          </p:blipFill>
          <p:spPr bwMode="auto">
            <a:xfrm>
              <a:off x="2280809" y="2269120"/>
              <a:ext cx="2346066" cy="1090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0" descr="Masterclasses 2022 (1-31 March 2022): Overview · Agenda (Indico)">
              <a:extLst>
                <a:ext uri="{FF2B5EF4-FFF2-40B4-BE49-F238E27FC236}">
                  <a16:creationId xmlns:a16="http://schemas.microsoft.com/office/drawing/2014/main" id="{71B9D1D7-A226-C737-6E6B-4FEDF8E8F1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49" b="31895"/>
            <a:stretch/>
          </p:blipFill>
          <p:spPr bwMode="auto">
            <a:xfrm>
              <a:off x="1214949" y="4686708"/>
              <a:ext cx="2131720" cy="1015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 descr="Index of /download/LOGO_DECLINAZIONI/ROMATRE">
              <a:extLst>
                <a:ext uri="{FF2B5EF4-FFF2-40B4-BE49-F238E27FC236}">
                  <a16:creationId xmlns:a16="http://schemas.microsoft.com/office/drawing/2014/main" id="{37560E39-DBE7-C654-50FF-CA0F7942EB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0587" y="6419795"/>
              <a:ext cx="2413418" cy="1090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29565CD-655B-658F-E1BA-DA98400472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5822" y="6136425"/>
            <a:ext cx="4367531" cy="52901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ook Antiqua" panose="02040602050305030304" pitchFamily="18" charset="0"/>
              </a:rPr>
              <a:t>19</a:t>
            </a:r>
            <a:r>
              <a:rPr lang="en-US" dirty="0">
                <a:latin typeface="Book Antiqua" panose="02040602050305030304" pitchFamily="18" charset="0"/>
              </a:rPr>
              <a:t> Novembre 2024</a:t>
            </a:r>
          </a:p>
        </p:txBody>
      </p:sp>
    </p:spTree>
    <p:extLst>
      <p:ext uri="{BB962C8B-B14F-4D97-AF65-F5344CB8AC3E}">
        <p14:creationId xmlns:p14="http://schemas.microsoft.com/office/powerpoint/2010/main" val="7057261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Blu cal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7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2000">
              <a:schemeClr val="accent1"/>
            </a:gs>
            <a:gs pos="100000">
              <a:schemeClr val="accent3"/>
            </a:gs>
          </a:gsLst>
          <a:lin ang="0" scaled="1"/>
          <a:tileRect/>
        </a:gra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Fun_MO - v6" id="{A0D08BF4-A6B2-4810-A990-861B25D0A27E}" vid="{9CA1A813-01EE-4EED-9E0D-BBBA258A4E3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024DF7-0783-4549-86B7-A48B29FBA9C2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6dc4bcd6-49db-4c07-9060-8acfc67cef9f"/>
    <ds:schemaRef ds:uri="fb0879af-3eba-417a-a55a-ffe6dcd6ca77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50F309C-DE10-4641-9043-BB7E781AC4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393BED-762D-4FA3-96CF-866F426A04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Fun vacation presentation</Template>
  <TotalTime>3088</TotalTime>
  <Words>1218</Words>
  <Application>Microsoft Office PowerPoint</Application>
  <PresentationFormat>Widescreen</PresentationFormat>
  <Paragraphs>261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7" baseType="lpstr">
      <vt:lpstr>Arial</vt:lpstr>
      <vt:lpstr>Book Antiqua</vt:lpstr>
      <vt:lpstr>Calibri</vt:lpstr>
      <vt:lpstr>Cambria Math</vt:lpstr>
      <vt:lpstr>Courier New</vt:lpstr>
      <vt:lpstr>Gill Sans MT</vt:lpstr>
      <vt:lpstr>Wingdings</vt:lpstr>
      <vt:lpstr>Tema di Office</vt:lpstr>
      <vt:lpstr>AToMiQA</vt:lpstr>
      <vt:lpstr>Stato dell’arte</vt:lpstr>
      <vt:lpstr>Microdosimetria in clinica - LET</vt:lpstr>
      <vt:lpstr>Microdosimetria in clinica - RBE</vt:lpstr>
      <vt:lpstr>Rivelatori</vt:lpstr>
      <vt:lpstr>Mini-TEPC</vt:lpstr>
      <vt:lpstr>La varianza-covarianza</vt:lpstr>
      <vt:lpstr>La tecnica della varianza-covarianza</vt:lpstr>
      <vt:lpstr>AToMiQA</vt:lpstr>
      <vt:lpstr>Obiettivi</vt:lpstr>
      <vt:lpstr>Deliverable</vt:lpstr>
      <vt:lpstr>Work Packages</vt:lpstr>
      <vt:lpstr>Cronoprogramma 1° anno</vt:lpstr>
      <vt:lpstr>Mitigazione</vt:lpstr>
      <vt:lpstr>Cronoprogramma 2° anno</vt:lpstr>
      <vt:lpstr>Anagrafica</vt:lpstr>
      <vt:lpstr>Richieste finanziarie</vt:lpstr>
      <vt:lpstr>Giudizio panel pre-selezione</vt:lpstr>
      <vt:lpstr>Grazie per l’attenzione!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Bianchi</dc:creator>
  <cp:lastModifiedBy>Anna Bianchi</cp:lastModifiedBy>
  <cp:revision>3</cp:revision>
  <dcterms:created xsi:type="dcterms:W3CDTF">2024-09-26T09:41:56Z</dcterms:created>
  <dcterms:modified xsi:type="dcterms:W3CDTF">2024-11-17T18:38:32Z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